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66" r:id="rId2"/>
    <p:sldId id="256" r:id="rId3"/>
    <p:sldId id="268" r:id="rId4"/>
    <p:sldId id="257" r:id="rId5"/>
    <p:sldId id="259" r:id="rId6"/>
    <p:sldId id="260" r:id="rId7"/>
    <p:sldId id="258" r:id="rId8"/>
    <p:sldId id="269" r:id="rId9"/>
    <p:sldId id="272" r:id="rId10"/>
    <p:sldId id="270" r:id="rId11"/>
    <p:sldId id="275" r:id="rId12"/>
    <p:sldId id="271" r:id="rId13"/>
    <p:sldId id="274" r:id="rId14"/>
    <p:sldId id="273" r:id="rId15"/>
    <p:sldId id="276" r:id="rId16"/>
    <p:sldId id="277" r:id="rId17"/>
    <p:sldId id="261" r:id="rId18"/>
    <p:sldId id="262" r:id="rId19"/>
    <p:sldId id="263" r:id="rId20"/>
    <p:sldId id="264" r:id="rId21"/>
    <p:sldId id="282" r:id="rId22"/>
    <p:sldId id="283" r:id="rId23"/>
    <p:sldId id="279" r:id="rId24"/>
    <p:sldId id="280" r:id="rId25"/>
    <p:sldId id="281" r:id="rId26"/>
    <p:sldId id="286" r:id="rId27"/>
    <p:sldId id="287" r:id="rId28"/>
    <p:sldId id="288" r:id="rId29"/>
    <p:sldId id="285" r:id="rId30"/>
    <p:sldId id="290" r:id="rId31"/>
    <p:sldId id="289" r:id="rId32"/>
    <p:sldId id="278" r:id="rId33"/>
    <p:sldId id="265" r:id="rId34"/>
    <p:sldId id="26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CA6F8AE-EC04-463A-9E6A-D364873BF2CF}">
          <p14:sldIdLst>
            <p14:sldId id="266"/>
            <p14:sldId id="256"/>
            <p14:sldId id="268"/>
            <p14:sldId id="257"/>
            <p14:sldId id="259"/>
            <p14:sldId id="260"/>
            <p14:sldId id="258"/>
            <p14:sldId id="269"/>
            <p14:sldId id="272"/>
            <p14:sldId id="270"/>
            <p14:sldId id="275"/>
            <p14:sldId id="271"/>
            <p14:sldId id="274"/>
            <p14:sldId id="273"/>
            <p14:sldId id="276"/>
            <p14:sldId id="277"/>
            <p14:sldId id="261"/>
            <p14:sldId id="262"/>
            <p14:sldId id="263"/>
            <p14:sldId id="264"/>
            <p14:sldId id="282"/>
            <p14:sldId id="283"/>
            <p14:sldId id="279"/>
            <p14:sldId id="280"/>
            <p14:sldId id="281"/>
            <p14:sldId id="286"/>
            <p14:sldId id="287"/>
            <p14:sldId id="288"/>
            <p14:sldId id="285"/>
            <p14:sldId id="290"/>
            <p14:sldId id="289"/>
            <p14:sldId id="278"/>
            <p14:sldId id="265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1" autoAdjust="0"/>
    <p:restoredTop sz="93931" autoAdjust="0"/>
  </p:normalViewPr>
  <p:slideViewPr>
    <p:cSldViewPr snapToGrid="0">
      <p:cViewPr>
        <p:scale>
          <a:sx n="75" d="100"/>
          <a:sy n="75" d="100"/>
        </p:scale>
        <p:origin x="974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6F14D-D63C-4302-A2E3-D12957901729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1AD11-1EE2-4ADD-AF27-3515885BC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4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AD11-1EE2-4ADD-AF27-3515885BCE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84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2DAD-C763-4A02-B4B7-70B241494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B654EA-3183-4AF0-AF06-F5FB7F036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45129-878F-4825-B163-B6DD69285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46EB-B7CB-4A47-89C2-43C824D07EF7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9BEEB-9ACF-42CC-830E-A654278CF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E94F8-231E-4E48-973B-623B28B54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8C8F6-A679-4BD2-AF79-AD7456C50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355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4D35-CC7E-41BF-9A72-1802F4573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72735-EA8F-4587-B8E9-47E4DD8E5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F0F96-C8FA-4C4C-9D21-81AD7770D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46EB-B7CB-4A47-89C2-43C824D07EF7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CEE07-36A1-4A1F-83CC-9D6F27480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805AF-C0DE-44F6-9A17-7A02F36E1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8C8F6-A679-4BD2-AF79-AD7456C50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9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0E1E-B148-474A-92AA-AC98D9687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56E07-34A7-4BFF-8684-BFE83EC7A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7A4E0-786A-4BFC-8F68-78A0DC25B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46EB-B7CB-4A47-89C2-43C824D07EF7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9D93-0C01-4550-8E6A-CAA2562B0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16905-79C6-411E-A573-7FA7A37FE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8C8F6-A679-4BD2-AF79-AD7456C50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05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D29F2-EBD1-43F1-8AA3-11D94A1AC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DBA6F-1E57-4149-8F8B-77EB6ED457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DD038-C72A-4664-AE42-398428DA20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1495BC-7D33-4958-BA7A-640CC22D0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46EB-B7CB-4A47-89C2-43C824D07EF7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A3790-B812-4813-950D-8568EC329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A7B2D-02A2-47A5-B3D9-41A69E1A5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8C8F6-A679-4BD2-AF79-AD7456C50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36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4F060-0E0B-4631-821D-2E5C8B36C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D3736-0BB0-47B6-82B6-B3DD36536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CEB03-AB43-4777-9F59-99B142B1B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AE5191-AD80-4B6E-AD45-5FF93C040D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1B7AC1-0891-40EA-B565-21E2F3379F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4CCCED-9832-4663-9C1B-568B5953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46EB-B7CB-4A47-89C2-43C824D07EF7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7E453B-B5E7-4056-9C30-3B3BD1D9E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809C88-999A-4FF5-BC57-6B0EB025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8C8F6-A679-4BD2-AF79-AD7456C50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40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BDBC-05F3-4865-88AE-0BE1E17F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064B87-F8B0-49D9-ACEF-7FBFD8FF2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46EB-B7CB-4A47-89C2-43C824D07EF7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F2E3B-1771-4408-9C5F-6EAAFDEB9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CEF9A-7A9E-4D43-AF40-02C05B58D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8C8F6-A679-4BD2-AF79-AD7456C50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87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19974-72A7-4A81-8467-C60384320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46EB-B7CB-4A47-89C2-43C824D07EF7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722F2-6A8C-45AA-9B19-1BAFB7BF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D939C-1D44-46E2-B2A9-67EDDD9B5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8C8F6-A679-4BD2-AF79-AD7456C50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88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E9580-FB9D-4394-9218-E4CC66890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C3C8C-7833-4A9E-BB15-E372BAE15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A2595-7157-414D-9219-D63B944EE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2DBC9-1AF7-4F10-AA96-71650863C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46EB-B7CB-4A47-89C2-43C824D07EF7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93B30-30D7-4B4F-8E3B-22FBD5ECA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5EBC8-4C19-49F9-9B12-5A24C7B1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8C8F6-A679-4BD2-AF79-AD7456C50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48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8AE04-15FD-4CDD-B292-856DBC18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C2A20-DA60-4119-AA9B-8B3A000DC8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909ED-82DA-4822-A3C9-587143789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55469-FAAA-4C2A-864A-513FEEA6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46EB-B7CB-4A47-89C2-43C824D07EF7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9D513-65AD-418C-A010-4A5E503E9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37201-13E1-46F3-ABB6-7C15544C0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8C8F6-A679-4BD2-AF79-AD7456C50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08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0B73-0538-4747-8684-6F56F030D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91CF99-8359-41EB-9F22-7A11890F8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56D08-0C29-43EF-BDF1-FCF478A16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46EB-B7CB-4A47-89C2-43C824D07EF7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54769-8746-40FA-973E-0D8FA144C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CD9D3-0FAF-45C1-B3AD-7022D78C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8C8F6-A679-4BD2-AF79-AD7456C50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46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F60DB1-081F-48C0-8AFC-9647E62603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EA75C-971C-4AE6-B068-10D5BE94D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5016D-5F3A-4701-A2A2-ED5257F43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46EB-B7CB-4A47-89C2-43C824D07EF7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CD088-3F31-4A3A-A863-0005286A3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2E40E-4A2B-472F-936E-2E571C00C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8C8F6-A679-4BD2-AF79-AD7456C50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6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BA0107-CE5E-4085-93FD-E46B6AA3F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D64F0-3AD4-4CBB-9723-C737DE709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79387-4C3B-4128-B472-8C55C709C6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E46EB-B7CB-4A47-89C2-43C824D07EF7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673B4-0D74-41C4-A81F-4F1CDCD0C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7BCE2-12B2-4F4D-991C-EFE5D2969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8C8F6-A679-4BD2-AF79-AD7456C506D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1292881367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136F0FBA-F070-4F62-85E0-8DDAB95CACBC}"/>
              </a:ext>
            </a:extLst>
          </p:cNvPr>
          <p:cNvSpPr txBox="1"/>
          <p:nvPr userDrawn="1"/>
        </p:nvSpPr>
        <p:spPr>
          <a:xfrm>
            <a:off x="0" y="0"/>
            <a:ext cx="3183013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78D7"/>
                </a:solidFill>
                <a:latin typeface="Arial" panose="020B0604020202020204" pitchFamily="34" charset="0"/>
              </a:rPr>
              <a:t>[AMD Official Use Only - Internal Distribution Only]</a:t>
            </a:r>
          </a:p>
        </p:txBody>
      </p:sp>
    </p:spTree>
    <p:extLst>
      <p:ext uri="{BB962C8B-B14F-4D97-AF65-F5344CB8AC3E}">
        <p14:creationId xmlns:p14="http://schemas.microsoft.com/office/powerpoint/2010/main" val="299830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oeis.org/A030109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A9FF-4841-4B89-95DF-B1DCC9F41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329530" cy="2387600"/>
          </a:xfrm>
        </p:spPr>
        <p:txBody>
          <a:bodyPr/>
          <a:lstStyle/>
          <a:p>
            <a:r>
              <a:rPr lang="en-US" dirty="0" err="1"/>
              <a:t>fft</a:t>
            </a:r>
            <a:r>
              <a:rPr lang="en-US" dirty="0"/>
              <a:t> convolution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1CF8F0-D327-456D-8752-B8E5B366B6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carlus.huang@amd.com</a:t>
            </a:r>
          </a:p>
        </p:txBody>
      </p:sp>
    </p:spTree>
    <p:extLst>
      <p:ext uri="{BB962C8B-B14F-4D97-AF65-F5344CB8AC3E}">
        <p14:creationId xmlns:p14="http://schemas.microsoft.com/office/powerpoint/2010/main" val="383827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AED15194-77FA-48E1-AA29-987655C711FD}"/>
              </a:ext>
            </a:extLst>
          </p:cNvPr>
          <p:cNvSpPr/>
          <p:nvPr/>
        </p:nvSpPr>
        <p:spPr>
          <a:xfrm>
            <a:off x="2663890" y="5010299"/>
            <a:ext cx="6864220" cy="17214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70DD701-891A-44F5-B7B0-3120D25A6B8B}"/>
              </a:ext>
            </a:extLst>
          </p:cNvPr>
          <p:cNvSpPr/>
          <p:nvPr/>
        </p:nvSpPr>
        <p:spPr>
          <a:xfrm>
            <a:off x="2663890" y="3206785"/>
            <a:ext cx="6864220" cy="17214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111AF8-414D-43F7-BC86-4B705713109E}"/>
              </a:ext>
            </a:extLst>
          </p:cNvPr>
          <p:cNvSpPr/>
          <p:nvPr/>
        </p:nvSpPr>
        <p:spPr>
          <a:xfrm>
            <a:off x="2663890" y="1401780"/>
            <a:ext cx="6864220" cy="17214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79F21-FCDC-4952-B4E1-1A190F6FCBC1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fft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convolution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CEC71-EE4E-4C9D-94D8-ED776540A567}"/>
              </a:ext>
            </a:extLst>
          </p:cNvPr>
          <p:cNvSpPr txBox="1"/>
          <p:nvPr/>
        </p:nvSpPr>
        <p:spPr>
          <a:xfrm>
            <a:off x="2813176" y="1635628"/>
            <a:ext cx="198742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1. </a:t>
            </a:r>
            <a:r>
              <a:rPr lang="en-US" dirty="0" err="1">
                <a:latin typeface="Consolas" panose="020B0609020204030204" pitchFamily="49" charset="0"/>
              </a:rPr>
              <a:t>fft</a:t>
            </a:r>
            <a:r>
              <a:rPr lang="en-US" dirty="0">
                <a:latin typeface="Consolas" panose="020B0609020204030204" pitchFamily="49" charset="0"/>
              </a:rPr>
              <a:t>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CFD89A-D358-4C2D-B10C-9174AB8B4128}"/>
              </a:ext>
            </a:extLst>
          </p:cNvPr>
          <p:cNvSpPr txBox="1"/>
          <p:nvPr/>
        </p:nvSpPr>
        <p:spPr>
          <a:xfrm>
            <a:off x="2813176" y="2543415"/>
            <a:ext cx="1987422" cy="369332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2. </a:t>
            </a:r>
            <a:r>
              <a:rPr lang="en-US" dirty="0" err="1">
                <a:latin typeface="Consolas" panose="020B0609020204030204" pitchFamily="49" charset="0"/>
              </a:rPr>
              <a:t>fft</a:t>
            </a:r>
            <a:r>
              <a:rPr lang="en-US" dirty="0">
                <a:latin typeface="Consolas" panose="020B0609020204030204" pitchFamily="49" charset="0"/>
              </a:rPr>
              <a:t> filter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C6ABE3-3273-4452-B126-F238E250AAFB}"/>
              </a:ext>
            </a:extLst>
          </p:cNvPr>
          <p:cNvSpPr txBox="1"/>
          <p:nvPr/>
        </p:nvSpPr>
        <p:spPr>
          <a:xfrm>
            <a:off x="5304453" y="2153663"/>
            <a:ext cx="21647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en-US" dirty="0">
                <a:latin typeface="Consolas" panose="020B0609020204030204" pitchFamily="49" charset="0"/>
              </a:rPr>
              <a:t>. </a:t>
            </a:r>
            <a:r>
              <a:rPr lang="en-US" altLang="zh-CN" dirty="0" err="1">
                <a:latin typeface="Consolas" panose="020B0609020204030204" pitchFamily="49" charset="0"/>
              </a:rPr>
              <a:t>cgemm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BCFBA-82A8-4DED-BB8B-1EDF84728B04}"/>
              </a:ext>
            </a:extLst>
          </p:cNvPr>
          <p:cNvSpPr txBox="1"/>
          <p:nvPr/>
        </p:nvSpPr>
        <p:spPr>
          <a:xfrm>
            <a:off x="7873476" y="2153663"/>
            <a:ext cx="151155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4. </a:t>
            </a:r>
            <a:r>
              <a:rPr lang="en-US" dirty="0" err="1">
                <a:latin typeface="Consolas" panose="020B0609020204030204" pitchFamily="49" charset="0"/>
              </a:rPr>
              <a:t>ifft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EAB148-C854-476B-ABF0-037D24F92347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4800598" y="1820294"/>
            <a:ext cx="503855" cy="518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55C6F7-3D7E-45A5-AB5C-D8C5954841D4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4800598" y="2338329"/>
            <a:ext cx="503855" cy="389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B3B7148-53BA-48C1-9707-18A6340FFC03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7469155" y="2338329"/>
            <a:ext cx="4043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7259073-9414-4103-B09D-DD9D1ECA9263}"/>
              </a:ext>
            </a:extLst>
          </p:cNvPr>
          <p:cNvSpPr txBox="1"/>
          <p:nvPr/>
        </p:nvSpPr>
        <p:spPr>
          <a:xfrm>
            <a:off x="720013" y="1617154"/>
            <a:ext cx="93461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input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98D3A7-44BC-41E4-9F40-30148F606ACB}"/>
              </a:ext>
            </a:extLst>
          </p:cNvPr>
          <p:cNvSpPr txBox="1"/>
          <p:nvPr/>
        </p:nvSpPr>
        <p:spPr>
          <a:xfrm>
            <a:off x="720014" y="2543415"/>
            <a:ext cx="17339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filter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50D25F-4906-4C85-A60E-FA617B8B5E54}"/>
              </a:ext>
            </a:extLst>
          </p:cNvPr>
          <p:cNvSpPr txBox="1"/>
          <p:nvPr/>
        </p:nvSpPr>
        <p:spPr>
          <a:xfrm>
            <a:off x="9885785" y="2153663"/>
            <a:ext cx="123630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output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21EC2B6-D72D-472F-9BAA-B2D48807A46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306216" y="1820294"/>
            <a:ext cx="506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D972B20-B26C-4A2F-98A3-31037332C638}"/>
              </a:ext>
            </a:extLst>
          </p:cNvPr>
          <p:cNvCxnSpPr>
            <a:cxnSpLocks/>
          </p:cNvCxnSpPr>
          <p:nvPr/>
        </p:nvCxnSpPr>
        <p:spPr>
          <a:xfrm>
            <a:off x="2306216" y="2730801"/>
            <a:ext cx="506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C3284BA-3025-4E32-933D-91BF2D51C71A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9385035" y="2338329"/>
            <a:ext cx="500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1B644F3-8B0A-4070-8FF1-8746825FDEBB}"/>
              </a:ext>
            </a:extLst>
          </p:cNvPr>
          <p:cNvSpPr txBox="1"/>
          <p:nvPr/>
        </p:nvSpPr>
        <p:spPr>
          <a:xfrm>
            <a:off x="2813176" y="3440633"/>
            <a:ext cx="198742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1. </a:t>
            </a:r>
            <a:r>
              <a:rPr lang="en-US" dirty="0" err="1">
                <a:latin typeface="Consolas" panose="020B0609020204030204" pitchFamily="49" charset="0"/>
              </a:rPr>
              <a:t>fft</a:t>
            </a:r>
            <a:r>
              <a:rPr lang="en-US" dirty="0">
                <a:latin typeface="Consolas" panose="020B0609020204030204" pitchFamily="49" charset="0"/>
              </a:rPr>
              <a:t> data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71F888-81F2-422B-B124-0387AED283D7}"/>
              </a:ext>
            </a:extLst>
          </p:cNvPr>
          <p:cNvSpPr txBox="1"/>
          <p:nvPr/>
        </p:nvSpPr>
        <p:spPr>
          <a:xfrm>
            <a:off x="2813176" y="4348420"/>
            <a:ext cx="1987422" cy="369332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2. </a:t>
            </a:r>
            <a:r>
              <a:rPr lang="en-US" dirty="0" err="1">
                <a:latin typeface="Consolas" panose="020B0609020204030204" pitchFamily="49" charset="0"/>
              </a:rPr>
              <a:t>fft</a:t>
            </a:r>
            <a:r>
              <a:rPr lang="en-US" dirty="0">
                <a:latin typeface="Consolas" panose="020B0609020204030204" pitchFamily="49" charset="0"/>
              </a:rPr>
              <a:t> filter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671B5E-D5A2-442E-83A6-842E8F0C9574}"/>
              </a:ext>
            </a:extLst>
          </p:cNvPr>
          <p:cNvSpPr txBox="1"/>
          <p:nvPr/>
        </p:nvSpPr>
        <p:spPr>
          <a:xfrm>
            <a:off x="5304453" y="3958668"/>
            <a:ext cx="21647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en-US" dirty="0">
                <a:latin typeface="Consolas" panose="020B0609020204030204" pitchFamily="49" charset="0"/>
              </a:rPr>
              <a:t>. </a:t>
            </a:r>
            <a:r>
              <a:rPr lang="en-US" altLang="zh-CN" dirty="0" err="1">
                <a:latin typeface="Consolas" panose="020B0609020204030204" pitchFamily="49" charset="0"/>
              </a:rPr>
              <a:t>cgemm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04C4A5-0DB9-4576-9868-A6104BB4058C}"/>
              </a:ext>
            </a:extLst>
          </p:cNvPr>
          <p:cNvSpPr txBox="1"/>
          <p:nvPr/>
        </p:nvSpPr>
        <p:spPr>
          <a:xfrm>
            <a:off x="7873476" y="3958668"/>
            <a:ext cx="151155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4. </a:t>
            </a:r>
            <a:r>
              <a:rPr lang="en-US" dirty="0" err="1">
                <a:latin typeface="Consolas" panose="020B0609020204030204" pitchFamily="49" charset="0"/>
              </a:rPr>
              <a:t>ifft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E2DA03A-A44A-4CF9-9313-11B947F63F68}"/>
              </a:ext>
            </a:extLst>
          </p:cNvPr>
          <p:cNvCxnSpPr>
            <a:stCxn id="40" idx="3"/>
            <a:endCxn id="42" idx="1"/>
          </p:cNvCxnSpPr>
          <p:nvPr/>
        </p:nvCxnSpPr>
        <p:spPr>
          <a:xfrm>
            <a:off x="4800598" y="3625299"/>
            <a:ext cx="503855" cy="518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1831EE2-E722-4248-A533-DB14BD0DA9A8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 flipV="1">
            <a:off x="4800598" y="4143334"/>
            <a:ext cx="503855" cy="389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BA944EE-982E-4CEA-A3F3-114450C9A630}"/>
              </a:ext>
            </a:extLst>
          </p:cNvPr>
          <p:cNvCxnSpPr>
            <a:stCxn id="42" idx="3"/>
            <a:endCxn id="43" idx="1"/>
          </p:cNvCxnSpPr>
          <p:nvPr/>
        </p:nvCxnSpPr>
        <p:spPr>
          <a:xfrm>
            <a:off x="7469155" y="4143334"/>
            <a:ext cx="4043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7B21C57-2FC4-4BBA-B001-AEF18484C0A4}"/>
              </a:ext>
            </a:extLst>
          </p:cNvPr>
          <p:cNvSpPr txBox="1"/>
          <p:nvPr/>
        </p:nvSpPr>
        <p:spPr>
          <a:xfrm>
            <a:off x="744892" y="3440633"/>
            <a:ext cx="17339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Consolas" panose="020B0609020204030204" pitchFamily="49" charset="0"/>
              </a:rPr>
              <a:t>output_grad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E3F68EF-6D4A-4ADD-BFF2-01B239D5B686}"/>
              </a:ext>
            </a:extLst>
          </p:cNvPr>
          <p:cNvSpPr txBox="1"/>
          <p:nvPr/>
        </p:nvSpPr>
        <p:spPr>
          <a:xfrm>
            <a:off x="720013" y="4348420"/>
            <a:ext cx="191588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filter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D6E6FF0-E6C4-484B-9CC2-B3CC91C76E03}"/>
              </a:ext>
            </a:extLst>
          </p:cNvPr>
          <p:cNvSpPr txBox="1"/>
          <p:nvPr/>
        </p:nvSpPr>
        <p:spPr>
          <a:xfrm>
            <a:off x="9885784" y="3958668"/>
            <a:ext cx="191588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Consolas" panose="020B0609020204030204" pitchFamily="49" charset="0"/>
              </a:rPr>
              <a:t>input_grad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2E0C215-FDCA-42E5-B827-FDD133D5CCCF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2306216" y="3625299"/>
            <a:ext cx="506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1B9BBED-6A5E-4B90-AEE3-296A089324BD}"/>
              </a:ext>
            </a:extLst>
          </p:cNvPr>
          <p:cNvCxnSpPr>
            <a:cxnSpLocks/>
          </p:cNvCxnSpPr>
          <p:nvPr/>
        </p:nvCxnSpPr>
        <p:spPr>
          <a:xfrm>
            <a:off x="2306216" y="4535806"/>
            <a:ext cx="506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10D2D20-8BC9-415D-9403-7AF6CB192A1F}"/>
              </a:ext>
            </a:extLst>
          </p:cNvPr>
          <p:cNvCxnSpPr>
            <a:cxnSpLocks/>
            <a:stCxn id="43" idx="3"/>
            <a:endCxn id="50" idx="1"/>
          </p:cNvCxnSpPr>
          <p:nvPr/>
        </p:nvCxnSpPr>
        <p:spPr>
          <a:xfrm>
            <a:off x="9385035" y="4143334"/>
            <a:ext cx="5007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D9C193B-CC5D-423F-BB79-7E7AEC963FE1}"/>
              </a:ext>
            </a:extLst>
          </p:cNvPr>
          <p:cNvSpPr txBox="1"/>
          <p:nvPr/>
        </p:nvSpPr>
        <p:spPr>
          <a:xfrm>
            <a:off x="2813176" y="5244147"/>
            <a:ext cx="198742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1. </a:t>
            </a:r>
            <a:r>
              <a:rPr lang="en-US" dirty="0" err="1">
                <a:latin typeface="Consolas" panose="020B0609020204030204" pitchFamily="49" charset="0"/>
              </a:rPr>
              <a:t>fft</a:t>
            </a:r>
            <a:r>
              <a:rPr lang="en-US" dirty="0">
                <a:latin typeface="Consolas" panose="020B0609020204030204" pitchFamily="49" charset="0"/>
              </a:rPr>
              <a:t> data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54E854-432E-4221-8399-77A58F81D188}"/>
              </a:ext>
            </a:extLst>
          </p:cNvPr>
          <p:cNvSpPr txBox="1"/>
          <p:nvPr/>
        </p:nvSpPr>
        <p:spPr>
          <a:xfrm>
            <a:off x="2813176" y="6151934"/>
            <a:ext cx="1987422" cy="369332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2. </a:t>
            </a:r>
            <a:r>
              <a:rPr lang="en-US" dirty="0" err="1">
                <a:latin typeface="Consolas" panose="020B0609020204030204" pitchFamily="49" charset="0"/>
              </a:rPr>
              <a:t>fft</a:t>
            </a:r>
            <a:r>
              <a:rPr lang="en-US" dirty="0">
                <a:latin typeface="Consolas" panose="020B0609020204030204" pitchFamily="49" charset="0"/>
              </a:rPr>
              <a:t> filter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6554A70-9EEA-4339-9DF3-4BFBA9A18288}"/>
              </a:ext>
            </a:extLst>
          </p:cNvPr>
          <p:cNvSpPr txBox="1"/>
          <p:nvPr/>
        </p:nvSpPr>
        <p:spPr>
          <a:xfrm>
            <a:off x="5304453" y="5762182"/>
            <a:ext cx="21647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en-US" dirty="0">
                <a:latin typeface="Consolas" panose="020B0609020204030204" pitchFamily="49" charset="0"/>
              </a:rPr>
              <a:t>. </a:t>
            </a:r>
            <a:r>
              <a:rPr lang="en-US" altLang="zh-CN" dirty="0" err="1">
                <a:latin typeface="Consolas" panose="020B0609020204030204" pitchFamily="49" charset="0"/>
              </a:rPr>
              <a:t>cgemm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DE71F7C-4035-4747-A737-F902760833E1}"/>
              </a:ext>
            </a:extLst>
          </p:cNvPr>
          <p:cNvSpPr txBox="1"/>
          <p:nvPr/>
        </p:nvSpPr>
        <p:spPr>
          <a:xfrm>
            <a:off x="7873476" y="5762182"/>
            <a:ext cx="151155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4. </a:t>
            </a:r>
            <a:r>
              <a:rPr lang="en-US" dirty="0" err="1">
                <a:latin typeface="Consolas" panose="020B0609020204030204" pitchFamily="49" charset="0"/>
              </a:rPr>
              <a:t>ifft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CBE271F-7AEF-4F5A-B3F7-F49C61A835FB}"/>
              </a:ext>
            </a:extLst>
          </p:cNvPr>
          <p:cNvCxnSpPr>
            <a:stCxn id="54" idx="3"/>
            <a:endCxn id="56" idx="1"/>
          </p:cNvCxnSpPr>
          <p:nvPr/>
        </p:nvCxnSpPr>
        <p:spPr>
          <a:xfrm>
            <a:off x="4800598" y="5428813"/>
            <a:ext cx="503855" cy="518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D9FC957-11E2-43B5-A396-3F79ABB87E82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 flipV="1">
            <a:off x="4800598" y="5946848"/>
            <a:ext cx="503855" cy="389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19634C2-1072-4453-82A1-D8CB6F2D60C8}"/>
              </a:ext>
            </a:extLst>
          </p:cNvPr>
          <p:cNvCxnSpPr>
            <a:stCxn id="56" idx="3"/>
            <a:endCxn id="57" idx="1"/>
          </p:cNvCxnSpPr>
          <p:nvPr/>
        </p:nvCxnSpPr>
        <p:spPr>
          <a:xfrm>
            <a:off x="7469155" y="5946848"/>
            <a:ext cx="4043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515123B-BB66-4F9D-8C6F-B0C837BE5109}"/>
              </a:ext>
            </a:extLst>
          </p:cNvPr>
          <p:cNvSpPr txBox="1"/>
          <p:nvPr/>
        </p:nvSpPr>
        <p:spPr>
          <a:xfrm>
            <a:off x="744892" y="5244147"/>
            <a:ext cx="156132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input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B6624EF-74AE-4955-A892-D97D52A06B0C}"/>
              </a:ext>
            </a:extLst>
          </p:cNvPr>
          <p:cNvSpPr txBox="1"/>
          <p:nvPr/>
        </p:nvSpPr>
        <p:spPr>
          <a:xfrm>
            <a:off x="720013" y="6151934"/>
            <a:ext cx="191588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Consolas" panose="020B0609020204030204" pitchFamily="49" charset="0"/>
              </a:rPr>
              <a:t>output_grad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F7129EC-B5B2-4F2F-9B05-1361499EB1ED}"/>
              </a:ext>
            </a:extLst>
          </p:cNvPr>
          <p:cNvSpPr txBox="1"/>
          <p:nvPr/>
        </p:nvSpPr>
        <p:spPr>
          <a:xfrm>
            <a:off x="9885784" y="5762182"/>
            <a:ext cx="191588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Consolas" panose="020B0609020204030204" pitchFamily="49" charset="0"/>
              </a:rPr>
              <a:t>filter_grad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9927A6E-5279-4961-8E9E-83AEB8F71252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2306216" y="5428813"/>
            <a:ext cx="506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D07F66F-4074-42E9-9A25-8367B4FBEF25}"/>
              </a:ext>
            </a:extLst>
          </p:cNvPr>
          <p:cNvCxnSpPr>
            <a:cxnSpLocks/>
          </p:cNvCxnSpPr>
          <p:nvPr/>
        </p:nvCxnSpPr>
        <p:spPr>
          <a:xfrm>
            <a:off x="2306216" y="6339320"/>
            <a:ext cx="506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4C39805-E92E-4F89-8DC6-2C176AC6A477}"/>
              </a:ext>
            </a:extLst>
          </p:cNvPr>
          <p:cNvCxnSpPr>
            <a:cxnSpLocks/>
            <a:stCxn id="57" idx="3"/>
            <a:endCxn id="64" idx="1"/>
          </p:cNvCxnSpPr>
          <p:nvPr/>
        </p:nvCxnSpPr>
        <p:spPr>
          <a:xfrm>
            <a:off x="9385035" y="5946848"/>
            <a:ext cx="5007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8B7BD06-C559-4086-9540-C4B765D954BB}"/>
              </a:ext>
            </a:extLst>
          </p:cNvPr>
          <p:cNvSpPr txBox="1"/>
          <p:nvPr/>
        </p:nvSpPr>
        <p:spPr>
          <a:xfrm>
            <a:off x="7469155" y="1433694"/>
            <a:ext cx="198742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u="sng" dirty="0">
                <a:latin typeface="Consolas" panose="020B0609020204030204" pitchFamily="49" charset="0"/>
              </a:rPr>
              <a:t>forward</a:t>
            </a:r>
            <a:endParaRPr lang="en-US" u="sng" dirty="0">
              <a:latin typeface="Consolas" panose="020B06090202040302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E174B7-A34C-4D8A-8B71-FBB8BBEDF75F}"/>
              </a:ext>
            </a:extLst>
          </p:cNvPr>
          <p:cNvSpPr txBox="1"/>
          <p:nvPr/>
        </p:nvSpPr>
        <p:spPr>
          <a:xfrm>
            <a:off x="7441161" y="3250513"/>
            <a:ext cx="198742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u="sng" dirty="0" err="1">
                <a:latin typeface="Consolas" panose="020B0609020204030204" pitchFamily="49" charset="0"/>
              </a:rPr>
              <a:t>backward_data</a:t>
            </a:r>
            <a:endParaRPr lang="en-US" u="sng" dirty="0">
              <a:latin typeface="Consolas" panose="020B0609020204030204" pitchFamily="49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192EE37-4998-4E61-A45E-15D42028EC16}"/>
              </a:ext>
            </a:extLst>
          </p:cNvPr>
          <p:cNvSpPr txBox="1"/>
          <p:nvPr/>
        </p:nvSpPr>
        <p:spPr>
          <a:xfrm>
            <a:off x="7412388" y="5007054"/>
            <a:ext cx="226500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u="sng" dirty="0" err="1">
                <a:latin typeface="Consolas" panose="020B0609020204030204" pitchFamily="49" charset="0"/>
              </a:rPr>
              <a:t>backward_weight</a:t>
            </a:r>
            <a:endParaRPr lang="en-US" u="sng" dirty="0">
              <a:latin typeface="Consolas" panose="020B0609020204030204" pitchFamily="49" charset="0"/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38FBE43F-A56E-4CF5-8BF2-E83371BE2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631" y="254885"/>
            <a:ext cx="8216966" cy="106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61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B74D07-58A1-4A2D-A520-69B1B903DE06}"/>
              </a:ext>
            </a:extLst>
          </p:cNvPr>
          <p:cNvSpPr txBox="1"/>
          <p:nvPr/>
        </p:nvSpPr>
        <p:spPr>
          <a:xfrm>
            <a:off x="2841167" y="130792"/>
            <a:ext cx="198742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1. </a:t>
            </a:r>
            <a:r>
              <a:rPr lang="en-US" dirty="0" err="1">
                <a:latin typeface="Consolas" panose="020B0609020204030204" pitchFamily="49" charset="0"/>
              </a:rPr>
              <a:t>fft</a:t>
            </a:r>
            <a:r>
              <a:rPr lang="en-US" dirty="0">
                <a:latin typeface="Consolas" panose="020B0609020204030204" pitchFamily="49" charset="0"/>
              </a:rPr>
              <a:t>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74681-8C9E-47CD-B68F-40FF7AD0B450}"/>
              </a:ext>
            </a:extLst>
          </p:cNvPr>
          <p:cNvSpPr txBox="1"/>
          <p:nvPr/>
        </p:nvSpPr>
        <p:spPr>
          <a:xfrm>
            <a:off x="5029198" y="138793"/>
            <a:ext cx="1987422" cy="369332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2. </a:t>
            </a:r>
            <a:r>
              <a:rPr lang="en-US" dirty="0" err="1">
                <a:latin typeface="Consolas" panose="020B0609020204030204" pitchFamily="49" charset="0"/>
              </a:rPr>
              <a:t>fft</a:t>
            </a:r>
            <a:r>
              <a:rPr lang="en-US" dirty="0">
                <a:latin typeface="Consolas" panose="020B0609020204030204" pitchFamily="49" charset="0"/>
              </a:rPr>
              <a:t> filter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A6114-5268-4D30-A42C-500D92574ECA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fft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convolution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6C05F-B7ED-4CD7-8986-CCE2126EDCE7}"/>
              </a:ext>
            </a:extLst>
          </p:cNvPr>
          <p:cNvSpPr/>
          <p:nvPr/>
        </p:nvSpPr>
        <p:spPr>
          <a:xfrm>
            <a:off x="5346160" y="1034772"/>
            <a:ext cx="1490633" cy="14291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271C06-7493-44BF-A0F5-290F98C7CDB1}"/>
              </a:ext>
            </a:extLst>
          </p:cNvPr>
          <p:cNvSpPr/>
          <p:nvPr/>
        </p:nvSpPr>
        <p:spPr>
          <a:xfrm>
            <a:off x="8457090" y="1026653"/>
            <a:ext cx="1433777" cy="8287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FFC60F-CD08-4CF4-BABA-E7DACA0CF89C}"/>
              </a:ext>
            </a:extLst>
          </p:cNvPr>
          <p:cNvSpPr/>
          <p:nvPr/>
        </p:nvSpPr>
        <p:spPr>
          <a:xfrm>
            <a:off x="5381894" y="710735"/>
            <a:ext cx="19084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32x32 float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F8F4D-11C8-4EF5-94A1-6A6EB5DE930E}"/>
              </a:ext>
            </a:extLst>
          </p:cNvPr>
          <p:cNvSpPr/>
          <p:nvPr/>
        </p:nvSpPr>
        <p:spPr>
          <a:xfrm>
            <a:off x="8569057" y="709630"/>
            <a:ext cx="1987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32x17 float2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960545-1EC8-4806-9223-49CA0FEF87FC}"/>
              </a:ext>
            </a:extLst>
          </p:cNvPr>
          <p:cNvSpPr/>
          <p:nvPr/>
        </p:nvSpPr>
        <p:spPr>
          <a:xfrm>
            <a:off x="10267228" y="1281378"/>
            <a:ext cx="1080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32/2+1</a:t>
            </a:r>
          </a:p>
          <a:p>
            <a:r>
              <a:rPr lang="pt-BR" dirty="0">
                <a:latin typeface="Consolas" panose="020B0609020204030204" pitchFamily="49" charset="0"/>
              </a:rPr>
              <a:t>=17</a:t>
            </a:r>
            <a:endParaRPr lang="pt-BR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87D0291-8A48-4257-B17A-CF7C1B58A4D2}"/>
              </a:ext>
            </a:extLst>
          </p:cNvPr>
          <p:cNvSpPr/>
          <p:nvPr/>
        </p:nvSpPr>
        <p:spPr>
          <a:xfrm>
            <a:off x="7300090" y="1427998"/>
            <a:ext cx="984384" cy="36933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E43188-A201-4561-955E-0C72C5D9A3C5}"/>
              </a:ext>
            </a:extLst>
          </p:cNvPr>
          <p:cNvSpPr/>
          <p:nvPr/>
        </p:nvSpPr>
        <p:spPr>
          <a:xfrm>
            <a:off x="7358333" y="1222296"/>
            <a:ext cx="780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r2c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94EA1F-BF9F-4842-BA04-00BA7E40444D}"/>
              </a:ext>
            </a:extLst>
          </p:cNvPr>
          <p:cNvSpPr/>
          <p:nvPr/>
        </p:nvSpPr>
        <p:spPr>
          <a:xfrm>
            <a:off x="5197798" y="2607835"/>
            <a:ext cx="674251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For 32x32_r2c kernel: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Block: 512 * 1 * 1  (16 warps per block)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Grid : (npc</a:t>
            </a:r>
            <a:r>
              <a:rPr lang="en-US" sz="1400" dirty="0">
                <a:latin typeface="Consolas" panose="020B0609020204030204" pitchFamily="49" charset="0"/>
              </a:rPr>
              <a:t>+15)/16 * </a:t>
            </a:r>
            <a:r>
              <a:rPr lang="en-US" sz="1400" dirty="0" err="1">
                <a:latin typeface="Consolas" panose="020B0609020204030204" pitchFamily="49" charset="0"/>
              </a:rPr>
              <a:t>inc</a:t>
            </a:r>
            <a:r>
              <a:rPr lang="en-US" sz="1400" dirty="0">
                <a:latin typeface="Consolas" panose="020B0609020204030204" pitchFamily="49" charset="0"/>
              </a:rPr>
              <a:t> * 1</a:t>
            </a:r>
          </a:p>
          <a:p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Every thread do: 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1 column 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fft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+ 1 row 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fft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+ ...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Every </a:t>
            </a:r>
            <a:r>
              <a:rPr lang="en-US" sz="1400" dirty="0">
                <a:latin typeface="Consolas" panose="020B0609020204030204" pitchFamily="49" charset="0"/>
              </a:rPr>
              <a:t>warp do: 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1 32x32 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fft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tile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Every block do:</a:t>
            </a:r>
            <a:r>
              <a:rPr lang="en-US" sz="1400" dirty="0">
                <a:latin typeface="Consolas" panose="020B0609020204030204" pitchFamily="49" charset="0"/>
              </a:rPr>
              <a:t> 16 32x32 tile.  16x32-&gt;512=</a:t>
            </a:r>
            <a:r>
              <a:rPr lang="en-US" sz="1400" dirty="0" err="1">
                <a:latin typeface="Consolas" panose="020B0609020204030204" pitchFamily="49" charset="0"/>
              </a:rPr>
              <a:t>blockDim.x</a:t>
            </a:r>
            <a:endParaRPr lang="en-US" sz="1400" dirty="0">
              <a:latin typeface="Consolas" panose="020B0609020204030204" pitchFamily="49" charset="0"/>
            </a:endParaRPr>
          </a:p>
          <a:p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1400" dirty="0" err="1">
                <a:latin typeface="Consolas" panose="020B0609020204030204" pitchFamily="49" charset="0"/>
              </a:rPr>
              <a:t>npc</a:t>
            </a:r>
            <a:r>
              <a:rPr lang="en-US" sz="1400" dirty="0">
                <a:latin typeface="Consolas" panose="020B0609020204030204" pitchFamily="49" charset="0"/>
              </a:rPr>
              <a:t>: batch*</a:t>
            </a:r>
            <a:r>
              <a:rPr lang="en-US" sz="1400" dirty="0" err="1">
                <a:latin typeface="Consolas" panose="020B0609020204030204" pitchFamily="49" charset="0"/>
              </a:rPr>
              <a:t>grid_x</a:t>
            </a:r>
            <a:r>
              <a:rPr lang="en-US" sz="1400" dirty="0">
                <a:latin typeface="Consolas" panose="020B0609020204030204" pitchFamily="49" charset="0"/>
              </a:rPr>
              <a:t>*</a:t>
            </a:r>
            <a:r>
              <a:rPr lang="en-US" sz="1400" dirty="0" err="1">
                <a:latin typeface="Consolas" panose="020B0609020204030204" pitchFamily="49" charset="0"/>
              </a:rPr>
              <a:t>grid_y</a:t>
            </a:r>
            <a:r>
              <a:rPr lang="en-US" sz="1400" dirty="0">
                <a:latin typeface="Consolas" panose="020B0609020204030204" pitchFamily="49" charset="0"/>
              </a:rPr>
              <a:t>. </a:t>
            </a:r>
            <a:r>
              <a:rPr lang="en-US" sz="1400" dirty="0" err="1">
                <a:latin typeface="Consolas" panose="020B0609020204030204" pitchFamily="49" charset="0"/>
              </a:rPr>
              <a:t>grid_x</a:t>
            </a:r>
            <a:r>
              <a:rPr lang="en-US" sz="1400" dirty="0">
                <a:latin typeface="Consolas" panose="020B0609020204030204" pitchFamily="49" charset="0"/>
              </a:rPr>
              <a:t>/y, how 32x32 tile can split input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1400" dirty="0" err="1">
                <a:latin typeface="Consolas" panose="020B0609020204030204" pitchFamily="49" charset="0"/>
              </a:rPr>
              <a:t>i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nc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: input channel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Register: about 64 per thread, on V100 (total 65536 per SM)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 err="1"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mem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: 16*545 + 16*2 fp32 ~ 17K per block (total 96K per SM)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--&gt; Can have 2 active block (32 warps) per SM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occupancy: 32/64=0.5   (max 64 warp per SM on V100)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endParaRPr lang="pt-BR" sz="14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5A14EC-64C9-4E01-9FA5-1813B21457F8}"/>
              </a:ext>
            </a:extLst>
          </p:cNvPr>
          <p:cNvSpPr/>
          <p:nvPr/>
        </p:nvSpPr>
        <p:spPr>
          <a:xfrm>
            <a:off x="175169" y="659664"/>
            <a:ext cx="4725151" cy="5001369"/>
          </a:xfrm>
          <a:prstGeom prst="rect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dk_sfft32x32_r2c_split_perm_pad(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float2*              </a:t>
            </a:r>
            <a:r>
              <a:rPr lang="en-US" sz="1100" dirty="0" err="1">
                <a:latin typeface="Consolas" panose="020B0609020204030204" pitchFamily="49" charset="0"/>
              </a:rPr>
              <a:t>d_c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const float * __restrict__ </a:t>
            </a:r>
            <a:r>
              <a:rPr lang="en-US" sz="1100" dirty="0" err="1">
                <a:latin typeface="Consolas" panose="020B0609020204030204" pitchFamily="49" charset="0"/>
              </a:rPr>
              <a:t>d_r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const float * __restrict__ </a:t>
            </a:r>
            <a:r>
              <a:rPr lang="en-US" sz="1100" dirty="0" err="1">
                <a:latin typeface="Consolas" panose="020B0609020204030204" pitchFamily="49" charset="0"/>
              </a:rPr>
              <a:t>d_RF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ldc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ldr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n,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grid_x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grid_y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sx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sy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is_grad</a:t>
            </a:r>
            <a:r>
              <a:rPr lang="en-US" sz="1100" dirty="0">
                <a:latin typeface="Consolas" panose="020B0609020204030204" pitchFamily="49" charset="0"/>
              </a:rPr>
              <a:t> )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__shared__ float </a:t>
            </a:r>
            <a:r>
              <a:rPr lang="en-US" sz="1100" dirty="0" err="1">
                <a:latin typeface="Consolas" panose="020B0609020204030204" pitchFamily="49" charset="0"/>
              </a:rPr>
              <a:t>smem</a:t>
            </a:r>
            <a:r>
              <a:rPr lang="en-US" sz="1100" dirty="0">
                <a:latin typeface="Consolas" panose="020B0609020204030204" pitchFamily="49" charset="0"/>
              </a:rPr>
              <a:t>[16*545];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__shared__ float2 </a:t>
            </a:r>
            <a:r>
              <a:rPr lang="en-US" sz="1100" dirty="0" err="1">
                <a:latin typeface="Consolas" panose="020B0609020204030204" pitchFamily="49" charset="0"/>
              </a:rPr>
              <a:t>s_RF</a:t>
            </a:r>
            <a:r>
              <a:rPr lang="en-US" sz="1100" dirty="0">
                <a:latin typeface="Consolas" panose="020B0609020204030204" pitchFamily="49" charset="0"/>
              </a:rPr>
              <a:t>[16];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float2 c[17];</a:t>
            </a:r>
            <a:endParaRPr lang="en-US" sz="1100" b="0" dirty="0">
              <a:effectLst/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//...</a:t>
            </a:r>
            <a:endParaRPr lang="en-US" sz="1100" b="0" dirty="0">
              <a:effectLst/>
              <a:latin typeface="Consolas" panose="020B0609020204030204" pitchFamily="49" charset="0"/>
            </a:endParaRPr>
          </a:p>
          <a:p>
            <a:endParaRPr lang="en-US" sz="1100" b="0" dirty="0">
              <a:effectLst/>
              <a:latin typeface="Consolas" panose="020B0609020204030204" pitchFamily="49" charset="0"/>
            </a:endParaRPr>
          </a:p>
          <a:p>
            <a:endParaRPr lang="en-US" sz="1100" b="0" dirty="0">
              <a:effectLst/>
              <a:latin typeface="Consolas" panose="020B0609020204030204" pitchFamily="49" charset="0"/>
            </a:endParaRP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s_vfft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 c,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spx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spy,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s_RF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brev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);</a:t>
            </a: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s_hfft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 c, &amp;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smem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[y*544+v*34+u*16],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spx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s_RF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brev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x, u);</a:t>
            </a: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s_store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d_c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&amp;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smem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[y*545+x], &amp;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smem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[p*545+q],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c, 32*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ldc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*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gdy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b="0" dirty="0">
              <a:effectLst/>
              <a:latin typeface="Consolas" panose="020B0609020204030204" pitchFamily="49" charset="0"/>
            </a:endParaRPr>
          </a:p>
          <a:p>
            <a:endParaRPr lang="en-US" sz="11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707645-4572-4219-A299-FFF09BA2B33F}"/>
              </a:ext>
            </a:extLst>
          </p:cNvPr>
          <p:cNvSpPr/>
          <p:nvPr/>
        </p:nvSpPr>
        <p:spPr>
          <a:xfrm>
            <a:off x="5066094" y="2560692"/>
            <a:ext cx="6894257" cy="41585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00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B74D07-58A1-4A2D-A520-69B1B903DE06}"/>
              </a:ext>
            </a:extLst>
          </p:cNvPr>
          <p:cNvSpPr txBox="1"/>
          <p:nvPr/>
        </p:nvSpPr>
        <p:spPr>
          <a:xfrm>
            <a:off x="2841167" y="130792"/>
            <a:ext cx="198742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1. </a:t>
            </a:r>
            <a:r>
              <a:rPr lang="en-US" dirty="0" err="1">
                <a:latin typeface="Consolas" panose="020B0609020204030204" pitchFamily="49" charset="0"/>
              </a:rPr>
              <a:t>fft</a:t>
            </a:r>
            <a:r>
              <a:rPr lang="en-US" dirty="0">
                <a:latin typeface="Consolas" panose="020B0609020204030204" pitchFamily="49" charset="0"/>
              </a:rPr>
              <a:t>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74681-8C9E-47CD-B68F-40FF7AD0B450}"/>
              </a:ext>
            </a:extLst>
          </p:cNvPr>
          <p:cNvSpPr txBox="1"/>
          <p:nvPr/>
        </p:nvSpPr>
        <p:spPr>
          <a:xfrm>
            <a:off x="5029198" y="138793"/>
            <a:ext cx="1987422" cy="369332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2. </a:t>
            </a:r>
            <a:r>
              <a:rPr lang="en-US" dirty="0" err="1">
                <a:latin typeface="Consolas" panose="020B0609020204030204" pitchFamily="49" charset="0"/>
              </a:rPr>
              <a:t>fft</a:t>
            </a:r>
            <a:r>
              <a:rPr lang="en-US" dirty="0">
                <a:latin typeface="Consolas" panose="020B0609020204030204" pitchFamily="49" charset="0"/>
              </a:rPr>
              <a:t> filter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A6114-5268-4D30-A42C-500D92574ECA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fft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convolution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6C05F-B7ED-4CD7-8986-CCE2126EDCE7}"/>
              </a:ext>
            </a:extLst>
          </p:cNvPr>
          <p:cNvSpPr/>
          <p:nvPr/>
        </p:nvSpPr>
        <p:spPr>
          <a:xfrm>
            <a:off x="5346160" y="1034772"/>
            <a:ext cx="1490633" cy="14291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271C06-7493-44BF-A0F5-290F98C7CDB1}"/>
              </a:ext>
            </a:extLst>
          </p:cNvPr>
          <p:cNvSpPr/>
          <p:nvPr/>
        </p:nvSpPr>
        <p:spPr>
          <a:xfrm>
            <a:off x="8457090" y="1026653"/>
            <a:ext cx="1433777" cy="8287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FFC60F-CD08-4CF4-BABA-E7DACA0CF89C}"/>
              </a:ext>
            </a:extLst>
          </p:cNvPr>
          <p:cNvSpPr/>
          <p:nvPr/>
        </p:nvSpPr>
        <p:spPr>
          <a:xfrm>
            <a:off x="5381894" y="710735"/>
            <a:ext cx="19084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32x32 float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F8F4D-11C8-4EF5-94A1-6A6EB5DE930E}"/>
              </a:ext>
            </a:extLst>
          </p:cNvPr>
          <p:cNvSpPr/>
          <p:nvPr/>
        </p:nvSpPr>
        <p:spPr>
          <a:xfrm>
            <a:off x="8569057" y="709630"/>
            <a:ext cx="1987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32x17 float2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960545-1EC8-4806-9223-49CA0FEF87FC}"/>
              </a:ext>
            </a:extLst>
          </p:cNvPr>
          <p:cNvSpPr/>
          <p:nvPr/>
        </p:nvSpPr>
        <p:spPr>
          <a:xfrm>
            <a:off x="10267228" y="1281378"/>
            <a:ext cx="1080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32/2+1</a:t>
            </a:r>
          </a:p>
          <a:p>
            <a:r>
              <a:rPr lang="pt-BR" dirty="0">
                <a:latin typeface="Consolas" panose="020B0609020204030204" pitchFamily="49" charset="0"/>
              </a:rPr>
              <a:t>=17</a:t>
            </a:r>
            <a:endParaRPr lang="pt-BR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87D0291-8A48-4257-B17A-CF7C1B58A4D2}"/>
              </a:ext>
            </a:extLst>
          </p:cNvPr>
          <p:cNvSpPr/>
          <p:nvPr/>
        </p:nvSpPr>
        <p:spPr>
          <a:xfrm>
            <a:off x="7300090" y="1427998"/>
            <a:ext cx="984384" cy="36933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E43188-A201-4561-955E-0C72C5D9A3C5}"/>
              </a:ext>
            </a:extLst>
          </p:cNvPr>
          <p:cNvSpPr/>
          <p:nvPr/>
        </p:nvSpPr>
        <p:spPr>
          <a:xfrm>
            <a:off x="7358333" y="1222296"/>
            <a:ext cx="780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r2c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8BF490-92CC-48F7-A742-BD5D0AD68FFC}"/>
              </a:ext>
            </a:extLst>
          </p:cNvPr>
          <p:cNvSpPr/>
          <p:nvPr/>
        </p:nvSpPr>
        <p:spPr>
          <a:xfrm>
            <a:off x="5346160" y="2721254"/>
            <a:ext cx="59306" cy="13902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2F2BE6-7E7E-4DC7-8B50-4CC6E978AFA1}"/>
              </a:ext>
            </a:extLst>
          </p:cNvPr>
          <p:cNvSpPr/>
          <p:nvPr/>
        </p:nvSpPr>
        <p:spPr>
          <a:xfrm>
            <a:off x="5449934" y="2721253"/>
            <a:ext cx="59307" cy="13902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D7EBB9-5AF4-4BB1-BB3D-44BB1768BA80}"/>
              </a:ext>
            </a:extLst>
          </p:cNvPr>
          <p:cNvSpPr/>
          <p:nvPr/>
        </p:nvSpPr>
        <p:spPr>
          <a:xfrm>
            <a:off x="5553709" y="2721253"/>
            <a:ext cx="59307" cy="13902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91F509-C594-4D0B-AABC-296166A80238}"/>
              </a:ext>
            </a:extLst>
          </p:cNvPr>
          <p:cNvSpPr/>
          <p:nvPr/>
        </p:nvSpPr>
        <p:spPr>
          <a:xfrm>
            <a:off x="5657484" y="2721253"/>
            <a:ext cx="59307" cy="13902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94EA1F-BF9F-4842-BA04-00BA7E40444D}"/>
              </a:ext>
            </a:extLst>
          </p:cNvPr>
          <p:cNvSpPr/>
          <p:nvPr/>
        </p:nvSpPr>
        <p:spPr>
          <a:xfrm>
            <a:off x="5088737" y="4885287"/>
            <a:ext cx="33512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Consolas" panose="020B0609020204030204" pitchFamily="49" charset="0"/>
              </a:rPr>
              <a:t>32 thrd, 1 warp(nv)</a:t>
            </a:r>
          </a:p>
          <a:p>
            <a:endParaRPr lang="pt-BR" sz="1400" dirty="0">
              <a:latin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</a:rPr>
              <a:t>e</a:t>
            </a:r>
            <a:r>
              <a:rPr lang="pt-BR" sz="1400" b="0" dirty="0">
                <a:effectLst/>
                <a:latin typeface="Consolas" panose="020B0609020204030204" pitchFamily="49" charset="0"/>
              </a:rPr>
              <a:t>ach thrd:</a:t>
            </a:r>
          </a:p>
          <a:p>
            <a:r>
              <a:rPr lang="pt-BR" sz="1400" dirty="0">
                <a:latin typeface="Consolas" panose="020B0609020204030204" pitchFamily="49" charset="0"/>
              </a:rPr>
              <a:t>1.do vertical 16 float2(r2c) </a:t>
            </a:r>
            <a:r>
              <a:rPr lang="en-US" altLang="zh-CN" sz="1400" dirty="0" err="1">
                <a:latin typeface="Consolas" panose="020B0609020204030204" pitchFamily="49" charset="0"/>
              </a:rPr>
              <a:t>fft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2.Then load even/odd </a:t>
            </a:r>
            <a:r>
              <a:rPr lang="en-US" sz="1400" dirty="0">
                <a:latin typeface="Consolas" panose="020B0609020204030204" pitchFamily="49" charset="0"/>
              </a:rPr>
              <a:t>16 float2 of each row</a:t>
            </a:r>
            <a:endParaRPr lang="pt-BR" sz="14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F0FE33B-D2EC-4772-87DC-D2012245E254}"/>
              </a:ext>
            </a:extLst>
          </p:cNvPr>
          <p:cNvSpPr/>
          <p:nvPr/>
        </p:nvSpPr>
        <p:spPr>
          <a:xfrm>
            <a:off x="6013686" y="3372073"/>
            <a:ext cx="82524" cy="825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3C22E37-F5A6-4D96-A89B-5702872471AA}"/>
              </a:ext>
            </a:extLst>
          </p:cNvPr>
          <p:cNvSpPr/>
          <p:nvPr/>
        </p:nvSpPr>
        <p:spPr>
          <a:xfrm>
            <a:off x="6164920" y="3372073"/>
            <a:ext cx="82524" cy="825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A258BA2-46CD-4B0E-9FED-DA1F35DEF00F}"/>
              </a:ext>
            </a:extLst>
          </p:cNvPr>
          <p:cNvSpPr/>
          <p:nvPr/>
        </p:nvSpPr>
        <p:spPr>
          <a:xfrm>
            <a:off x="6312090" y="3372073"/>
            <a:ext cx="82524" cy="825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BD257C-8666-4125-B617-BFF9243C5E70}"/>
              </a:ext>
            </a:extLst>
          </p:cNvPr>
          <p:cNvSpPr/>
          <p:nvPr/>
        </p:nvSpPr>
        <p:spPr>
          <a:xfrm>
            <a:off x="6754122" y="2714744"/>
            <a:ext cx="59307" cy="13902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5A14EC-64C9-4E01-9FA5-1813B21457F8}"/>
              </a:ext>
            </a:extLst>
          </p:cNvPr>
          <p:cNvSpPr/>
          <p:nvPr/>
        </p:nvSpPr>
        <p:spPr>
          <a:xfrm>
            <a:off x="175169" y="659664"/>
            <a:ext cx="4725151" cy="5001369"/>
          </a:xfrm>
          <a:prstGeom prst="rect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dk_sfft32x32_r2c_split_perm_pad(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float2*              </a:t>
            </a:r>
            <a:r>
              <a:rPr lang="en-US" sz="1100" dirty="0" err="1">
                <a:latin typeface="Consolas" panose="020B0609020204030204" pitchFamily="49" charset="0"/>
              </a:rPr>
              <a:t>d_c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const float * __restrict__ </a:t>
            </a:r>
            <a:r>
              <a:rPr lang="en-US" sz="1100" dirty="0" err="1">
                <a:latin typeface="Consolas" panose="020B0609020204030204" pitchFamily="49" charset="0"/>
              </a:rPr>
              <a:t>d_r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const float * __restrict__ </a:t>
            </a:r>
            <a:r>
              <a:rPr lang="en-US" sz="1100" dirty="0" err="1">
                <a:latin typeface="Consolas" panose="020B0609020204030204" pitchFamily="49" charset="0"/>
              </a:rPr>
              <a:t>d_RF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ldc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ldr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n,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grid_x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grid_y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sx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sy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is_grad</a:t>
            </a:r>
            <a:r>
              <a:rPr lang="en-US" sz="1100" dirty="0">
                <a:latin typeface="Consolas" panose="020B0609020204030204" pitchFamily="49" charset="0"/>
              </a:rPr>
              <a:t> )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__shared__ float </a:t>
            </a:r>
            <a:r>
              <a:rPr lang="en-US" sz="1100" dirty="0" err="1">
                <a:latin typeface="Consolas" panose="020B0609020204030204" pitchFamily="49" charset="0"/>
              </a:rPr>
              <a:t>smem</a:t>
            </a:r>
            <a:r>
              <a:rPr lang="en-US" sz="1100" dirty="0">
                <a:latin typeface="Consolas" panose="020B0609020204030204" pitchFamily="49" charset="0"/>
              </a:rPr>
              <a:t>[16*545];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__shared__ float2 </a:t>
            </a:r>
            <a:r>
              <a:rPr lang="en-US" sz="1100" dirty="0" err="1">
                <a:latin typeface="Consolas" panose="020B0609020204030204" pitchFamily="49" charset="0"/>
              </a:rPr>
              <a:t>s_RF</a:t>
            </a:r>
            <a:r>
              <a:rPr lang="en-US" sz="1100" dirty="0">
                <a:latin typeface="Consolas" panose="020B0609020204030204" pitchFamily="49" charset="0"/>
              </a:rPr>
              <a:t>[16];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float2 c[17];</a:t>
            </a:r>
            <a:endParaRPr lang="en-US" sz="1100" b="0" dirty="0">
              <a:effectLst/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//...</a:t>
            </a:r>
            <a:endParaRPr lang="en-US" sz="1100" b="0" dirty="0">
              <a:effectLst/>
              <a:latin typeface="Consolas" panose="020B0609020204030204" pitchFamily="49" charset="0"/>
            </a:endParaRPr>
          </a:p>
          <a:p>
            <a:endParaRPr lang="en-US" sz="1100" b="0" dirty="0">
              <a:effectLst/>
              <a:latin typeface="Consolas" panose="020B0609020204030204" pitchFamily="49" charset="0"/>
            </a:endParaRPr>
          </a:p>
          <a:p>
            <a:endParaRPr lang="en-US" sz="1100" b="0" dirty="0">
              <a:effectLst/>
              <a:latin typeface="Consolas" panose="020B0609020204030204" pitchFamily="49" charset="0"/>
            </a:endParaRP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s_vfft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 c,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spx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spy,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s_RF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brev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);</a:t>
            </a: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s_hfft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 c, &amp;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smem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[y*544+v*34+u*16],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spx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s_RF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brev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x, u);</a:t>
            </a: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s_store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d_c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&amp;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smem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[y*545+x], &amp;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smem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[p*545+q],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c, 32*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ldc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*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gdy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b="0" dirty="0">
              <a:effectLst/>
              <a:latin typeface="Consolas" panose="020B0609020204030204" pitchFamily="49" charset="0"/>
            </a:endParaRPr>
          </a:p>
          <a:p>
            <a:endParaRPr lang="en-US" sz="11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A8CC8D-B1F8-4A04-BB9D-16240E190F28}"/>
              </a:ext>
            </a:extLst>
          </p:cNvPr>
          <p:cNvSpPr/>
          <p:nvPr/>
        </p:nvSpPr>
        <p:spPr>
          <a:xfrm>
            <a:off x="226516" y="4361405"/>
            <a:ext cx="3789846" cy="2507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707645-4572-4219-A299-FFF09BA2B33F}"/>
              </a:ext>
            </a:extLst>
          </p:cNvPr>
          <p:cNvSpPr/>
          <p:nvPr/>
        </p:nvSpPr>
        <p:spPr>
          <a:xfrm>
            <a:off x="5066094" y="2560692"/>
            <a:ext cx="6894257" cy="41585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DD49A3-F17B-472C-8069-4643A7496BA4}"/>
              </a:ext>
            </a:extLst>
          </p:cNvPr>
          <p:cNvSpPr/>
          <p:nvPr/>
        </p:nvSpPr>
        <p:spPr>
          <a:xfrm>
            <a:off x="9162381" y="2721254"/>
            <a:ext cx="59306" cy="736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FE01010-1DDD-41EB-B38D-2978730A1696}"/>
              </a:ext>
            </a:extLst>
          </p:cNvPr>
          <p:cNvSpPr/>
          <p:nvPr/>
        </p:nvSpPr>
        <p:spPr>
          <a:xfrm>
            <a:off x="9266155" y="2721253"/>
            <a:ext cx="59307" cy="736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ECD2370-E919-44D0-808A-8C0CC0C6027C}"/>
              </a:ext>
            </a:extLst>
          </p:cNvPr>
          <p:cNvSpPr/>
          <p:nvPr/>
        </p:nvSpPr>
        <p:spPr>
          <a:xfrm>
            <a:off x="9369930" y="2721253"/>
            <a:ext cx="59307" cy="736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F45EA1-AF4D-4CAF-B4E3-240556372B21}"/>
              </a:ext>
            </a:extLst>
          </p:cNvPr>
          <p:cNvSpPr/>
          <p:nvPr/>
        </p:nvSpPr>
        <p:spPr>
          <a:xfrm>
            <a:off x="9473705" y="2721253"/>
            <a:ext cx="59307" cy="736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ABD916F-F162-45E3-9279-352482E5C5C4}"/>
              </a:ext>
            </a:extLst>
          </p:cNvPr>
          <p:cNvSpPr/>
          <p:nvPr/>
        </p:nvSpPr>
        <p:spPr>
          <a:xfrm>
            <a:off x="9799427" y="3119088"/>
            <a:ext cx="82524" cy="825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F42F017-7648-4E9E-8688-2A70551E644A}"/>
              </a:ext>
            </a:extLst>
          </p:cNvPr>
          <p:cNvSpPr/>
          <p:nvPr/>
        </p:nvSpPr>
        <p:spPr>
          <a:xfrm>
            <a:off x="9950661" y="3119088"/>
            <a:ext cx="82524" cy="825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57AE010-94E9-457C-BC5F-B57E33EA4601}"/>
              </a:ext>
            </a:extLst>
          </p:cNvPr>
          <p:cNvSpPr/>
          <p:nvPr/>
        </p:nvSpPr>
        <p:spPr>
          <a:xfrm>
            <a:off x="10097831" y="3119088"/>
            <a:ext cx="82524" cy="825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6A69A29-0480-466C-B75E-DB067B238567}"/>
              </a:ext>
            </a:extLst>
          </p:cNvPr>
          <p:cNvSpPr/>
          <p:nvPr/>
        </p:nvSpPr>
        <p:spPr>
          <a:xfrm>
            <a:off x="10493956" y="2730701"/>
            <a:ext cx="45719" cy="736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7F99E6-BC3F-457D-B0AD-85E823A2F273}"/>
              </a:ext>
            </a:extLst>
          </p:cNvPr>
          <p:cNvSpPr/>
          <p:nvPr/>
        </p:nvSpPr>
        <p:spPr>
          <a:xfrm>
            <a:off x="5218920" y="4361405"/>
            <a:ext cx="22236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pt-BR" sz="12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hrd_0          </a:t>
            </a:r>
            <a:r>
              <a:rPr lang="pt-B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pt-BR" sz="12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hrd_31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C7F7300-77CF-4DF6-89B2-B6C9DFE766DF}"/>
              </a:ext>
            </a:extLst>
          </p:cNvPr>
          <p:cNvCxnSpPr>
            <a:cxnSpLocks/>
          </p:cNvCxnSpPr>
          <p:nvPr/>
        </p:nvCxnSpPr>
        <p:spPr>
          <a:xfrm flipH="1" flipV="1">
            <a:off x="5346161" y="4125157"/>
            <a:ext cx="86191" cy="236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749ADD-4C5F-4F4F-9317-801CD1B904B2}"/>
              </a:ext>
            </a:extLst>
          </p:cNvPr>
          <p:cNvCxnSpPr>
            <a:cxnSpLocks/>
          </p:cNvCxnSpPr>
          <p:nvPr/>
        </p:nvCxnSpPr>
        <p:spPr>
          <a:xfrm flipH="1" flipV="1">
            <a:off x="6754122" y="4139041"/>
            <a:ext cx="86191" cy="236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6F53E6F-27DA-469E-A7BD-DA0FC95CBFB3}"/>
              </a:ext>
            </a:extLst>
          </p:cNvPr>
          <p:cNvCxnSpPr>
            <a:cxnSpLocks/>
          </p:cNvCxnSpPr>
          <p:nvPr/>
        </p:nvCxnSpPr>
        <p:spPr>
          <a:xfrm flipH="1" flipV="1">
            <a:off x="9188946" y="3485682"/>
            <a:ext cx="77209" cy="341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7BEADFC-301D-4000-BA91-67F20F65C08C}"/>
              </a:ext>
            </a:extLst>
          </p:cNvPr>
          <p:cNvCxnSpPr>
            <a:cxnSpLocks/>
          </p:cNvCxnSpPr>
          <p:nvPr/>
        </p:nvCxnSpPr>
        <p:spPr>
          <a:xfrm flipH="1" flipV="1">
            <a:off x="10509298" y="3507774"/>
            <a:ext cx="97658" cy="281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163D7DAF-2DD5-4F74-9BB4-BFA499079122}"/>
              </a:ext>
            </a:extLst>
          </p:cNvPr>
          <p:cNvSpPr/>
          <p:nvPr/>
        </p:nvSpPr>
        <p:spPr>
          <a:xfrm>
            <a:off x="6756838" y="3365311"/>
            <a:ext cx="8643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32</a:t>
            </a:r>
            <a:r>
              <a:rPr lang="en-US" altLang="zh-CN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xfloat</a:t>
            </a:r>
            <a:endParaRPr lang="en-US" sz="12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EAAA44F-3530-4A77-BCAF-B60CFBE1BB75}"/>
              </a:ext>
            </a:extLst>
          </p:cNvPr>
          <p:cNvSpPr/>
          <p:nvPr/>
        </p:nvSpPr>
        <p:spPr>
          <a:xfrm>
            <a:off x="10551320" y="3021850"/>
            <a:ext cx="9492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16</a:t>
            </a:r>
            <a:r>
              <a:rPr lang="en-US" altLang="zh-CN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xfloat2</a:t>
            </a:r>
            <a:endParaRPr lang="en-US" sz="120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C57CFB1-CA1C-4D4E-ADEC-70AB7181E966}"/>
              </a:ext>
            </a:extLst>
          </p:cNvPr>
          <p:cNvCxnSpPr>
            <a:cxnSpLocks/>
          </p:cNvCxnSpPr>
          <p:nvPr/>
        </p:nvCxnSpPr>
        <p:spPr>
          <a:xfrm flipV="1">
            <a:off x="4024391" y="4254425"/>
            <a:ext cx="1012870" cy="2323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28149F79-F71F-424D-AC0C-919528A093C4}"/>
              </a:ext>
            </a:extLst>
          </p:cNvPr>
          <p:cNvSpPr/>
          <p:nvPr/>
        </p:nvSpPr>
        <p:spPr>
          <a:xfrm>
            <a:off x="7730178" y="3201938"/>
            <a:ext cx="984384" cy="36933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DE8F417-BE35-4881-8181-5E5278F97C24}"/>
              </a:ext>
            </a:extLst>
          </p:cNvPr>
          <p:cNvCxnSpPr>
            <a:cxnSpLocks/>
          </p:cNvCxnSpPr>
          <p:nvPr/>
        </p:nvCxnSpPr>
        <p:spPr>
          <a:xfrm flipH="1">
            <a:off x="1242391" y="3694029"/>
            <a:ext cx="4067960" cy="132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8A3EDCE8-23D2-416D-89E3-D795F3643FF2}"/>
              </a:ext>
            </a:extLst>
          </p:cNvPr>
          <p:cNvSpPr/>
          <p:nvPr/>
        </p:nvSpPr>
        <p:spPr>
          <a:xfrm>
            <a:off x="9167193" y="5201460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09A9DA4-B796-49FA-A7E8-8E997B064DE1}"/>
              </a:ext>
            </a:extLst>
          </p:cNvPr>
          <p:cNvSpPr/>
          <p:nvPr/>
        </p:nvSpPr>
        <p:spPr>
          <a:xfrm>
            <a:off x="5332900" y="2701800"/>
            <a:ext cx="1490633" cy="14291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E93E278-50C3-4374-88DD-E41A6DC3C90E}"/>
              </a:ext>
            </a:extLst>
          </p:cNvPr>
          <p:cNvSpPr/>
          <p:nvPr/>
        </p:nvSpPr>
        <p:spPr>
          <a:xfrm>
            <a:off x="9126145" y="2701800"/>
            <a:ext cx="1433777" cy="7838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B1F4719-8D92-402C-8E51-16B948E2114C}"/>
              </a:ext>
            </a:extLst>
          </p:cNvPr>
          <p:cNvSpPr/>
          <p:nvPr/>
        </p:nvSpPr>
        <p:spPr>
          <a:xfrm>
            <a:off x="8985142" y="3766553"/>
            <a:ext cx="22236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pt-BR" sz="1200" b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hrd_0          </a:t>
            </a:r>
            <a:r>
              <a:rPr lang="pt-BR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pt-BR" sz="1200" b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hrd_31</a:t>
            </a:r>
            <a:endParaRPr lang="pt-BR" sz="1200" b="0" dirty="0">
              <a:solidFill>
                <a:schemeClr val="accent1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2BA3D78-D9CF-4698-82E4-E8098B45F449}"/>
              </a:ext>
            </a:extLst>
          </p:cNvPr>
          <p:cNvSpPr/>
          <p:nvPr/>
        </p:nvSpPr>
        <p:spPr>
          <a:xfrm>
            <a:off x="9150578" y="5179294"/>
            <a:ext cx="1433777" cy="7838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5DD42E0-06AA-48FD-AB1C-F3AE8BFB39F7}"/>
              </a:ext>
            </a:extLst>
          </p:cNvPr>
          <p:cNvSpPr/>
          <p:nvPr/>
        </p:nvSpPr>
        <p:spPr>
          <a:xfrm>
            <a:off x="9875774" y="5201459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E199FC9-E80F-4C44-87DF-475782D85687}"/>
              </a:ext>
            </a:extLst>
          </p:cNvPr>
          <p:cNvSpPr/>
          <p:nvPr/>
        </p:nvSpPr>
        <p:spPr>
          <a:xfrm>
            <a:off x="9167193" y="5305893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A26DA91-C33D-403E-9AAD-FA258ECAC737}"/>
              </a:ext>
            </a:extLst>
          </p:cNvPr>
          <p:cNvSpPr/>
          <p:nvPr/>
        </p:nvSpPr>
        <p:spPr>
          <a:xfrm>
            <a:off x="9875774" y="5305892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EAA6A2B-5173-4FD5-B7D0-B6AE36174B1B}"/>
              </a:ext>
            </a:extLst>
          </p:cNvPr>
          <p:cNvSpPr/>
          <p:nvPr/>
        </p:nvSpPr>
        <p:spPr>
          <a:xfrm>
            <a:off x="9167193" y="5403749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C925163-CAB3-4091-A5B0-2F152DF0182E}"/>
              </a:ext>
            </a:extLst>
          </p:cNvPr>
          <p:cNvSpPr/>
          <p:nvPr/>
        </p:nvSpPr>
        <p:spPr>
          <a:xfrm>
            <a:off x="9875774" y="5403748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B9C4442-804B-4A3A-9CC1-2990AB823ECE}"/>
              </a:ext>
            </a:extLst>
          </p:cNvPr>
          <p:cNvSpPr/>
          <p:nvPr/>
        </p:nvSpPr>
        <p:spPr>
          <a:xfrm>
            <a:off x="9173370" y="5864813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31B410A-DFA3-4CBF-BE35-9C4E29858D13}"/>
              </a:ext>
            </a:extLst>
          </p:cNvPr>
          <p:cNvSpPr/>
          <p:nvPr/>
        </p:nvSpPr>
        <p:spPr>
          <a:xfrm>
            <a:off x="9881951" y="5864812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F08A6E06-AA3D-4FE5-BABA-3C26C552D0FE}"/>
              </a:ext>
            </a:extLst>
          </p:cNvPr>
          <p:cNvSpPr/>
          <p:nvPr/>
        </p:nvSpPr>
        <p:spPr>
          <a:xfrm rot="5400000">
            <a:off x="9356327" y="4084103"/>
            <a:ext cx="984384" cy="36933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35314C2-8822-4D40-AFE0-AFB08B5077B6}"/>
              </a:ext>
            </a:extLst>
          </p:cNvPr>
          <p:cNvSpPr/>
          <p:nvPr/>
        </p:nvSpPr>
        <p:spPr>
          <a:xfrm>
            <a:off x="7494510" y="3009411"/>
            <a:ext cx="14906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fft16_r2c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8CE4EF4-275D-471D-9179-CB654AB3C7AF}"/>
              </a:ext>
            </a:extLst>
          </p:cNvPr>
          <p:cNvSpPr/>
          <p:nvPr/>
        </p:nvSpPr>
        <p:spPr>
          <a:xfrm>
            <a:off x="8367351" y="4823760"/>
            <a:ext cx="6944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thrd_0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9ADCB16-FA75-427D-ADCE-BBC625091872}"/>
              </a:ext>
            </a:extLst>
          </p:cNvPr>
          <p:cNvSpPr/>
          <p:nvPr/>
        </p:nvSpPr>
        <p:spPr>
          <a:xfrm>
            <a:off x="10652902" y="4823760"/>
            <a:ext cx="6944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thrd_1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962C6F0-6205-42DA-A6B9-7DC9DA66E381}"/>
              </a:ext>
            </a:extLst>
          </p:cNvPr>
          <p:cNvSpPr/>
          <p:nvPr/>
        </p:nvSpPr>
        <p:spPr>
          <a:xfrm>
            <a:off x="8367351" y="5077484"/>
            <a:ext cx="6944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thrd_2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EDCE6D-EC2C-438F-A141-BFF382175D0B}"/>
              </a:ext>
            </a:extLst>
          </p:cNvPr>
          <p:cNvSpPr/>
          <p:nvPr/>
        </p:nvSpPr>
        <p:spPr>
          <a:xfrm>
            <a:off x="10663073" y="5056667"/>
            <a:ext cx="6944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thrd_3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A429806-3B0D-4F61-817C-4DA21AC1B54F}"/>
              </a:ext>
            </a:extLst>
          </p:cNvPr>
          <p:cNvSpPr/>
          <p:nvPr/>
        </p:nvSpPr>
        <p:spPr>
          <a:xfrm>
            <a:off x="10697284" y="5932925"/>
            <a:ext cx="779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thrd_31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F91EDB8-011B-428E-8F61-0091895C7ABB}"/>
              </a:ext>
            </a:extLst>
          </p:cNvPr>
          <p:cNvSpPr/>
          <p:nvPr/>
        </p:nvSpPr>
        <p:spPr>
          <a:xfrm>
            <a:off x="8367436" y="5924209"/>
            <a:ext cx="779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thrd_30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ADD50E5-BBF4-40C4-9247-37DF6EF2D73E}"/>
              </a:ext>
            </a:extLst>
          </p:cNvPr>
          <p:cNvCxnSpPr>
            <a:cxnSpLocks/>
          </p:cNvCxnSpPr>
          <p:nvPr/>
        </p:nvCxnSpPr>
        <p:spPr>
          <a:xfrm flipH="1">
            <a:off x="10463954" y="4968349"/>
            <a:ext cx="223159" cy="200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7DE29C48-9359-4608-8AD2-F05CE2D8CD3D}"/>
              </a:ext>
            </a:extLst>
          </p:cNvPr>
          <p:cNvCxnSpPr>
            <a:cxnSpLocks/>
          </p:cNvCxnSpPr>
          <p:nvPr/>
        </p:nvCxnSpPr>
        <p:spPr>
          <a:xfrm>
            <a:off x="8996486" y="4999220"/>
            <a:ext cx="225201" cy="163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6AACA604-72FA-4787-8FC0-53B74B030EF5}"/>
              </a:ext>
            </a:extLst>
          </p:cNvPr>
          <p:cNvCxnSpPr>
            <a:cxnSpLocks/>
            <a:endCxn id="71" idx="1"/>
          </p:cNvCxnSpPr>
          <p:nvPr/>
        </p:nvCxnSpPr>
        <p:spPr>
          <a:xfrm>
            <a:off x="8985142" y="5215983"/>
            <a:ext cx="182051" cy="125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37D9207-0931-4E6A-9086-073C4ABF4890}"/>
              </a:ext>
            </a:extLst>
          </p:cNvPr>
          <p:cNvCxnSpPr>
            <a:cxnSpLocks/>
          </p:cNvCxnSpPr>
          <p:nvPr/>
        </p:nvCxnSpPr>
        <p:spPr>
          <a:xfrm flipH="1">
            <a:off x="10585705" y="5230108"/>
            <a:ext cx="188499" cy="125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9BBFF072-5DC3-4BB8-85E8-0908EC1E7BD0}"/>
              </a:ext>
            </a:extLst>
          </p:cNvPr>
          <p:cNvCxnSpPr>
            <a:cxnSpLocks/>
          </p:cNvCxnSpPr>
          <p:nvPr/>
        </p:nvCxnSpPr>
        <p:spPr>
          <a:xfrm flipH="1" flipV="1">
            <a:off x="10575534" y="5988955"/>
            <a:ext cx="198670" cy="103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D20DC592-6E39-4E54-99EB-243AF5EFEAD6}"/>
              </a:ext>
            </a:extLst>
          </p:cNvPr>
          <p:cNvCxnSpPr>
            <a:cxnSpLocks/>
          </p:cNvCxnSpPr>
          <p:nvPr/>
        </p:nvCxnSpPr>
        <p:spPr>
          <a:xfrm flipV="1">
            <a:off x="9076167" y="5995944"/>
            <a:ext cx="179348" cy="96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1A4B076-E09B-4CFC-9D5C-8D94A37804FF}"/>
              </a:ext>
            </a:extLst>
          </p:cNvPr>
          <p:cNvSpPr/>
          <p:nvPr/>
        </p:nvSpPr>
        <p:spPr>
          <a:xfrm>
            <a:off x="10030111" y="4071032"/>
            <a:ext cx="13172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transpose by smem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6DA9015-A7C3-4BF7-9397-B0A548FCD27F}"/>
              </a:ext>
            </a:extLst>
          </p:cNvPr>
          <p:cNvSpPr/>
          <p:nvPr/>
        </p:nvSpPr>
        <p:spPr>
          <a:xfrm>
            <a:off x="9253133" y="4928824"/>
            <a:ext cx="14906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pt-BR" sz="12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ven    odd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0BC3604-6A15-4848-8EF8-C53B52816151}"/>
              </a:ext>
            </a:extLst>
          </p:cNvPr>
          <p:cNvSpPr/>
          <p:nvPr/>
        </p:nvSpPr>
        <p:spPr>
          <a:xfrm>
            <a:off x="9001362" y="6231194"/>
            <a:ext cx="9492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16</a:t>
            </a:r>
            <a:r>
              <a:rPr lang="en-US" altLang="zh-CN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xfloat2</a:t>
            </a:r>
            <a:endParaRPr lang="en-US" sz="120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935E58F-1B77-41BE-A2FC-7E4B864882F5}"/>
              </a:ext>
            </a:extLst>
          </p:cNvPr>
          <p:cNvSpPr/>
          <p:nvPr/>
        </p:nvSpPr>
        <p:spPr>
          <a:xfrm>
            <a:off x="9824905" y="6238449"/>
            <a:ext cx="9492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16</a:t>
            </a:r>
            <a:r>
              <a:rPr lang="en-US" altLang="zh-CN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xfloat2</a:t>
            </a:r>
            <a:endParaRPr lang="en-US" sz="1200" dirty="0"/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21F29AB6-6105-4631-9D68-6AB87A44890B}"/>
              </a:ext>
            </a:extLst>
          </p:cNvPr>
          <p:cNvCxnSpPr>
            <a:cxnSpLocks/>
            <a:stCxn id="110" idx="0"/>
          </p:cNvCxnSpPr>
          <p:nvPr/>
        </p:nvCxnSpPr>
        <p:spPr>
          <a:xfrm flipH="1" flipV="1">
            <a:off x="9473706" y="6000100"/>
            <a:ext cx="2306" cy="231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28A1B66-7797-4533-8E9C-87328B1CC3C8}"/>
              </a:ext>
            </a:extLst>
          </p:cNvPr>
          <p:cNvCxnSpPr>
            <a:cxnSpLocks/>
          </p:cNvCxnSpPr>
          <p:nvPr/>
        </p:nvCxnSpPr>
        <p:spPr>
          <a:xfrm flipH="1" flipV="1">
            <a:off x="10217602" y="6025046"/>
            <a:ext cx="2306" cy="231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D5042EA-4B91-4372-B223-7E21E172B813}"/>
              </a:ext>
            </a:extLst>
          </p:cNvPr>
          <p:cNvSpPr/>
          <p:nvPr/>
        </p:nvSpPr>
        <p:spPr>
          <a:xfrm>
            <a:off x="5347788" y="4117949"/>
            <a:ext cx="19022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900" dirty="0">
                <a:latin typeface="Consolas" panose="020B0609020204030204" pitchFamily="49" charset="0"/>
              </a:rPr>
              <a:t>col per </a:t>
            </a:r>
            <a:r>
              <a:rPr lang="en-US" altLang="zh-CN" sz="900" dirty="0" err="1">
                <a:latin typeface="Consolas" panose="020B0609020204030204" pitchFamily="49" charset="0"/>
              </a:rPr>
              <a:t>thrd:coalese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71988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B74D07-58A1-4A2D-A520-69B1B903DE06}"/>
              </a:ext>
            </a:extLst>
          </p:cNvPr>
          <p:cNvSpPr txBox="1"/>
          <p:nvPr/>
        </p:nvSpPr>
        <p:spPr>
          <a:xfrm>
            <a:off x="2841167" y="130792"/>
            <a:ext cx="198742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1. </a:t>
            </a:r>
            <a:r>
              <a:rPr lang="en-US" dirty="0" err="1">
                <a:latin typeface="Consolas" panose="020B0609020204030204" pitchFamily="49" charset="0"/>
              </a:rPr>
              <a:t>fft</a:t>
            </a:r>
            <a:r>
              <a:rPr lang="en-US" dirty="0">
                <a:latin typeface="Consolas" panose="020B0609020204030204" pitchFamily="49" charset="0"/>
              </a:rPr>
              <a:t>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74681-8C9E-47CD-B68F-40FF7AD0B450}"/>
              </a:ext>
            </a:extLst>
          </p:cNvPr>
          <p:cNvSpPr txBox="1"/>
          <p:nvPr/>
        </p:nvSpPr>
        <p:spPr>
          <a:xfrm>
            <a:off x="5029198" y="138793"/>
            <a:ext cx="1987422" cy="369332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2. </a:t>
            </a:r>
            <a:r>
              <a:rPr lang="en-US" dirty="0" err="1">
                <a:latin typeface="Consolas" panose="020B0609020204030204" pitchFamily="49" charset="0"/>
              </a:rPr>
              <a:t>fft</a:t>
            </a:r>
            <a:r>
              <a:rPr lang="en-US" dirty="0">
                <a:latin typeface="Consolas" panose="020B0609020204030204" pitchFamily="49" charset="0"/>
              </a:rPr>
              <a:t> filter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A6114-5268-4D30-A42C-500D92574ECA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fft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convolution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6C05F-B7ED-4CD7-8986-CCE2126EDCE7}"/>
              </a:ext>
            </a:extLst>
          </p:cNvPr>
          <p:cNvSpPr/>
          <p:nvPr/>
        </p:nvSpPr>
        <p:spPr>
          <a:xfrm>
            <a:off x="5346160" y="1034772"/>
            <a:ext cx="1490633" cy="14291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271C06-7493-44BF-A0F5-290F98C7CDB1}"/>
              </a:ext>
            </a:extLst>
          </p:cNvPr>
          <p:cNvSpPr/>
          <p:nvPr/>
        </p:nvSpPr>
        <p:spPr>
          <a:xfrm>
            <a:off x="8457090" y="1026653"/>
            <a:ext cx="1433777" cy="8287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FFC60F-CD08-4CF4-BABA-E7DACA0CF89C}"/>
              </a:ext>
            </a:extLst>
          </p:cNvPr>
          <p:cNvSpPr/>
          <p:nvPr/>
        </p:nvSpPr>
        <p:spPr>
          <a:xfrm>
            <a:off x="5381894" y="710735"/>
            <a:ext cx="19084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32x32 float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F8F4D-11C8-4EF5-94A1-6A6EB5DE930E}"/>
              </a:ext>
            </a:extLst>
          </p:cNvPr>
          <p:cNvSpPr/>
          <p:nvPr/>
        </p:nvSpPr>
        <p:spPr>
          <a:xfrm>
            <a:off x="8569057" y="709630"/>
            <a:ext cx="1987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32x17 float2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960545-1EC8-4806-9223-49CA0FEF87FC}"/>
              </a:ext>
            </a:extLst>
          </p:cNvPr>
          <p:cNvSpPr/>
          <p:nvPr/>
        </p:nvSpPr>
        <p:spPr>
          <a:xfrm>
            <a:off x="10267228" y="1281378"/>
            <a:ext cx="1080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32/2+1</a:t>
            </a:r>
          </a:p>
          <a:p>
            <a:r>
              <a:rPr lang="pt-BR" dirty="0">
                <a:latin typeface="Consolas" panose="020B0609020204030204" pitchFamily="49" charset="0"/>
              </a:rPr>
              <a:t>=17</a:t>
            </a:r>
            <a:endParaRPr lang="pt-BR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87D0291-8A48-4257-B17A-CF7C1B58A4D2}"/>
              </a:ext>
            </a:extLst>
          </p:cNvPr>
          <p:cNvSpPr/>
          <p:nvPr/>
        </p:nvSpPr>
        <p:spPr>
          <a:xfrm>
            <a:off x="7300090" y="1427998"/>
            <a:ext cx="984384" cy="36933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E43188-A201-4561-955E-0C72C5D9A3C5}"/>
              </a:ext>
            </a:extLst>
          </p:cNvPr>
          <p:cNvSpPr/>
          <p:nvPr/>
        </p:nvSpPr>
        <p:spPr>
          <a:xfrm>
            <a:off x="7358333" y="1222296"/>
            <a:ext cx="780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r2c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94EA1F-BF9F-4842-BA04-00BA7E40444D}"/>
              </a:ext>
            </a:extLst>
          </p:cNvPr>
          <p:cNvSpPr/>
          <p:nvPr/>
        </p:nvSpPr>
        <p:spPr>
          <a:xfrm>
            <a:off x="8457090" y="3314187"/>
            <a:ext cx="335122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Consolas" panose="020B0609020204030204" pitchFamily="49" charset="0"/>
              </a:rPr>
              <a:t>32 thrd, 1 warp(nv)</a:t>
            </a:r>
          </a:p>
          <a:p>
            <a:endParaRPr lang="pt-BR" sz="1400" dirty="0">
              <a:latin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</a:rPr>
              <a:t>e</a:t>
            </a:r>
            <a:r>
              <a:rPr lang="pt-BR" sz="1400" b="0" dirty="0">
                <a:effectLst/>
                <a:latin typeface="Consolas" panose="020B0609020204030204" pitchFamily="49" charset="0"/>
              </a:rPr>
              <a:t>ach thrd:</a:t>
            </a:r>
          </a:p>
          <a:p>
            <a:r>
              <a:rPr lang="pt-BR" sz="1400" dirty="0">
                <a:latin typeface="Consolas" panose="020B0609020204030204" pitchFamily="49" charset="0"/>
              </a:rPr>
              <a:t>1.</a:t>
            </a:r>
            <a:r>
              <a:rPr lang="en-US" sz="1400" dirty="0">
                <a:latin typeface="Consolas" panose="020B0609020204030204" pitchFamily="49" charset="0"/>
              </a:rPr>
              <a:t>Do horizontal 16 float2 </a:t>
            </a:r>
            <a:r>
              <a:rPr lang="en-US" sz="1400" dirty="0" err="1">
                <a:latin typeface="Consolas" panose="020B0609020204030204" pitchFamily="49" charset="0"/>
              </a:rPr>
              <a:t>fft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of each half row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2.Butterfly back the whole row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3.Transpose back to memory</a:t>
            </a:r>
            <a:endParaRPr lang="pt-BR" sz="14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5A14EC-64C9-4E01-9FA5-1813B21457F8}"/>
              </a:ext>
            </a:extLst>
          </p:cNvPr>
          <p:cNvSpPr/>
          <p:nvPr/>
        </p:nvSpPr>
        <p:spPr>
          <a:xfrm>
            <a:off x="175169" y="659664"/>
            <a:ext cx="4725151" cy="5001369"/>
          </a:xfrm>
          <a:prstGeom prst="rect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dk_sfft32x32_r2c_split_perm_pad(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float2*              </a:t>
            </a:r>
            <a:r>
              <a:rPr lang="en-US" sz="1100" dirty="0" err="1">
                <a:latin typeface="Consolas" panose="020B0609020204030204" pitchFamily="49" charset="0"/>
              </a:rPr>
              <a:t>d_c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const float * __restrict__ </a:t>
            </a:r>
            <a:r>
              <a:rPr lang="en-US" sz="1100" dirty="0" err="1">
                <a:latin typeface="Consolas" panose="020B0609020204030204" pitchFamily="49" charset="0"/>
              </a:rPr>
              <a:t>d_r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const float * __restrict__ </a:t>
            </a:r>
            <a:r>
              <a:rPr lang="en-US" sz="1100" dirty="0" err="1">
                <a:latin typeface="Consolas" panose="020B0609020204030204" pitchFamily="49" charset="0"/>
              </a:rPr>
              <a:t>d_RF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ldc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ldr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n,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grid_x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grid_y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sx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sy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is_grad</a:t>
            </a:r>
            <a:r>
              <a:rPr lang="en-US" sz="1100" dirty="0">
                <a:latin typeface="Consolas" panose="020B0609020204030204" pitchFamily="49" charset="0"/>
              </a:rPr>
              <a:t> )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__shared__ float </a:t>
            </a:r>
            <a:r>
              <a:rPr lang="en-US" sz="1100" dirty="0" err="1">
                <a:latin typeface="Consolas" panose="020B0609020204030204" pitchFamily="49" charset="0"/>
              </a:rPr>
              <a:t>smem</a:t>
            </a:r>
            <a:r>
              <a:rPr lang="en-US" sz="1100" dirty="0">
                <a:latin typeface="Consolas" panose="020B0609020204030204" pitchFamily="49" charset="0"/>
              </a:rPr>
              <a:t>[16*545];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__shared__ float2 </a:t>
            </a:r>
            <a:r>
              <a:rPr lang="en-US" sz="1100" dirty="0" err="1">
                <a:latin typeface="Consolas" panose="020B0609020204030204" pitchFamily="49" charset="0"/>
              </a:rPr>
              <a:t>s_RF</a:t>
            </a:r>
            <a:r>
              <a:rPr lang="en-US" sz="1100" dirty="0">
                <a:latin typeface="Consolas" panose="020B0609020204030204" pitchFamily="49" charset="0"/>
              </a:rPr>
              <a:t>[16];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float2 c[17];</a:t>
            </a:r>
            <a:endParaRPr lang="en-US" sz="1100" b="0" dirty="0">
              <a:effectLst/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//...</a:t>
            </a:r>
            <a:endParaRPr lang="en-US" sz="1100" b="0" dirty="0">
              <a:effectLst/>
              <a:latin typeface="Consolas" panose="020B0609020204030204" pitchFamily="49" charset="0"/>
            </a:endParaRPr>
          </a:p>
          <a:p>
            <a:endParaRPr lang="en-US" sz="1100" b="0" dirty="0">
              <a:effectLst/>
              <a:latin typeface="Consolas" panose="020B0609020204030204" pitchFamily="49" charset="0"/>
            </a:endParaRPr>
          </a:p>
          <a:p>
            <a:endParaRPr lang="en-US" sz="1100" b="0" dirty="0">
              <a:effectLst/>
              <a:latin typeface="Consolas" panose="020B0609020204030204" pitchFamily="49" charset="0"/>
            </a:endParaRP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s_vfft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 c,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spx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spy,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s_RF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brev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);</a:t>
            </a: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s_hfft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 c, &amp;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smem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[y*544+v*34+u*16],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spx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s_RF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brev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x, u);</a:t>
            </a: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s_store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d_c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&amp;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smem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[y*545+x], &amp;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smem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[p*545+q],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c, 32*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ldc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*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gdy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b="0" dirty="0">
              <a:effectLst/>
              <a:latin typeface="Consolas" panose="020B0609020204030204" pitchFamily="49" charset="0"/>
            </a:endParaRPr>
          </a:p>
          <a:p>
            <a:endParaRPr lang="en-US" sz="11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A8CC8D-B1F8-4A04-BB9D-16240E190F28}"/>
              </a:ext>
            </a:extLst>
          </p:cNvPr>
          <p:cNvSpPr/>
          <p:nvPr/>
        </p:nvSpPr>
        <p:spPr>
          <a:xfrm>
            <a:off x="231649" y="4552133"/>
            <a:ext cx="4511158" cy="232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707645-4572-4219-A299-FFF09BA2B33F}"/>
              </a:ext>
            </a:extLst>
          </p:cNvPr>
          <p:cNvSpPr/>
          <p:nvPr/>
        </p:nvSpPr>
        <p:spPr>
          <a:xfrm>
            <a:off x="5066094" y="2560692"/>
            <a:ext cx="6894257" cy="41585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C57CFB1-CA1C-4D4E-ADEC-70AB7181E966}"/>
              </a:ext>
            </a:extLst>
          </p:cNvPr>
          <p:cNvCxnSpPr>
            <a:cxnSpLocks/>
          </p:cNvCxnSpPr>
          <p:nvPr/>
        </p:nvCxnSpPr>
        <p:spPr>
          <a:xfrm flipV="1">
            <a:off x="4043277" y="4254425"/>
            <a:ext cx="993984" cy="2977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4DC80DB3-CA52-4424-BEFB-A333D9C74417}"/>
              </a:ext>
            </a:extLst>
          </p:cNvPr>
          <p:cNvSpPr/>
          <p:nvPr/>
        </p:nvSpPr>
        <p:spPr>
          <a:xfrm>
            <a:off x="5918155" y="2988261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A61B16B-2768-40EE-A229-63E634BFBC4C}"/>
              </a:ext>
            </a:extLst>
          </p:cNvPr>
          <p:cNvSpPr/>
          <p:nvPr/>
        </p:nvSpPr>
        <p:spPr>
          <a:xfrm>
            <a:off x="5901540" y="2966095"/>
            <a:ext cx="1433777" cy="7838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FCA6D52-BD5C-4108-A4A4-3614481B1DF5}"/>
              </a:ext>
            </a:extLst>
          </p:cNvPr>
          <p:cNvSpPr/>
          <p:nvPr/>
        </p:nvSpPr>
        <p:spPr>
          <a:xfrm>
            <a:off x="6626736" y="2988260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F863546-8AB0-4953-8CEF-9C72651E847D}"/>
              </a:ext>
            </a:extLst>
          </p:cNvPr>
          <p:cNvSpPr/>
          <p:nvPr/>
        </p:nvSpPr>
        <p:spPr>
          <a:xfrm>
            <a:off x="5918155" y="3092694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B2CF205-EA67-44B3-934B-590F38A90371}"/>
              </a:ext>
            </a:extLst>
          </p:cNvPr>
          <p:cNvSpPr/>
          <p:nvPr/>
        </p:nvSpPr>
        <p:spPr>
          <a:xfrm>
            <a:off x="6626736" y="3092693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249ACD7-3589-456F-B17C-B06B25661BC9}"/>
              </a:ext>
            </a:extLst>
          </p:cNvPr>
          <p:cNvSpPr/>
          <p:nvPr/>
        </p:nvSpPr>
        <p:spPr>
          <a:xfrm>
            <a:off x="5918155" y="3190550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1EB0A4E-4301-44D8-B65F-F80B5E64467E}"/>
              </a:ext>
            </a:extLst>
          </p:cNvPr>
          <p:cNvSpPr/>
          <p:nvPr/>
        </p:nvSpPr>
        <p:spPr>
          <a:xfrm>
            <a:off x="6626736" y="3190549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1133AA4-AD4D-416D-B8FF-6D8976604271}"/>
              </a:ext>
            </a:extLst>
          </p:cNvPr>
          <p:cNvSpPr/>
          <p:nvPr/>
        </p:nvSpPr>
        <p:spPr>
          <a:xfrm>
            <a:off x="5924332" y="3651614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3128B5B-2D79-4DDB-870E-74B857D99439}"/>
              </a:ext>
            </a:extLst>
          </p:cNvPr>
          <p:cNvSpPr/>
          <p:nvPr/>
        </p:nvSpPr>
        <p:spPr>
          <a:xfrm>
            <a:off x="6632913" y="3651613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AB2DAEC-F3AA-41E9-B9A2-AD09FA15C6FA}"/>
              </a:ext>
            </a:extLst>
          </p:cNvPr>
          <p:cNvSpPr/>
          <p:nvPr/>
        </p:nvSpPr>
        <p:spPr>
          <a:xfrm>
            <a:off x="5118313" y="2610561"/>
            <a:ext cx="6944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thrd_0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B3822EE-E586-4129-AC2F-317944D51784}"/>
              </a:ext>
            </a:extLst>
          </p:cNvPr>
          <p:cNvSpPr/>
          <p:nvPr/>
        </p:nvSpPr>
        <p:spPr>
          <a:xfrm>
            <a:off x="7403864" y="2610561"/>
            <a:ext cx="6944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thrd_1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8A6D222-FE30-4D77-9FF5-75B7126D8C04}"/>
              </a:ext>
            </a:extLst>
          </p:cNvPr>
          <p:cNvSpPr/>
          <p:nvPr/>
        </p:nvSpPr>
        <p:spPr>
          <a:xfrm>
            <a:off x="5118313" y="2864285"/>
            <a:ext cx="6944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thrd_2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5754B68-A6D8-4C51-8ED8-A21459DB653C}"/>
              </a:ext>
            </a:extLst>
          </p:cNvPr>
          <p:cNvSpPr/>
          <p:nvPr/>
        </p:nvSpPr>
        <p:spPr>
          <a:xfrm>
            <a:off x="7414035" y="2843468"/>
            <a:ext cx="6944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thrd_3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B7A5104-B6F8-4723-AB52-A98EB9A693F4}"/>
              </a:ext>
            </a:extLst>
          </p:cNvPr>
          <p:cNvSpPr/>
          <p:nvPr/>
        </p:nvSpPr>
        <p:spPr>
          <a:xfrm>
            <a:off x="7448246" y="3719726"/>
            <a:ext cx="779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thrd_31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1483378-64BB-4997-9DEA-A0AF63A69570}"/>
              </a:ext>
            </a:extLst>
          </p:cNvPr>
          <p:cNvSpPr/>
          <p:nvPr/>
        </p:nvSpPr>
        <p:spPr>
          <a:xfrm>
            <a:off x="5118398" y="3711010"/>
            <a:ext cx="779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thrd_30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7E3A455-D049-409F-B1BB-F270358BBC95}"/>
              </a:ext>
            </a:extLst>
          </p:cNvPr>
          <p:cNvCxnSpPr>
            <a:cxnSpLocks/>
          </p:cNvCxnSpPr>
          <p:nvPr/>
        </p:nvCxnSpPr>
        <p:spPr>
          <a:xfrm flipH="1">
            <a:off x="7214916" y="2755150"/>
            <a:ext cx="223159" cy="200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08D1B2F1-7D7E-4E03-A1ED-2FBA11D5AB3F}"/>
              </a:ext>
            </a:extLst>
          </p:cNvPr>
          <p:cNvCxnSpPr>
            <a:cxnSpLocks/>
          </p:cNvCxnSpPr>
          <p:nvPr/>
        </p:nvCxnSpPr>
        <p:spPr>
          <a:xfrm>
            <a:off x="5747448" y="2786021"/>
            <a:ext cx="225201" cy="163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8EBBBE90-53E9-4728-8890-78D3E2394490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5736104" y="3002784"/>
            <a:ext cx="182051" cy="125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A2B786A-2014-4B3C-BD19-7FCD1E3F98A8}"/>
              </a:ext>
            </a:extLst>
          </p:cNvPr>
          <p:cNvCxnSpPr>
            <a:cxnSpLocks/>
          </p:cNvCxnSpPr>
          <p:nvPr/>
        </p:nvCxnSpPr>
        <p:spPr>
          <a:xfrm flipH="1">
            <a:off x="7336667" y="3016909"/>
            <a:ext cx="188499" cy="125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832470DB-DD26-487B-8E5E-169D71CF4131}"/>
              </a:ext>
            </a:extLst>
          </p:cNvPr>
          <p:cNvCxnSpPr>
            <a:cxnSpLocks/>
          </p:cNvCxnSpPr>
          <p:nvPr/>
        </p:nvCxnSpPr>
        <p:spPr>
          <a:xfrm flipH="1" flipV="1">
            <a:off x="7326496" y="3775756"/>
            <a:ext cx="198670" cy="103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3A656F8-EEB3-4DD6-A947-CC8F8AF37FC5}"/>
              </a:ext>
            </a:extLst>
          </p:cNvPr>
          <p:cNvCxnSpPr>
            <a:cxnSpLocks/>
          </p:cNvCxnSpPr>
          <p:nvPr/>
        </p:nvCxnSpPr>
        <p:spPr>
          <a:xfrm flipV="1">
            <a:off x="5827129" y="3782745"/>
            <a:ext cx="179348" cy="96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2750C52-9779-40FF-A5EC-4A5AE6E95E26}"/>
              </a:ext>
            </a:extLst>
          </p:cNvPr>
          <p:cNvSpPr/>
          <p:nvPr/>
        </p:nvSpPr>
        <p:spPr>
          <a:xfrm>
            <a:off x="6004095" y="2715625"/>
            <a:ext cx="14906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pt-BR" sz="12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ven    odd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8455A723-F2D5-4C4B-9A38-E7629CAA27A5}"/>
              </a:ext>
            </a:extLst>
          </p:cNvPr>
          <p:cNvCxnSpPr>
            <a:cxnSpLocks/>
          </p:cNvCxnSpPr>
          <p:nvPr/>
        </p:nvCxnSpPr>
        <p:spPr>
          <a:xfrm>
            <a:off x="6201088" y="3858225"/>
            <a:ext cx="0" cy="229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879C11A-D57D-499A-95E0-D959A6391CA8}"/>
              </a:ext>
            </a:extLst>
          </p:cNvPr>
          <p:cNvCxnSpPr>
            <a:cxnSpLocks/>
          </p:cNvCxnSpPr>
          <p:nvPr/>
        </p:nvCxnSpPr>
        <p:spPr>
          <a:xfrm>
            <a:off x="6966332" y="3873352"/>
            <a:ext cx="0" cy="229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39E7E5F-87A8-4B3C-A8B7-2C8949FF74B7}"/>
              </a:ext>
            </a:extLst>
          </p:cNvPr>
          <p:cNvSpPr/>
          <p:nvPr/>
        </p:nvSpPr>
        <p:spPr>
          <a:xfrm>
            <a:off x="5899502" y="4139195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CCA799A-F878-4B70-9589-3E4457DD4496}"/>
              </a:ext>
            </a:extLst>
          </p:cNvPr>
          <p:cNvSpPr/>
          <p:nvPr/>
        </p:nvSpPr>
        <p:spPr>
          <a:xfrm>
            <a:off x="6608083" y="4139194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2432D709-1C36-4B04-A430-F09D002211BC}"/>
              </a:ext>
            </a:extLst>
          </p:cNvPr>
          <p:cNvCxnSpPr>
            <a:cxnSpLocks/>
          </p:cNvCxnSpPr>
          <p:nvPr/>
        </p:nvCxnSpPr>
        <p:spPr>
          <a:xfrm>
            <a:off x="6201088" y="4239298"/>
            <a:ext cx="0" cy="229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4D1DF87E-51C8-41BC-9769-DB7486C31965}"/>
              </a:ext>
            </a:extLst>
          </p:cNvPr>
          <p:cNvCxnSpPr>
            <a:cxnSpLocks/>
          </p:cNvCxnSpPr>
          <p:nvPr/>
        </p:nvCxnSpPr>
        <p:spPr>
          <a:xfrm>
            <a:off x="6966332" y="4254425"/>
            <a:ext cx="0" cy="229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34E28504-598D-4E99-A96F-2288C1898A05}"/>
              </a:ext>
            </a:extLst>
          </p:cNvPr>
          <p:cNvSpPr/>
          <p:nvPr/>
        </p:nvSpPr>
        <p:spPr>
          <a:xfrm>
            <a:off x="5547495" y="4168979"/>
            <a:ext cx="9508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fft16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6F26DEE-B464-44B4-BB92-9303F9A268CE}"/>
              </a:ext>
            </a:extLst>
          </p:cNvPr>
          <p:cNvSpPr/>
          <p:nvPr/>
        </p:nvSpPr>
        <p:spPr>
          <a:xfrm>
            <a:off x="6947424" y="4153401"/>
            <a:ext cx="9508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fft16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63482231-A648-4DB6-B4B9-03FED566A14A}"/>
              </a:ext>
            </a:extLst>
          </p:cNvPr>
          <p:cNvSpPr/>
          <p:nvPr/>
        </p:nvSpPr>
        <p:spPr>
          <a:xfrm>
            <a:off x="5899502" y="4516464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8FF9773-F914-4535-BE65-21C060588BBB}"/>
              </a:ext>
            </a:extLst>
          </p:cNvPr>
          <p:cNvSpPr/>
          <p:nvPr/>
        </p:nvSpPr>
        <p:spPr>
          <a:xfrm>
            <a:off x="6608083" y="4516463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D508AA04-CD13-41F9-B511-A3F561D86186}"/>
              </a:ext>
            </a:extLst>
          </p:cNvPr>
          <p:cNvCxnSpPr>
            <a:cxnSpLocks/>
          </p:cNvCxnSpPr>
          <p:nvPr/>
        </p:nvCxnSpPr>
        <p:spPr>
          <a:xfrm>
            <a:off x="6203306" y="4644454"/>
            <a:ext cx="0" cy="229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CA498477-AF9F-4675-B901-8AAC38F11521}"/>
              </a:ext>
            </a:extLst>
          </p:cNvPr>
          <p:cNvCxnSpPr>
            <a:cxnSpLocks/>
          </p:cNvCxnSpPr>
          <p:nvPr/>
        </p:nvCxnSpPr>
        <p:spPr>
          <a:xfrm>
            <a:off x="6966332" y="4644454"/>
            <a:ext cx="0" cy="229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1CBD81E5-C164-443F-9090-5B30B8B1E125}"/>
              </a:ext>
            </a:extLst>
          </p:cNvPr>
          <p:cNvCxnSpPr>
            <a:cxnSpLocks/>
          </p:cNvCxnSpPr>
          <p:nvPr/>
        </p:nvCxnSpPr>
        <p:spPr>
          <a:xfrm flipH="1">
            <a:off x="6201088" y="4644454"/>
            <a:ext cx="765244" cy="223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EDB88B90-6B6F-40D5-BAA9-570235BC3DE8}"/>
              </a:ext>
            </a:extLst>
          </p:cNvPr>
          <p:cNvCxnSpPr>
            <a:cxnSpLocks/>
          </p:cNvCxnSpPr>
          <p:nvPr/>
        </p:nvCxnSpPr>
        <p:spPr>
          <a:xfrm>
            <a:off x="6201088" y="4644454"/>
            <a:ext cx="765244" cy="223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D6B337E-0248-4B1F-B180-E731A949CE83}"/>
              </a:ext>
            </a:extLst>
          </p:cNvPr>
          <p:cNvSpPr/>
          <p:nvPr/>
        </p:nvSpPr>
        <p:spPr>
          <a:xfrm>
            <a:off x="7248797" y="4499816"/>
            <a:ext cx="1177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Butterfly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hfl_xor</a:t>
            </a:r>
            <a:endParaRPr lang="pt-BR" sz="14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4384C69-3339-4EBD-8316-1C60C37294B3}"/>
              </a:ext>
            </a:extLst>
          </p:cNvPr>
          <p:cNvSpPr/>
          <p:nvPr/>
        </p:nvSpPr>
        <p:spPr>
          <a:xfrm>
            <a:off x="5899502" y="4979848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B23D68AA-6107-4FE7-A728-A6C68B2AF18C}"/>
              </a:ext>
            </a:extLst>
          </p:cNvPr>
          <p:cNvSpPr/>
          <p:nvPr/>
        </p:nvSpPr>
        <p:spPr>
          <a:xfrm>
            <a:off x="6608083" y="4979847"/>
            <a:ext cx="689928" cy="71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EA3729F-666D-4E01-A8B4-AC0C750FC04E}"/>
              </a:ext>
            </a:extLst>
          </p:cNvPr>
          <p:cNvSpPr/>
          <p:nvPr/>
        </p:nvSpPr>
        <p:spPr>
          <a:xfrm>
            <a:off x="5927430" y="5688162"/>
            <a:ext cx="59306" cy="736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D8C2BE38-3606-4D4A-B839-3DA87F516363}"/>
              </a:ext>
            </a:extLst>
          </p:cNvPr>
          <p:cNvSpPr/>
          <p:nvPr/>
        </p:nvSpPr>
        <p:spPr>
          <a:xfrm>
            <a:off x="6031204" y="5688161"/>
            <a:ext cx="59307" cy="736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7D06D24F-F582-43F7-B45F-7038EF847537}"/>
              </a:ext>
            </a:extLst>
          </p:cNvPr>
          <p:cNvSpPr/>
          <p:nvPr/>
        </p:nvSpPr>
        <p:spPr>
          <a:xfrm>
            <a:off x="6134979" y="5688161"/>
            <a:ext cx="59307" cy="736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9892D672-83D3-4B8A-8EFB-A3CACF30F30A}"/>
              </a:ext>
            </a:extLst>
          </p:cNvPr>
          <p:cNvSpPr/>
          <p:nvPr/>
        </p:nvSpPr>
        <p:spPr>
          <a:xfrm>
            <a:off x="6238754" y="5688161"/>
            <a:ext cx="59307" cy="736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5D2C3AA6-7353-4DCF-A64D-93F0C5941CDE}"/>
              </a:ext>
            </a:extLst>
          </p:cNvPr>
          <p:cNvSpPr/>
          <p:nvPr/>
        </p:nvSpPr>
        <p:spPr>
          <a:xfrm>
            <a:off x="6564476" y="6085996"/>
            <a:ext cx="82524" cy="825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3A29DD9F-9B46-407A-A75A-B8252FE0027C}"/>
              </a:ext>
            </a:extLst>
          </p:cNvPr>
          <p:cNvSpPr/>
          <p:nvPr/>
        </p:nvSpPr>
        <p:spPr>
          <a:xfrm>
            <a:off x="6715710" y="6085996"/>
            <a:ext cx="82524" cy="825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469980E3-2B30-48D7-A71D-02C65AA5AE60}"/>
              </a:ext>
            </a:extLst>
          </p:cNvPr>
          <p:cNvSpPr/>
          <p:nvPr/>
        </p:nvSpPr>
        <p:spPr>
          <a:xfrm>
            <a:off x="6862880" y="6085996"/>
            <a:ext cx="82524" cy="825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9B83573-5C6E-4CA7-ACBB-4EE6D525E2BB}"/>
              </a:ext>
            </a:extLst>
          </p:cNvPr>
          <p:cNvSpPr/>
          <p:nvPr/>
        </p:nvSpPr>
        <p:spPr>
          <a:xfrm>
            <a:off x="7259005" y="5697609"/>
            <a:ext cx="45719" cy="736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A0155527-ED17-4BE5-9D98-418A9EC26440}"/>
              </a:ext>
            </a:extLst>
          </p:cNvPr>
          <p:cNvSpPr/>
          <p:nvPr/>
        </p:nvSpPr>
        <p:spPr>
          <a:xfrm>
            <a:off x="5891194" y="5668708"/>
            <a:ext cx="1433777" cy="7838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Arrow: Right 150">
            <a:extLst>
              <a:ext uri="{FF2B5EF4-FFF2-40B4-BE49-F238E27FC236}">
                <a16:creationId xmlns:a16="http://schemas.microsoft.com/office/drawing/2014/main" id="{8ED44F6B-185B-4CBF-BB5C-1F59E8C04D79}"/>
              </a:ext>
            </a:extLst>
          </p:cNvPr>
          <p:cNvSpPr/>
          <p:nvPr/>
        </p:nvSpPr>
        <p:spPr>
          <a:xfrm rot="5400000">
            <a:off x="6428292" y="5274870"/>
            <a:ext cx="393142" cy="25308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07EE0729-F611-4000-AFAA-DFF9F6299129}"/>
              </a:ext>
            </a:extLst>
          </p:cNvPr>
          <p:cNvSpPr/>
          <p:nvPr/>
        </p:nvSpPr>
        <p:spPr>
          <a:xfrm>
            <a:off x="6756972" y="5113365"/>
            <a:ext cx="13172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transpose by smem</a:t>
            </a:r>
          </a:p>
        </p:txBody>
      </p:sp>
    </p:spTree>
    <p:extLst>
      <p:ext uri="{BB962C8B-B14F-4D97-AF65-F5344CB8AC3E}">
        <p14:creationId xmlns:p14="http://schemas.microsoft.com/office/powerpoint/2010/main" val="4055943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B74D07-58A1-4A2D-A520-69B1B903DE06}"/>
              </a:ext>
            </a:extLst>
          </p:cNvPr>
          <p:cNvSpPr txBox="1"/>
          <p:nvPr/>
        </p:nvSpPr>
        <p:spPr>
          <a:xfrm>
            <a:off x="2841167" y="130792"/>
            <a:ext cx="198742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1. </a:t>
            </a:r>
            <a:r>
              <a:rPr lang="en-US" dirty="0" err="1">
                <a:latin typeface="Consolas" panose="020B0609020204030204" pitchFamily="49" charset="0"/>
              </a:rPr>
              <a:t>fft</a:t>
            </a:r>
            <a:r>
              <a:rPr lang="en-US" dirty="0">
                <a:latin typeface="Consolas" panose="020B0609020204030204" pitchFamily="49" charset="0"/>
              </a:rPr>
              <a:t>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74681-8C9E-47CD-B68F-40FF7AD0B450}"/>
              </a:ext>
            </a:extLst>
          </p:cNvPr>
          <p:cNvSpPr txBox="1"/>
          <p:nvPr/>
        </p:nvSpPr>
        <p:spPr>
          <a:xfrm>
            <a:off x="5029198" y="138793"/>
            <a:ext cx="1987422" cy="369332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2. </a:t>
            </a:r>
            <a:r>
              <a:rPr lang="en-US" dirty="0" err="1">
                <a:latin typeface="Consolas" panose="020B0609020204030204" pitchFamily="49" charset="0"/>
              </a:rPr>
              <a:t>fft</a:t>
            </a:r>
            <a:r>
              <a:rPr lang="en-US" dirty="0">
                <a:latin typeface="Consolas" panose="020B0609020204030204" pitchFamily="49" charset="0"/>
              </a:rPr>
              <a:t> filter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A6114-5268-4D30-A42C-500D92574ECA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fft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convolution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6C05F-B7ED-4CD7-8986-CCE2126EDCE7}"/>
              </a:ext>
            </a:extLst>
          </p:cNvPr>
          <p:cNvSpPr/>
          <p:nvPr/>
        </p:nvSpPr>
        <p:spPr>
          <a:xfrm>
            <a:off x="5346160" y="1034772"/>
            <a:ext cx="1490633" cy="14291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271C06-7493-44BF-A0F5-290F98C7CDB1}"/>
              </a:ext>
            </a:extLst>
          </p:cNvPr>
          <p:cNvSpPr/>
          <p:nvPr/>
        </p:nvSpPr>
        <p:spPr>
          <a:xfrm>
            <a:off x="8457090" y="1026653"/>
            <a:ext cx="1433777" cy="8287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FFC60F-CD08-4CF4-BABA-E7DACA0CF89C}"/>
              </a:ext>
            </a:extLst>
          </p:cNvPr>
          <p:cNvSpPr/>
          <p:nvPr/>
        </p:nvSpPr>
        <p:spPr>
          <a:xfrm>
            <a:off x="5381894" y="710735"/>
            <a:ext cx="19084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32x32 float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F8F4D-11C8-4EF5-94A1-6A6EB5DE930E}"/>
              </a:ext>
            </a:extLst>
          </p:cNvPr>
          <p:cNvSpPr/>
          <p:nvPr/>
        </p:nvSpPr>
        <p:spPr>
          <a:xfrm>
            <a:off x="8569057" y="709630"/>
            <a:ext cx="1987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32x17 float2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960545-1EC8-4806-9223-49CA0FEF87FC}"/>
              </a:ext>
            </a:extLst>
          </p:cNvPr>
          <p:cNvSpPr/>
          <p:nvPr/>
        </p:nvSpPr>
        <p:spPr>
          <a:xfrm>
            <a:off x="10267228" y="1281378"/>
            <a:ext cx="1080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32/2+1</a:t>
            </a:r>
          </a:p>
          <a:p>
            <a:r>
              <a:rPr lang="pt-BR" dirty="0">
                <a:latin typeface="Consolas" panose="020B0609020204030204" pitchFamily="49" charset="0"/>
              </a:rPr>
              <a:t>=17</a:t>
            </a:r>
            <a:endParaRPr lang="pt-BR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87D0291-8A48-4257-B17A-CF7C1B58A4D2}"/>
              </a:ext>
            </a:extLst>
          </p:cNvPr>
          <p:cNvSpPr/>
          <p:nvPr/>
        </p:nvSpPr>
        <p:spPr>
          <a:xfrm>
            <a:off x="7300090" y="1427998"/>
            <a:ext cx="984384" cy="36933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E43188-A201-4561-955E-0C72C5D9A3C5}"/>
              </a:ext>
            </a:extLst>
          </p:cNvPr>
          <p:cNvSpPr/>
          <p:nvPr/>
        </p:nvSpPr>
        <p:spPr>
          <a:xfrm>
            <a:off x="7358333" y="1222296"/>
            <a:ext cx="780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r2c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5A14EC-64C9-4E01-9FA5-1813B21457F8}"/>
              </a:ext>
            </a:extLst>
          </p:cNvPr>
          <p:cNvSpPr/>
          <p:nvPr/>
        </p:nvSpPr>
        <p:spPr>
          <a:xfrm>
            <a:off x="175169" y="659664"/>
            <a:ext cx="4725151" cy="5001369"/>
          </a:xfrm>
          <a:prstGeom prst="rect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dk_sfft32x32_r2c_split_perm_pad(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float2*              </a:t>
            </a:r>
            <a:r>
              <a:rPr lang="en-US" sz="1100" dirty="0" err="1">
                <a:latin typeface="Consolas" panose="020B0609020204030204" pitchFamily="49" charset="0"/>
              </a:rPr>
              <a:t>d_c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const float * __restrict__ </a:t>
            </a:r>
            <a:r>
              <a:rPr lang="en-US" sz="1100" dirty="0" err="1">
                <a:latin typeface="Consolas" panose="020B0609020204030204" pitchFamily="49" charset="0"/>
              </a:rPr>
              <a:t>d_r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const float * __restrict__ </a:t>
            </a:r>
            <a:r>
              <a:rPr lang="en-US" sz="1100" dirty="0" err="1">
                <a:latin typeface="Consolas" panose="020B0609020204030204" pitchFamily="49" charset="0"/>
              </a:rPr>
              <a:t>d_RF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ldc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ldr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n,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grid_x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grid_y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sx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sy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int                  </a:t>
            </a:r>
            <a:r>
              <a:rPr lang="en-US" sz="1100" dirty="0" err="1">
                <a:latin typeface="Consolas" panose="020B0609020204030204" pitchFamily="49" charset="0"/>
              </a:rPr>
              <a:t>is_grad</a:t>
            </a:r>
            <a:r>
              <a:rPr lang="en-US" sz="1100" dirty="0">
                <a:latin typeface="Consolas" panose="020B0609020204030204" pitchFamily="49" charset="0"/>
              </a:rPr>
              <a:t> )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__shared__ float </a:t>
            </a:r>
            <a:r>
              <a:rPr lang="en-US" sz="1100" dirty="0" err="1">
                <a:latin typeface="Consolas" panose="020B0609020204030204" pitchFamily="49" charset="0"/>
              </a:rPr>
              <a:t>smem</a:t>
            </a:r>
            <a:r>
              <a:rPr lang="en-US" sz="1100" dirty="0">
                <a:latin typeface="Consolas" panose="020B0609020204030204" pitchFamily="49" charset="0"/>
              </a:rPr>
              <a:t>[16*545];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__shared__ float2 </a:t>
            </a:r>
            <a:r>
              <a:rPr lang="en-US" sz="1100" dirty="0" err="1">
                <a:latin typeface="Consolas" panose="020B0609020204030204" pitchFamily="49" charset="0"/>
              </a:rPr>
              <a:t>s_RF</a:t>
            </a:r>
            <a:r>
              <a:rPr lang="en-US" sz="1100" dirty="0">
                <a:latin typeface="Consolas" panose="020B0609020204030204" pitchFamily="49" charset="0"/>
              </a:rPr>
              <a:t>[16];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float2 c[17];</a:t>
            </a:r>
            <a:endParaRPr lang="en-US" sz="1100" b="0" dirty="0">
              <a:effectLst/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//...</a:t>
            </a:r>
            <a:endParaRPr lang="en-US" sz="1100" b="0" dirty="0">
              <a:effectLst/>
              <a:latin typeface="Consolas" panose="020B0609020204030204" pitchFamily="49" charset="0"/>
            </a:endParaRPr>
          </a:p>
          <a:p>
            <a:endParaRPr lang="en-US" sz="1100" b="0" dirty="0">
              <a:effectLst/>
              <a:latin typeface="Consolas" panose="020B0609020204030204" pitchFamily="49" charset="0"/>
            </a:endParaRPr>
          </a:p>
          <a:p>
            <a:endParaRPr lang="en-US" sz="1100" b="0" dirty="0">
              <a:effectLst/>
              <a:latin typeface="Consolas" panose="020B0609020204030204" pitchFamily="49" charset="0"/>
            </a:endParaRP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s_vfft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 c,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spx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spy,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s_RF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brev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);</a:t>
            </a: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s_hfft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 c, &amp;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smem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[y*544+v*34+u*16],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spx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s_RF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brev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x, u);</a:t>
            </a: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s_store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d_c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&amp;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smem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[y*545+x], &amp;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smem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[p*545+q],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c, 32*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ldc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*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gdy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b="0" dirty="0">
              <a:effectLst/>
              <a:latin typeface="Consolas" panose="020B0609020204030204" pitchFamily="49" charset="0"/>
            </a:endParaRPr>
          </a:p>
          <a:p>
            <a:endParaRPr lang="en-US" sz="11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A8CC8D-B1F8-4A04-BB9D-16240E190F28}"/>
              </a:ext>
            </a:extLst>
          </p:cNvPr>
          <p:cNvSpPr/>
          <p:nvPr/>
        </p:nvSpPr>
        <p:spPr>
          <a:xfrm>
            <a:off x="231649" y="4703671"/>
            <a:ext cx="4511158" cy="449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707645-4572-4219-A299-FFF09BA2B33F}"/>
              </a:ext>
            </a:extLst>
          </p:cNvPr>
          <p:cNvSpPr/>
          <p:nvPr/>
        </p:nvSpPr>
        <p:spPr>
          <a:xfrm>
            <a:off x="5066094" y="2560692"/>
            <a:ext cx="6894257" cy="41585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C57CFB1-CA1C-4D4E-ADEC-70AB7181E966}"/>
              </a:ext>
            </a:extLst>
          </p:cNvPr>
          <p:cNvCxnSpPr>
            <a:cxnSpLocks/>
          </p:cNvCxnSpPr>
          <p:nvPr/>
        </p:nvCxnSpPr>
        <p:spPr>
          <a:xfrm flipV="1">
            <a:off x="4046357" y="4254425"/>
            <a:ext cx="990904" cy="4492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EA3729F-666D-4E01-A8B4-AC0C750FC04E}"/>
              </a:ext>
            </a:extLst>
          </p:cNvPr>
          <p:cNvSpPr/>
          <p:nvPr/>
        </p:nvSpPr>
        <p:spPr>
          <a:xfrm>
            <a:off x="5337147" y="2807426"/>
            <a:ext cx="59306" cy="736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D8C2BE38-3606-4D4A-B839-3DA87F516363}"/>
              </a:ext>
            </a:extLst>
          </p:cNvPr>
          <p:cNvSpPr/>
          <p:nvPr/>
        </p:nvSpPr>
        <p:spPr>
          <a:xfrm>
            <a:off x="5440921" y="2807425"/>
            <a:ext cx="59307" cy="736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7D06D24F-F582-43F7-B45F-7038EF847537}"/>
              </a:ext>
            </a:extLst>
          </p:cNvPr>
          <p:cNvSpPr/>
          <p:nvPr/>
        </p:nvSpPr>
        <p:spPr>
          <a:xfrm>
            <a:off x="5544696" y="2807425"/>
            <a:ext cx="59307" cy="736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9892D672-83D3-4B8A-8EFB-A3CACF30F30A}"/>
              </a:ext>
            </a:extLst>
          </p:cNvPr>
          <p:cNvSpPr/>
          <p:nvPr/>
        </p:nvSpPr>
        <p:spPr>
          <a:xfrm>
            <a:off x="5648471" y="2807425"/>
            <a:ext cx="59307" cy="736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5D2C3AA6-7353-4DCF-A64D-93F0C5941CDE}"/>
              </a:ext>
            </a:extLst>
          </p:cNvPr>
          <p:cNvSpPr/>
          <p:nvPr/>
        </p:nvSpPr>
        <p:spPr>
          <a:xfrm>
            <a:off x="5974193" y="3205260"/>
            <a:ext cx="82524" cy="825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3A29DD9F-9B46-407A-A75A-B8252FE0027C}"/>
              </a:ext>
            </a:extLst>
          </p:cNvPr>
          <p:cNvSpPr/>
          <p:nvPr/>
        </p:nvSpPr>
        <p:spPr>
          <a:xfrm>
            <a:off x="6125427" y="3205260"/>
            <a:ext cx="82524" cy="825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469980E3-2B30-48D7-A71D-02C65AA5AE60}"/>
              </a:ext>
            </a:extLst>
          </p:cNvPr>
          <p:cNvSpPr/>
          <p:nvPr/>
        </p:nvSpPr>
        <p:spPr>
          <a:xfrm>
            <a:off x="6272597" y="3205260"/>
            <a:ext cx="82524" cy="825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9B83573-5C6E-4CA7-ACBB-4EE6D525E2BB}"/>
              </a:ext>
            </a:extLst>
          </p:cNvPr>
          <p:cNvSpPr/>
          <p:nvPr/>
        </p:nvSpPr>
        <p:spPr>
          <a:xfrm>
            <a:off x="6668722" y="2816873"/>
            <a:ext cx="45719" cy="736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A0155527-ED17-4BE5-9D98-418A9EC26440}"/>
              </a:ext>
            </a:extLst>
          </p:cNvPr>
          <p:cNvSpPr/>
          <p:nvPr/>
        </p:nvSpPr>
        <p:spPr>
          <a:xfrm>
            <a:off x="5300911" y="2787972"/>
            <a:ext cx="1433777" cy="7838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E0FA6BD-AB1C-4EEB-9F89-29A51EAAA2C4}"/>
              </a:ext>
            </a:extLst>
          </p:cNvPr>
          <p:cNvSpPr/>
          <p:nvPr/>
        </p:nvSpPr>
        <p:spPr>
          <a:xfrm>
            <a:off x="5381894" y="3739913"/>
            <a:ext cx="501443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_store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re-order, prepare for following </a:t>
            </a:r>
            <a:r>
              <a:rPr lang="en-US" sz="1400" dirty="0" err="1">
                <a:latin typeface="Consolas" panose="020B0609020204030204" pitchFamily="49" charset="0"/>
              </a:rPr>
              <a:t>cgemm</a:t>
            </a:r>
            <a:endParaRPr lang="en-US" sz="1400" dirty="0">
              <a:latin typeface="Consolas" panose="020B0609020204030204" pitchFamily="49" charset="0"/>
            </a:endParaRPr>
          </a:p>
          <a:p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Data  : C*N*H*W -&gt; H*W*C*N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Filter: K*C*R*S -&gt; R*S*K*C</a:t>
            </a:r>
            <a:endParaRPr lang="pt-BR" sz="14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873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582B3F-67FF-423D-B6F8-8311921BB74F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fft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convolution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F64360-3006-45D9-9A21-6610237D6C42}"/>
              </a:ext>
            </a:extLst>
          </p:cNvPr>
          <p:cNvSpPr txBox="1"/>
          <p:nvPr/>
        </p:nvSpPr>
        <p:spPr>
          <a:xfrm>
            <a:off x="3068149" y="138793"/>
            <a:ext cx="21647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en-US" dirty="0">
                <a:latin typeface="Consolas" panose="020B0609020204030204" pitchFamily="49" charset="0"/>
              </a:rPr>
              <a:t>. </a:t>
            </a:r>
            <a:r>
              <a:rPr lang="en-US" altLang="zh-CN" dirty="0" err="1">
                <a:latin typeface="Consolas" panose="020B0609020204030204" pitchFamily="49" charset="0"/>
              </a:rPr>
              <a:t>cgemm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156156-D1EE-4E32-A429-59AF6ABA070B}"/>
              </a:ext>
            </a:extLst>
          </p:cNvPr>
          <p:cNvSpPr/>
          <p:nvPr/>
        </p:nvSpPr>
        <p:spPr>
          <a:xfrm>
            <a:off x="140449" y="1976093"/>
            <a:ext cx="501443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data  : C*N*H*W -&gt; H*W*C*N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endParaRPr lang="en-US" sz="2400" b="0" dirty="0">
              <a:effectLst/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f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ilter: K*C*R*S -&gt; R*S*K*C</a:t>
            </a:r>
            <a:endParaRPr lang="pt-BR" sz="24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BF0933-301B-4EEE-86AB-75DE4CBC715C}"/>
              </a:ext>
            </a:extLst>
          </p:cNvPr>
          <p:cNvSpPr/>
          <p:nvPr/>
        </p:nvSpPr>
        <p:spPr>
          <a:xfrm>
            <a:off x="3353174" y="2140470"/>
            <a:ext cx="639147" cy="164156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6EB2C9-C634-4E3D-AA13-B4C3A64D3A33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672748" y="3782036"/>
            <a:ext cx="0" cy="466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0700E4C-5450-4B5D-A258-BB78CE2D0770}"/>
              </a:ext>
            </a:extLst>
          </p:cNvPr>
          <p:cNvSpPr/>
          <p:nvPr/>
        </p:nvSpPr>
        <p:spPr>
          <a:xfrm>
            <a:off x="2503997" y="4251955"/>
            <a:ext cx="3097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fft_size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/2+1)*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fft_size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FF2798-7E9C-43AD-8C63-118EA08C3BD1}"/>
              </a:ext>
            </a:extLst>
          </p:cNvPr>
          <p:cNvSpPr/>
          <p:nvPr/>
        </p:nvSpPr>
        <p:spPr>
          <a:xfrm>
            <a:off x="6356874" y="1570162"/>
            <a:ext cx="887080" cy="1306442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66FE0A-D826-4D4C-898C-F67FFB3D1858}"/>
              </a:ext>
            </a:extLst>
          </p:cNvPr>
          <p:cNvSpPr/>
          <p:nvPr/>
        </p:nvSpPr>
        <p:spPr>
          <a:xfrm>
            <a:off x="6372234" y="3182109"/>
            <a:ext cx="1370504" cy="74817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559087-6588-47EA-A1CF-09D5F2EC6FE7}"/>
              </a:ext>
            </a:extLst>
          </p:cNvPr>
          <p:cNvSpPr/>
          <p:nvPr/>
        </p:nvSpPr>
        <p:spPr>
          <a:xfrm>
            <a:off x="6635547" y="1969753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D9D653-515A-4580-9898-D2A7507D029B}"/>
              </a:ext>
            </a:extLst>
          </p:cNvPr>
          <p:cNvSpPr/>
          <p:nvPr/>
        </p:nvSpPr>
        <p:spPr>
          <a:xfrm>
            <a:off x="6880194" y="3320370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B</a:t>
            </a:r>
            <a:endParaRPr lang="en-US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60B451-4D13-4F0B-B55F-D5C77D9ECF87}"/>
              </a:ext>
            </a:extLst>
          </p:cNvPr>
          <p:cNvSpPr/>
          <p:nvPr/>
        </p:nvSpPr>
        <p:spPr>
          <a:xfrm>
            <a:off x="6623122" y="1181191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C</a:t>
            </a:r>
            <a:endParaRPr lang="en-US" sz="2000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85A42B-A15B-4843-91D4-74051C1246E3}"/>
              </a:ext>
            </a:extLst>
          </p:cNvPr>
          <p:cNvSpPr/>
          <p:nvPr/>
        </p:nvSpPr>
        <p:spPr>
          <a:xfrm>
            <a:off x="6095169" y="1875667"/>
            <a:ext cx="3257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N</a:t>
            </a:r>
            <a:endParaRPr lang="en-US" sz="2000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1D1EBD-9E79-41FF-A5FC-43A2D7DAD7B5}"/>
              </a:ext>
            </a:extLst>
          </p:cNvPr>
          <p:cNvSpPr/>
          <p:nvPr/>
        </p:nvSpPr>
        <p:spPr>
          <a:xfrm>
            <a:off x="6084363" y="3532143"/>
            <a:ext cx="2552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C</a:t>
            </a:r>
            <a:endParaRPr lang="en-US" sz="20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E120AA-5D16-44E7-A620-10AFEB52A90A}"/>
              </a:ext>
            </a:extLst>
          </p:cNvPr>
          <p:cNvSpPr/>
          <p:nvPr/>
        </p:nvSpPr>
        <p:spPr>
          <a:xfrm>
            <a:off x="6909048" y="3880539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K</a:t>
            </a:r>
            <a:endParaRPr lang="en-US" sz="20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D00169-6C34-457D-A916-12D5A5D4624C}"/>
              </a:ext>
            </a:extLst>
          </p:cNvPr>
          <p:cNvSpPr/>
          <p:nvPr/>
        </p:nvSpPr>
        <p:spPr>
          <a:xfrm>
            <a:off x="4056741" y="2162056"/>
            <a:ext cx="639147" cy="54595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91BB5BA-945D-4C0E-AB87-495437179063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4695888" y="2431418"/>
            <a:ext cx="1562146" cy="3617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9A93CC6-8411-4CE3-8BAC-F479E63FB8A2}"/>
              </a:ext>
            </a:extLst>
          </p:cNvPr>
          <p:cNvSpPr/>
          <p:nvPr/>
        </p:nvSpPr>
        <p:spPr>
          <a:xfrm>
            <a:off x="4073529" y="3293776"/>
            <a:ext cx="622357" cy="467421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B0A1A3A-8F1B-4CF9-908E-DFA1147BF8C4}"/>
              </a:ext>
            </a:extLst>
          </p:cNvPr>
          <p:cNvCxnSpPr>
            <a:cxnSpLocks/>
          </p:cNvCxnSpPr>
          <p:nvPr/>
        </p:nvCxnSpPr>
        <p:spPr>
          <a:xfrm>
            <a:off x="4733370" y="3526478"/>
            <a:ext cx="1606202" cy="0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32DC77F-61EE-4D56-B6E5-0EC175FBF8BD}"/>
              </a:ext>
            </a:extLst>
          </p:cNvPr>
          <p:cNvSpPr/>
          <p:nvPr/>
        </p:nvSpPr>
        <p:spPr>
          <a:xfrm>
            <a:off x="5889539" y="1135376"/>
            <a:ext cx="4695636" cy="314527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DC45F2F-5E12-4D29-9C7B-372886A50CD0}"/>
              </a:ext>
            </a:extLst>
          </p:cNvPr>
          <p:cNvSpPr/>
          <p:nvPr/>
        </p:nvSpPr>
        <p:spPr>
          <a:xfrm>
            <a:off x="7234778" y="1181191"/>
            <a:ext cx="20537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Batch-cgemm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DA1AD6-9DB8-49D7-8CA2-DCE572768652}"/>
              </a:ext>
            </a:extLst>
          </p:cNvPr>
          <p:cNvSpPr/>
          <p:nvPr/>
        </p:nvSpPr>
        <p:spPr>
          <a:xfrm>
            <a:off x="3682117" y="3879141"/>
            <a:ext cx="817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Batch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5FF75EC-4F73-47F1-9E4E-14E17C6B4953}"/>
              </a:ext>
            </a:extLst>
          </p:cNvPr>
          <p:cNvSpPr/>
          <p:nvPr/>
        </p:nvSpPr>
        <p:spPr>
          <a:xfrm>
            <a:off x="4772456" y="2140469"/>
            <a:ext cx="10791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col major</a:t>
            </a:r>
            <a:endParaRPr lang="en-US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E768769-36ED-45B9-9ACD-6DC7BAA3C724}"/>
              </a:ext>
            </a:extLst>
          </p:cNvPr>
          <p:cNvSpPr/>
          <p:nvPr/>
        </p:nvSpPr>
        <p:spPr>
          <a:xfrm>
            <a:off x="4780492" y="3275111"/>
            <a:ext cx="10791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col major</a:t>
            </a:r>
            <a:endParaRPr lang="en-US" sz="14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6E36DC9-AF85-4266-BEA4-A5DA29EA109D}"/>
              </a:ext>
            </a:extLst>
          </p:cNvPr>
          <p:cNvSpPr/>
          <p:nvPr/>
        </p:nvSpPr>
        <p:spPr>
          <a:xfrm>
            <a:off x="8576392" y="1969753"/>
            <a:ext cx="1370504" cy="130057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BBE74E-3B39-4D6A-816B-1E8BBBD306DA}"/>
              </a:ext>
            </a:extLst>
          </p:cNvPr>
          <p:cNvSpPr/>
          <p:nvPr/>
        </p:nvSpPr>
        <p:spPr>
          <a:xfrm>
            <a:off x="8231692" y="2442165"/>
            <a:ext cx="3257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N</a:t>
            </a:r>
            <a:endParaRPr lang="en-US" sz="2000" b="1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F7928DD-ABD8-4C1A-AB03-561FEC407278}"/>
              </a:ext>
            </a:extLst>
          </p:cNvPr>
          <p:cNvSpPr/>
          <p:nvPr/>
        </p:nvSpPr>
        <p:spPr>
          <a:xfrm>
            <a:off x="9098779" y="1642856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K</a:t>
            </a:r>
            <a:endParaRPr lang="en-US" sz="2000" b="1" dirty="0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53DCBD3D-A2E8-49B8-899B-3FF00F950FFD}"/>
              </a:ext>
            </a:extLst>
          </p:cNvPr>
          <p:cNvSpPr/>
          <p:nvPr/>
        </p:nvSpPr>
        <p:spPr>
          <a:xfrm>
            <a:off x="7606017" y="2406717"/>
            <a:ext cx="601706" cy="555035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4F4C718-F334-4593-8601-8AF4724C4A55}"/>
              </a:ext>
            </a:extLst>
          </p:cNvPr>
          <p:cNvSpPr/>
          <p:nvPr/>
        </p:nvSpPr>
        <p:spPr>
          <a:xfrm>
            <a:off x="9129210" y="2419984"/>
            <a:ext cx="3257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endParaRPr lang="en-US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33F2321-B567-4442-9BB9-BD81D827B048}"/>
              </a:ext>
            </a:extLst>
          </p:cNvPr>
          <p:cNvSpPr/>
          <p:nvPr/>
        </p:nvSpPr>
        <p:spPr>
          <a:xfrm>
            <a:off x="6564960" y="4753479"/>
            <a:ext cx="54116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output: OH*OW*K*N -&gt; K*N*OH*OW</a:t>
            </a:r>
            <a:endParaRPr lang="en-US" sz="24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1A5FFF2-40E3-4CC0-BD3F-6443C654EB8B}"/>
              </a:ext>
            </a:extLst>
          </p:cNvPr>
          <p:cNvSpPr/>
          <p:nvPr/>
        </p:nvSpPr>
        <p:spPr>
          <a:xfrm>
            <a:off x="7985287" y="4696230"/>
            <a:ext cx="934446" cy="51891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A9A9A78-B300-4E35-94EA-82E35CA53AFB}"/>
              </a:ext>
            </a:extLst>
          </p:cNvPr>
          <p:cNvSpPr/>
          <p:nvPr/>
        </p:nvSpPr>
        <p:spPr>
          <a:xfrm>
            <a:off x="7104621" y="5537958"/>
            <a:ext cx="3097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fft_size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/2+1)*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fft_size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415FA44-A16F-470D-8694-53A62801EAC0}"/>
              </a:ext>
            </a:extLst>
          </p:cNvPr>
          <p:cNvSpPr/>
          <p:nvPr/>
        </p:nvSpPr>
        <p:spPr>
          <a:xfrm>
            <a:off x="7538828" y="5228593"/>
            <a:ext cx="817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Batch</a:t>
            </a:r>
            <a:endParaRPr lang="en-US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0080E4A-0DED-4588-87AA-05A57D01E65F}"/>
              </a:ext>
            </a:extLst>
          </p:cNvPr>
          <p:cNvCxnSpPr>
            <a:cxnSpLocks/>
          </p:cNvCxnSpPr>
          <p:nvPr/>
        </p:nvCxnSpPr>
        <p:spPr>
          <a:xfrm flipH="1">
            <a:off x="8452510" y="5249285"/>
            <a:ext cx="4184" cy="288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7DE3529-0621-4DFB-8782-EF47CF01F0A9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9261644" y="3270325"/>
            <a:ext cx="0" cy="1350962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126FC698-1F6B-485B-9EB2-C477ED42B3AD}"/>
              </a:ext>
            </a:extLst>
          </p:cNvPr>
          <p:cNvSpPr/>
          <p:nvPr/>
        </p:nvSpPr>
        <p:spPr>
          <a:xfrm>
            <a:off x="8950164" y="4696230"/>
            <a:ext cx="700397" cy="518914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AAB8FC4-745F-4499-89C1-CC4F0D62F71C}"/>
              </a:ext>
            </a:extLst>
          </p:cNvPr>
          <p:cNvSpPr/>
          <p:nvPr/>
        </p:nvSpPr>
        <p:spPr>
          <a:xfrm>
            <a:off x="7810550" y="726998"/>
            <a:ext cx="2084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dk_scgemm_64x64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5D68B12-0116-46F7-A601-AE28402FF0EF}"/>
              </a:ext>
            </a:extLst>
          </p:cNvPr>
          <p:cNvSpPr/>
          <p:nvPr/>
        </p:nvSpPr>
        <p:spPr>
          <a:xfrm>
            <a:off x="2599540" y="1785087"/>
            <a:ext cx="1324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s_store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C372648-3169-404B-851B-72BD4236A570}"/>
              </a:ext>
            </a:extLst>
          </p:cNvPr>
          <p:cNvSpPr/>
          <p:nvPr/>
        </p:nvSpPr>
        <p:spPr>
          <a:xfrm>
            <a:off x="9454940" y="522705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s_load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2A13945-3F52-46A2-8BB8-4ABBAF2A4973}"/>
              </a:ext>
            </a:extLst>
          </p:cNvPr>
          <p:cNvSpPr/>
          <p:nvPr/>
        </p:nvSpPr>
        <p:spPr>
          <a:xfrm>
            <a:off x="918052" y="4799294"/>
            <a:ext cx="499688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H*W and R*S will both extend to </a:t>
            </a:r>
          </a:p>
          <a:p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fft_size</a:t>
            </a:r>
            <a:r>
              <a:rPr lang="en-US" dirty="0">
                <a:latin typeface="Consolas" panose="020B0609020204030204" pitchFamily="49" charset="0"/>
              </a:rPr>
              <a:t>/2+1)*</a:t>
            </a:r>
            <a:r>
              <a:rPr lang="en-US" dirty="0" err="1">
                <a:latin typeface="Consolas" panose="020B0609020204030204" pitchFamily="49" charset="0"/>
              </a:rPr>
              <a:t>fft_size</a:t>
            </a:r>
            <a:r>
              <a:rPr lang="en-US" dirty="0">
                <a:latin typeface="Consolas" panose="020B0609020204030204" pitchFamily="49" charset="0"/>
              </a:rPr>
              <a:t>, let </a:t>
            </a:r>
            <a:r>
              <a:rPr lang="en-US" dirty="0" err="1">
                <a:latin typeface="Consolas" panose="020B0609020204030204" pitchFamily="49" charset="0"/>
              </a:rPr>
              <a:t>fft</a:t>
            </a:r>
            <a:r>
              <a:rPr lang="en-US" dirty="0">
                <a:latin typeface="Consolas" panose="020B0609020204030204" pitchFamily="49" charset="0"/>
              </a:rPr>
              <a:t> easy.</a:t>
            </a:r>
          </a:p>
          <a:p>
            <a:r>
              <a:rPr lang="en-US" dirty="0">
                <a:latin typeface="Consolas" panose="020B0609020204030204" pitchFamily="49" charset="0"/>
              </a:rPr>
              <a:t>This can interpret as “batch” in </a:t>
            </a:r>
            <a:r>
              <a:rPr lang="en-US" dirty="0" err="1">
                <a:latin typeface="Consolas" panose="020B0609020204030204" pitchFamily="49" charset="0"/>
              </a:rPr>
              <a:t>gemm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622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456A16-608A-4D53-B264-7196DA86427E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fft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convolution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24EE46-8D2A-4355-8D02-C323C95AE247}"/>
              </a:ext>
            </a:extLst>
          </p:cNvPr>
          <p:cNvSpPr txBox="1"/>
          <p:nvPr/>
        </p:nvSpPr>
        <p:spPr>
          <a:xfrm>
            <a:off x="3068149" y="138793"/>
            <a:ext cx="21647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en-US" dirty="0">
                <a:latin typeface="Consolas" panose="020B0609020204030204" pitchFamily="49" charset="0"/>
              </a:rPr>
              <a:t>. </a:t>
            </a:r>
            <a:r>
              <a:rPr lang="en-US" altLang="zh-CN" dirty="0" err="1">
                <a:latin typeface="Consolas" panose="020B0609020204030204" pitchFamily="49" charset="0"/>
              </a:rPr>
              <a:t>cgemm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22E5FB-40EA-468D-9788-457FC9B1A673}"/>
              </a:ext>
            </a:extLst>
          </p:cNvPr>
          <p:cNvSpPr/>
          <p:nvPr/>
        </p:nvSpPr>
        <p:spPr>
          <a:xfrm>
            <a:off x="94728" y="1976093"/>
            <a:ext cx="625752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data  : C*N*H*W -&gt; </a:t>
            </a:r>
            <a:r>
              <a:rPr lang="en-US" sz="2400" dirty="0" err="1">
                <a:latin typeface="Consolas" panose="020B0609020204030204" pitchFamily="49" charset="0"/>
              </a:rPr>
              <a:t>fsize</a:t>
            </a:r>
            <a:r>
              <a:rPr lang="en-US" sz="2400" dirty="0">
                <a:latin typeface="Consolas" panose="020B0609020204030204" pitchFamily="49" charset="0"/>
              </a:rPr>
              <a:t>*C*N*</a:t>
            </a:r>
            <a:r>
              <a:rPr lang="en-US" sz="2400" dirty="0" err="1">
                <a:latin typeface="Consolas" panose="020B0609020204030204" pitchFamily="49" charset="0"/>
              </a:rPr>
              <a:t>n_tile</a:t>
            </a:r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endParaRPr lang="en-US" sz="2400" b="0" dirty="0">
              <a:effectLst/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f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ilter: K*C*R*S -&gt; </a:t>
            </a:r>
            <a:r>
              <a:rPr lang="en-US" sz="2400" b="0" dirty="0" err="1">
                <a:effectLst/>
                <a:latin typeface="Consolas" panose="020B0609020204030204" pitchFamily="49" charset="0"/>
              </a:rPr>
              <a:t>fsize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*C*K</a:t>
            </a:r>
            <a:endParaRPr lang="pt-BR" sz="24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DFAB97-64B8-4243-B4C6-C8F75A37AD93}"/>
              </a:ext>
            </a:extLst>
          </p:cNvPr>
          <p:cNvSpPr/>
          <p:nvPr/>
        </p:nvSpPr>
        <p:spPr>
          <a:xfrm>
            <a:off x="3307454" y="2140470"/>
            <a:ext cx="1005466" cy="164156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D5BF81-1407-463E-8309-9527AC234325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627029" y="3782036"/>
            <a:ext cx="183158" cy="466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B410447-8F32-40C2-9D85-B5B91E653B9F}"/>
              </a:ext>
            </a:extLst>
          </p:cNvPr>
          <p:cNvSpPr/>
          <p:nvPr/>
        </p:nvSpPr>
        <p:spPr>
          <a:xfrm>
            <a:off x="2458277" y="4251955"/>
            <a:ext cx="3097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fft_size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/2+1)*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fft_size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BA211F-63B9-4F4E-A205-992A14DEF38B}"/>
              </a:ext>
            </a:extLst>
          </p:cNvPr>
          <p:cNvSpPr/>
          <p:nvPr/>
        </p:nvSpPr>
        <p:spPr>
          <a:xfrm>
            <a:off x="4353677" y="2157310"/>
            <a:ext cx="1760429" cy="54525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5B0275-5180-4E4C-81C9-7D8436CFB219}"/>
              </a:ext>
            </a:extLst>
          </p:cNvPr>
          <p:cNvSpPr/>
          <p:nvPr/>
        </p:nvSpPr>
        <p:spPr>
          <a:xfrm>
            <a:off x="4353677" y="3270325"/>
            <a:ext cx="622357" cy="467421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E08983-5594-4950-B6D3-DD28C9627436}"/>
              </a:ext>
            </a:extLst>
          </p:cNvPr>
          <p:cNvSpPr/>
          <p:nvPr/>
        </p:nvSpPr>
        <p:spPr>
          <a:xfrm>
            <a:off x="3636397" y="3879141"/>
            <a:ext cx="817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Batch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D4082E-062B-47C2-8476-93F3FBC9B3AB}"/>
              </a:ext>
            </a:extLst>
          </p:cNvPr>
          <p:cNvSpPr/>
          <p:nvPr/>
        </p:nvSpPr>
        <p:spPr>
          <a:xfrm>
            <a:off x="6737874" y="1570162"/>
            <a:ext cx="887080" cy="1306442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9F99A3-B4A7-4A89-BB44-9CD0A1793ABD}"/>
              </a:ext>
            </a:extLst>
          </p:cNvPr>
          <p:cNvSpPr/>
          <p:nvPr/>
        </p:nvSpPr>
        <p:spPr>
          <a:xfrm>
            <a:off x="6753234" y="3182109"/>
            <a:ext cx="1370504" cy="74817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8543B8-DB66-4496-9946-AFB94F9875DB}"/>
              </a:ext>
            </a:extLst>
          </p:cNvPr>
          <p:cNvSpPr/>
          <p:nvPr/>
        </p:nvSpPr>
        <p:spPr>
          <a:xfrm>
            <a:off x="7016547" y="1969753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7372CD-4EC0-4F3F-88DB-81A8EA42482F}"/>
              </a:ext>
            </a:extLst>
          </p:cNvPr>
          <p:cNvSpPr/>
          <p:nvPr/>
        </p:nvSpPr>
        <p:spPr>
          <a:xfrm>
            <a:off x="7261194" y="3320370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B</a:t>
            </a:r>
            <a:endParaRPr lang="en-US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93EBC1-1AE0-455E-A29A-3BD2614DC488}"/>
              </a:ext>
            </a:extLst>
          </p:cNvPr>
          <p:cNvSpPr/>
          <p:nvPr/>
        </p:nvSpPr>
        <p:spPr>
          <a:xfrm>
            <a:off x="7004122" y="1181191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C</a:t>
            </a:r>
            <a:endParaRPr lang="en-US" sz="20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CAA003-A0EA-4CE9-B83E-C124792B7CCB}"/>
              </a:ext>
            </a:extLst>
          </p:cNvPr>
          <p:cNvSpPr/>
          <p:nvPr/>
        </p:nvSpPr>
        <p:spPr>
          <a:xfrm>
            <a:off x="7562371" y="1612067"/>
            <a:ext cx="14210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N*</a:t>
            </a:r>
            <a:r>
              <a:rPr lang="en-US" sz="2000" b="1" dirty="0" err="1">
                <a:latin typeface="Consolas" panose="020B0609020204030204" pitchFamily="49" charset="0"/>
              </a:rPr>
              <a:t>n_tile</a:t>
            </a:r>
            <a:endParaRPr lang="en-US" sz="2000" b="1" dirty="0">
              <a:latin typeface="Consolas" panose="020B06090202040302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FE8B5D-2C0B-4E09-9EDA-DF5D730F5CB1}"/>
              </a:ext>
            </a:extLst>
          </p:cNvPr>
          <p:cNvSpPr/>
          <p:nvPr/>
        </p:nvSpPr>
        <p:spPr>
          <a:xfrm>
            <a:off x="6476011" y="3610038"/>
            <a:ext cx="2552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C</a:t>
            </a:r>
            <a:endParaRPr lang="en-US" sz="2000" b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9686B4-498C-4E4B-9E82-FF1D6EFA385B}"/>
              </a:ext>
            </a:extLst>
          </p:cNvPr>
          <p:cNvSpPr/>
          <p:nvPr/>
        </p:nvSpPr>
        <p:spPr>
          <a:xfrm>
            <a:off x="7290048" y="3880539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K</a:t>
            </a:r>
            <a:endParaRPr lang="en-US" sz="20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B3921A-88F1-4024-BC60-B854DDA3DE62}"/>
              </a:ext>
            </a:extLst>
          </p:cNvPr>
          <p:cNvSpPr/>
          <p:nvPr/>
        </p:nvSpPr>
        <p:spPr>
          <a:xfrm>
            <a:off x="6270538" y="1135376"/>
            <a:ext cx="5429537" cy="314527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76EF50-A148-49BB-9D92-CF96F515FC08}"/>
              </a:ext>
            </a:extLst>
          </p:cNvPr>
          <p:cNvSpPr/>
          <p:nvPr/>
        </p:nvSpPr>
        <p:spPr>
          <a:xfrm>
            <a:off x="7615778" y="1181191"/>
            <a:ext cx="20537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Batch-cgemm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99DC33-6177-4DBC-9D70-C651C32B0DDD}"/>
              </a:ext>
            </a:extLst>
          </p:cNvPr>
          <p:cNvSpPr/>
          <p:nvPr/>
        </p:nvSpPr>
        <p:spPr>
          <a:xfrm>
            <a:off x="8957392" y="1969753"/>
            <a:ext cx="1370504" cy="130057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7B3123-C07A-4E96-A531-BF0905A75114}"/>
              </a:ext>
            </a:extLst>
          </p:cNvPr>
          <p:cNvSpPr/>
          <p:nvPr/>
        </p:nvSpPr>
        <p:spPr>
          <a:xfrm>
            <a:off x="9479779" y="1642856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K</a:t>
            </a:r>
            <a:endParaRPr lang="en-US" sz="2000" b="1" dirty="0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5A7B29F5-6DAB-43CE-80C6-4CB68081E9E7}"/>
              </a:ext>
            </a:extLst>
          </p:cNvPr>
          <p:cNvSpPr/>
          <p:nvPr/>
        </p:nvSpPr>
        <p:spPr>
          <a:xfrm>
            <a:off x="7987017" y="2406717"/>
            <a:ext cx="601706" cy="555035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6F4096D-B6D6-429D-A8ED-EF4E6C684668}"/>
              </a:ext>
            </a:extLst>
          </p:cNvPr>
          <p:cNvSpPr/>
          <p:nvPr/>
        </p:nvSpPr>
        <p:spPr>
          <a:xfrm>
            <a:off x="9510210" y="2419984"/>
            <a:ext cx="3257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endParaRPr lang="en-US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AA77D9-F6EB-4172-B223-1F7B2F4E5C38}"/>
              </a:ext>
            </a:extLst>
          </p:cNvPr>
          <p:cNvSpPr/>
          <p:nvPr/>
        </p:nvSpPr>
        <p:spPr>
          <a:xfrm>
            <a:off x="4006938" y="4735551"/>
            <a:ext cx="79034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output: </a:t>
            </a:r>
            <a:r>
              <a:rPr lang="en-US" sz="2400" dirty="0" err="1">
                <a:latin typeface="Consolas" panose="020B0609020204030204" pitchFamily="49" charset="0"/>
              </a:rPr>
              <a:t>fsize</a:t>
            </a:r>
            <a:r>
              <a:rPr lang="en-US" sz="2400" dirty="0">
                <a:latin typeface="Consolas" panose="020B0609020204030204" pitchFamily="49" charset="0"/>
              </a:rPr>
              <a:t>*K*N*(</a:t>
            </a:r>
            <a:r>
              <a:rPr lang="en-US" sz="2400" dirty="0" err="1">
                <a:latin typeface="Consolas" panose="020B0609020204030204" pitchFamily="49" charset="0"/>
              </a:rPr>
              <a:t>gx</a:t>
            </a:r>
            <a:r>
              <a:rPr lang="en-US" sz="2400" dirty="0">
                <a:latin typeface="Consolas" panose="020B0609020204030204" pitchFamily="49" charset="0"/>
              </a:rPr>
              <a:t>*</a:t>
            </a:r>
            <a:r>
              <a:rPr lang="en-US" sz="2400" dirty="0" err="1">
                <a:latin typeface="Consolas" panose="020B0609020204030204" pitchFamily="49" charset="0"/>
              </a:rPr>
              <a:t>gy</a:t>
            </a:r>
            <a:r>
              <a:rPr lang="en-US" sz="2400" dirty="0">
                <a:latin typeface="Consolas" panose="020B0609020204030204" pitchFamily="49" charset="0"/>
              </a:rPr>
              <a:t>)-&gt;K*N*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gx</a:t>
            </a:r>
            <a:r>
              <a:rPr lang="en-US" altLang="zh-CN" sz="2400" dirty="0">
                <a:latin typeface="Consolas" panose="020B0609020204030204" pitchFamily="49" charset="0"/>
              </a:rPr>
              <a:t>*</a:t>
            </a:r>
            <a:r>
              <a:rPr lang="en-US" altLang="zh-CN" sz="2400" dirty="0" err="1">
                <a:latin typeface="Consolas" panose="020B0609020204030204" pitchFamily="49" charset="0"/>
              </a:rPr>
              <a:t>gy</a:t>
            </a:r>
            <a:r>
              <a:rPr lang="en-US" altLang="zh-CN" sz="2400" dirty="0">
                <a:latin typeface="Consolas" panose="020B0609020204030204" pitchFamily="49" charset="0"/>
              </a:rPr>
              <a:t>)*</a:t>
            </a:r>
            <a:r>
              <a:rPr lang="en-US" altLang="zh-CN" sz="2400" dirty="0" err="1">
                <a:latin typeface="Consolas" panose="020B0609020204030204" pitchFamily="49" charset="0"/>
              </a:rPr>
              <a:t>fsize</a:t>
            </a:r>
            <a:endParaRPr lang="en-US" sz="2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8B8DE9-DC10-49C9-AACF-6E1A6DD6070B}"/>
              </a:ext>
            </a:extLst>
          </p:cNvPr>
          <p:cNvSpPr/>
          <p:nvPr/>
        </p:nvSpPr>
        <p:spPr>
          <a:xfrm>
            <a:off x="5420959" y="4706288"/>
            <a:ext cx="934446" cy="51891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979EDDD-E991-431F-A3FE-95B5510625FF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4006939" y="4621287"/>
            <a:ext cx="1811849" cy="150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01C6E84-0AA6-4501-8A39-928F212A883D}"/>
              </a:ext>
            </a:extLst>
          </p:cNvPr>
          <p:cNvCxnSpPr>
            <a:cxnSpLocks/>
            <a:stCxn id="25" idx="2"/>
            <a:endCxn id="36" idx="0"/>
          </p:cNvCxnSpPr>
          <p:nvPr/>
        </p:nvCxnSpPr>
        <p:spPr>
          <a:xfrm flipH="1">
            <a:off x="7385565" y="3270325"/>
            <a:ext cx="2257079" cy="144511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9E5FAFD6-5EC9-456C-A368-CDAE158B5A48}"/>
              </a:ext>
            </a:extLst>
          </p:cNvPr>
          <p:cNvSpPr/>
          <p:nvPr/>
        </p:nvSpPr>
        <p:spPr>
          <a:xfrm>
            <a:off x="6441698" y="4715435"/>
            <a:ext cx="1887733" cy="518914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D19393D-0C56-429F-AC9A-45F1AA4B0D05}"/>
              </a:ext>
            </a:extLst>
          </p:cNvPr>
          <p:cNvSpPr/>
          <p:nvPr/>
        </p:nvSpPr>
        <p:spPr>
          <a:xfrm>
            <a:off x="8191550" y="726998"/>
            <a:ext cx="2084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dk_scgemm_64x64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FC6F59C-C60F-449A-BC2F-74220F80F668}"/>
              </a:ext>
            </a:extLst>
          </p:cNvPr>
          <p:cNvSpPr/>
          <p:nvPr/>
        </p:nvSpPr>
        <p:spPr>
          <a:xfrm>
            <a:off x="10288330" y="2689182"/>
            <a:ext cx="14210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N*</a:t>
            </a:r>
            <a:r>
              <a:rPr lang="en-US" sz="2000" b="1" dirty="0" err="1">
                <a:latin typeface="Consolas" panose="020B0609020204030204" pitchFamily="49" charset="0"/>
              </a:rPr>
              <a:t>n_tile</a:t>
            </a:r>
            <a:endParaRPr lang="en-US" sz="2000" b="1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CFD0E6A-D012-4334-9AA1-54F2D8829518}"/>
              </a:ext>
            </a:extLst>
          </p:cNvPr>
          <p:cNvSpPr/>
          <p:nvPr/>
        </p:nvSpPr>
        <p:spPr>
          <a:xfrm>
            <a:off x="1771842" y="1269045"/>
            <a:ext cx="30712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tile the surface: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n_tile</a:t>
            </a:r>
            <a:r>
              <a:rPr lang="en-US" altLang="zh-CN" dirty="0">
                <a:latin typeface="Consolas" panose="020B0609020204030204" pitchFamily="49" charset="0"/>
              </a:rPr>
              <a:t>*</a:t>
            </a:r>
            <a:r>
              <a:rPr lang="en-US" altLang="zh-CN" dirty="0" err="1">
                <a:latin typeface="Consolas" panose="020B0609020204030204" pitchFamily="49" charset="0"/>
              </a:rPr>
              <a:t>fsize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18FE61D-54F2-4371-BBD6-7D45A9F6DBE5}"/>
              </a:ext>
            </a:extLst>
          </p:cNvPr>
          <p:cNvSpPr/>
          <p:nvPr/>
        </p:nvSpPr>
        <p:spPr>
          <a:xfrm>
            <a:off x="2130040" y="2157310"/>
            <a:ext cx="661775" cy="423330"/>
          </a:xfrm>
          <a:prstGeom prst="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FAA1EEF-D663-4C70-9913-C5ED22953733}"/>
              </a:ext>
            </a:extLst>
          </p:cNvPr>
          <p:cNvCxnSpPr>
            <a:cxnSpLocks/>
          </p:cNvCxnSpPr>
          <p:nvPr/>
        </p:nvCxnSpPr>
        <p:spPr>
          <a:xfrm flipV="1">
            <a:off x="2465764" y="1818846"/>
            <a:ext cx="100139" cy="321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44DA2FF6-7A19-4F5B-8402-069148C8BCD6}"/>
              </a:ext>
            </a:extLst>
          </p:cNvPr>
          <p:cNvSpPr/>
          <p:nvPr/>
        </p:nvSpPr>
        <p:spPr>
          <a:xfrm>
            <a:off x="5812882" y="1838387"/>
            <a:ext cx="10791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col major</a:t>
            </a:r>
            <a:endParaRPr lang="en-US" sz="14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1D72D6F-DF5C-4ACE-AF82-784B6877426D}"/>
              </a:ext>
            </a:extLst>
          </p:cNvPr>
          <p:cNvSpPr/>
          <p:nvPr/>
        </p:nvSpPr>
        <p:spPr>
          <a:xfrm>
            <a:off x="7407384" y="1874600"/>
            <a:ext cx="922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Consolas" panose="020B0609020204030204" pitchFamily="49" charset="0"/>
              </a:rPr>
              <a:t>（</a:t>
            </a:r>
            <a:r>
              <a:rPr lang="en-US" altLang="zh-CN" b="1" dirty="0" err="1">
                <a:latin typeface="Consolas" panose="020B0609020204030204" pitchFamily="49" charset="0"/>
              </a:rPr>
              <a:t>anr</a:t>
            </a:r>
            <a:r>
              <a:rPr lang="en-US" altLang="zh-CN" b="1" dirty="0">
                <a:latin typeface="Consolas" panose="020B0609020204030204" pitchFamily="49" charset="0"/>
              </a:rPr>
              <a:t>)</a:t>
            </a:r>
            <a:endParaRPr lang="en-US" b="1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1D61710-B5D9-42CF-AB40-F0C45149B65F}"/>
              </a:ext>
            </a:extLst>
          </p:cNvPr>
          <p:cNvSpPr/>
          <p:nvPr/>
        </p:nvSpPr>
        <p:spPr>
          <a:xfrm>
            <a:off x="6031563" y="3883141"/>
            <a:ext cx="922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Consolas" panose="020B0609020204030204" pitchFamily="49" charset="0"/>
              </a:rPr>
              <a:t>（</a:t>
            </a:r>
            <a:r>
              <a:rPr lang="en-US" altLang="zh-CN" b="1" dirty="0" err="1">
                <a:latin typeface="Consolas" panose="020B0609020204030204" pitchFamily="49" charset="0"/>
              </a:rPr>
              <a:t>bnr</a:t>
            </a:r>
            <a:r>
              <a:rPr lang="en-US" altLang="zh-CN" b="1" dirty="0">
                <a:latin typeface="Consolas" panose="020B0609020204030204" pitchFamily="49" charset="0"/>
              </a:rPr>
              <a:t>)</a:t>
            </a:r>
            <a:endParaRPr lang="en-US" b="1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C57AEA1-0BB6-47E3-AD9A-F9F314872384}"/>
              </a:ext>
            </a:extLst>
          </p:cNvPr>
          <p:cNvSpPr/>
          <p:nvPr/>
        </p:nvSpPr>
        <p:spPr>
          <a:xfrm>
            <a:off x="9498111" y="1655773"/>
            <a:ext cx="922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Consolas" panose="020B0609020204030204" pitchFamily="49" charset="0"/>
              </a:rPr>
              <a:t>（</a:t>
            </a:r>
            <a:r>
              <a:rPr lang="en-US" altLang="zh-CN" b="1" dirty="0" err="1">
                <a:latin typeface="Consolas" panose="020B0609020204030204" pitchFamily="49" charset="0"/>
              </a:rPr>
              <a:t>cnc</a:t>
            </a:r>
            <a:r>
              <a:rPr lang="en-US" altLang="zh-CN" b="1" dirty="0">
                <a:latin typeface="Consolas" panose="020B0609020204030204" pitchFamily="49" charset="0"/>
              </a:rPr>
              <a:t>)</a:t>
            </a:r>
            <a:endParaRPr lang="en-US" b="1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4BF576A-F91C-4701-A9C5-BB179211E615}"/>
              </a:ext>
            </a:extLst>
          </p:cNvPr>
          <p:cNvSpPr/>
          <p:nvPr/>
        </p:nvSpPr>
        <p:spPr>
          <a:xfrm>
            <a:off x="113482" y="5253188"/>
            <a:ext cx="790340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 </a:t>
            </a:r>
            <a:r>
              <a:rPr lang="en-US" dirty="0" err="1">
                <a:latin typeface="Consolas" panose="020B0609020204030204" pitchFamily="49" charset="0"/>
              </a:rPr>
              <a:t>gemm</a:t>
            </a:r>
            <a:r>
              <a:rPr lang="en-US" dirty="0">
                <a:latin typeface="Consolas" panose="020B0609020204030204" pitchFamily="49" charset="0"/>
              </a:rPr>
              <a:t>, A,B,C is M*K, K*N, M*N matrix, so here:</a:t>
            </a:r>
          </a:p>
          <a:p>
            <a:r>
              <a:rPr lang="en-US" dirty="0">
                <a:latin typeface="Consolas" panose="020B0609020204030204" pitchFamily="49" charset="0"/>
              </a:rPr>
              <a:t>  M=</a:t>
            </a:r>
            <a:r>
              <a:rPr lang="en-US" dirty="0" err="1">
                <a:latin typeface="Consolas" panose="020B0609020204030204" pitchFamily="49" charset="0"/>
              </a:rPr>
              <a:t>anr</a:t>
            </a:r>
            <a:r>
              <a:rPr lang="en-US" dirty="0">
                <a:latin typeface="Consolas" panose="020B0609020204030204" pitchFamily="49" charset="0"/>
              </a:rPr>
              <a:t>=N*(</a:t>
            </a:r>
            <a:r>
              <a:rPr lang="en-US" dirty="0" err="1">
                <a:latin typeface="Consolas" panose="020B0609020204030204" pitchFamily="49" charset="0"/>
              </a:rPr>
              <a:t>gx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 err="1">
                <a:latin typeface="Consolas" panose="020B0609020204030204" pitchFamily="49" charset="0"/>
              </a:rPr>
              <a:t>gy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</a:rPr>
              <a:t>  N=</a:t>
            </a:r>
            <a:r>
              <a:rPr lang="en-US" dirty="0" err="1">
                <a:latin typeface="Consolas" panose="020B0609020204030204" pitchFamily="49" charset="0"/>
              </a:rPr>
              <a:t>cnc</a:t>
            </a:r>
            <a:r>
              <a:rPr lang="en-US" dirty="0">
                <a:latin typeface="Consolas" panose="020B0609020204030204" pitchFamily="49" charset="0"/>
              </a:rPr>
              <a:t>=K</a:t>
            </a:r>
          </a:p>
          <a:p>
            <a:r>
              <a:rPr lang="en-US" dirty="0">
                <a:latin typeface="Consolas" panose="020B0609020204030204" pitchFamily="49" charset="0"/>
              </a:rPr>
              <a:t>  K=</a:t>
            </a:r>
            <a:r>
              <a:rPr lang="en-US" dirty="0" err="1">
                <a:latin typeface="Consolas" panose="020B0609020204030204" pitchFamily="49" charset="0"/>
              </a:rPr>
              <a:t>bnr</a:t>
            </a:r>
            <a:r>
              <a:rPr lang="en-US" dirty="0">
                <a:latin typeface="Consolas" panose="020B0609020204030204" pitchFamily="49" charset="0"/>
              </a:rPr>
              <a:t>=C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lda</a:t>
            </a:r>
            <a:r>
              <a:rPr lang="en-US" dirty="0">
                <a:latin typeface="Consolas" panose="020B0609020204030204" pitchFamily="49" charset="0"/>
              </a:rPr>
              <a:t>=N*</a:t>
            </a:r>
            <a:r>
              <a:rPr lang="en-US" dirty="0" err="1">
                <a:latin typeface="Consolas" panose="020B0609020204030204" pitchFamily="49" charset="0"/>
              </a:rPr>
              <a:t>n_tile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col_major</a:t>
            </a:r>
            <a:r>
              <a:rPr lang="en-US" dirty="0">
                <a:latin typeface="Consolas" panose="020B0609020204030204" pitchFamily="49" charset="0"/>
              </a:rPr>
              <a:t>), </a:t>
            </a:r>
            <a:r>
              <a:rPr lang="en-US" dirty="0" err="1">
                <a:latin typeface="Consolas" panose="020B0609020204030204" pitchFamily="49" charset="0"/>
              </a:rPr>
              <a:t>ldb</a:t>
            </a:r>
            <a:r>
              <a:rPr lang="en-US" dirty="0">
                <a:latin typeface="Consolas" panose="020B0609020204030204" pitchFamily="49" charset="0"/>
              </a:rPr>
              <a:t>=K(</a:t>
            </a:r>
            <a:r>
              <a:rPr lang="en-US" dirty="0" err="1">
                <a:latin typeface="Consolas" panose="020B0609020204030204" pitchFamily="49" charset="0"/>
              </a:rPr>
              <a:t>row_major</a:t>
            </a:r>
            <a:r>
              <a:rPr lang="en-US" dirty="0">
                <a:latin typeface="Consolas" panose="020B0609020204030204" pitchFamily="49" charset="0"/>
              </a:rPr>
              <a:t>), </a:t>
            </a:r>
            <a:r>
              <a:rPr lang="en-US" dirty="0" err="1">
                <a:latin typeface="Consolas" panose="020B0609020204030204" pitchFamily="49" charset="0"/>
              </a:rPr>
              <a:t>ldc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US" dirty="0" err="1">
                <a:latin typeface="Consolas" panose="020B0609020204030204" pitchFamily="49" charset="0"/>
              </a:rPr>
              <a:t>lda</a:t>
            </a:r>
            <a:r>
              <a:rPr lang="en-US" dirty="0">
                <a:latin typeface="Consolas" panose="020B0609020204030204" pitchFamily="49" charset="0"/>
              </a:rPr>
              <a:t>(col)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1727E41-90CC-47FC-8807-7F33DAEFEBCF}"/>
              </a:ext>
            </a:extLst>
          </p:cNvPr>
          <p:cNvCxnSpPr>
            <a:cxnSpLocks/>
          </p:cNvCxnSpPr>
          <p:nvPr/>
        </p:nvCxnSpPr>
        <p:spPr>
          <a:xfrm>
            <a:off x="5017706" y="3571513"/>
            <a:ext cx="1606202" cy="0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90809639-D5BE-4CDA-A2F4-F67129CA9D51}"/>
              </a:ext>
            </a:extLst>
          </p:cNvPr>
          <p:cNvSpPr/>
          <p:nvPr/>
        </p:nvSpPr>
        <p:spPr>
          <a:xfrm>
            <a:off x="5127441" y="3275111"/>
            <a:ext cx="10791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row major</a:t>
            </a:r>
            <a:endParaRPr lang="en-US" sz="14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3F318D3-BB30-4F4F-8E68-258DFA5ECDFF}"/>
              </a:ext>
            </a:extLst>
          </p:cNvPr>
          <p:cNvCxnSpPr>
            <a:cxnSpLocks/>
          </p:cNvCxnSpPr>
          <p:nvPr/>
        </p:nvCxnSpPr>
        <p:spPr>
          <a:xfrm flipV="1">
            <a:off x="6134628" y="2234371"/>
            <a:ext cx="578532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9E88B698-F68B-4E1D-84AC-83C5689612BF}"/>
              </a:ext>
            </a:extLst>
          </p:cNvPr>
          <p:cNvSpPr/>
          <p:nvPr/>
        </p:nvSpPr>
        <p:spPr>
          <a:xfrm>
            <a:off x="1451027" y="2618684"/>
            <a:ext cx="18680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N*C*H*W -&gt;</a:t>
            </a:r>
            <a:endParaRPr lang="en-US" sz="24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ABCA36B-0A4D-400F-B426-2FB88A1C044B}"/>
              </a:ext>
            </a:extLst>
          </p:cNvPr>
          <p:cNvSpPr/>
          <p:nvPr/>
        </p:nvSpPr>
        <p:spPr>
          <a:xfrm>
            <a:off x="10391851" y="3221484"/>
            <a:ext cx="10791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col major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7754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E20E6F-1621-42C7-9034-9C6B4803A0F0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fft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convolution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BBDE6-76A1-456C-850F-F1D444D498DC}"/>
              </a:ext>
            </a:extLst>
          </p:cNvPr>
          <p:cNvSpPr txBox="1"/>
          <p:nvPr/>
        </p:nvSpPr>
        <p:spPr>
          <a:xfrm>
            <a:off x="3068149" y="138793"/>
            <a:ext cx="21647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en-US" dirty="0">
                <a:latin typeface="Consolas" panose="020B0609020204030204" pitchFamily="49" charset="0"/>
              </a:rPr>
              <a:t>. </a:t>
            </a:r>
            <a:r>
              <a:rPr lang="en-US" altLang="zh-CN" dirty="0" err="1">
                <a:latin typeface="Consolas" panose="020B0609020204030204" pitchFamily="49" charset="0"/>
              </a:rPr>
              <a:t>cgemm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99586C-5C97-47DD-95A3-76CF2C4970E8}"/>
              </a:ext>
            </a:extLst>
          </p:cNvPr>
          <p:cNvSpPr/>
          <p:nvPr/>
        </p:nvSpPr>
        <p:spPr>
          <a:xfrm>
            <a:off x="149290" y="1087438"/>
            <a:ext cx="45189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dk_scgemm_64x64</a:t>
            </a:r>
          </a:p>
          <a:p>
            <a:r>
              <a:rPr lang="en-US" dirty="0">
                <a:latin typeface="Consolas" panose="020B0609020204030204" pitchFamily="49" charset="0"/>
              </a:rPr>
              <a:t>A/C </a:t>
            </a:r>
            <a:r>
              <a:rPr lang="en-US" dirty="0" err="1">
                <a:latin typeface="Consolas" panose="020B0609020204030204" pitchFamily="49" charset="0"/>
              </a:rPr>
              <a:t>col_major</a:t>
            </a:r>
            <a:r>
              <a:rPr lang="en-US" dirty="0">
                <a:latin typeface="Consolas" panose="020B0609020204030204" pitchFamily="49" charset="0"/>
              </a:rPr>
              <a:t>, B row major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256x1x1 local size, 8 warp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006998-76E6-46B0-8903-C5CD7B7BAA56}"/>
              </a:ext>
            </a:extLst>
          </p:cNvPr>
          <p:cNvSpPr/>
          <p:nvPr/>
        </p:nvSpPr>
        <p:spPr>
          <a:xfrm>
            <a:off x="8188188" y="3664226"/>
            <a:ext cx="806726" cy="8067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206588-D204-4F1A-9D42-88C85B02D60F}"/>
              </a:ext>
            </a:extLst>
          </p:cNvPr>
          <p:cNvSpPr/>
          <p:nvPr/>
        </p:nvSpPr>
        <p:spPr>
          <a:xfrm>
            <a:off x="7268818" y="2479812"/>
            <a:ext cx="2769704" cy="392098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180849-1E28-497D-96F4-BA0065945B11}"/>
              </a:ext>
            </a:extLst>
          </p:cNvPr>
          <p:cNvSpPr/>
          <p:nvPr/>
        </p:nvSpPr>
        <p:spPr>
          <a:xfrm>
            <a:off x="7268818" y="892863"/>
            <a:ext cx="2769704" cy="120032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AB4090-DC91-41A7-90A2-893A437B70C8}"/>
              </a:ext>
            </a:extLst>
          </p:cNvPr>
          <p:cNvSpPr/>
          <p:nvPr/>
        </p:nvSpPr>
        <p:spPr>
          <a:xfrm>
            <a:off x="4991101" y="2479812"/>
            <a:ext cx="1426265" cy="392098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50DD5E-E787-4482-A1A9-D4B79373F70B}"/>
              </a:ext>
            </a:extLst>
          </p:cNvPr>
          <p:cNvCxnSpPr>
            <a:cxnSpLocks/>
          </p:cNvCxnSpPr>
          <p:nvPr/>
        </p:nvCxnSpPr>
        <p:spPr>
          <a:xfrm>
            <a:off x="4991101" y="3664226"/>
            <a:ext cx="3197087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EEC852C-1667-46C5-8293-484E490E663B}"/>
              </a:ext>
            </a:extLst>
          </p:cNvPr>
          <p:cNvCxnSpPr>
            <a:cxnSpLocks/>
          </p:cNvCxnSpPr>
          <p:nvPr/>
        </p:nvCxnSpPr>
        <p:spPr>
          <a:xfrm>
            <a:off x="4991101" y="4470952"/>
            <a:ext cx="3197087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356FBB-7FE9-46D3-9A99-13DD4F922D07}"/>
              </a:ext>
            </a:extLst>
          </p:cNvPr>
          <p:cNvCxnSpPr>
            <a:cxnSpLocks/>
          </p:cNvCxnSpPr>
          <p:nvPr/>
        </p:nvCxnSpPr>
        <p:spPr>
          <a:xfrm flipV="1">
            <a:off x="8994914" y="892863"/>
            <a:ext cx="0" cy="2771364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025B70-8CBC-4A66-841C-18CF7195B9C0}"/>
              </a:ext>
            </a:extLst>
          </p:cNvPr>
          <p:cNvCxnSpPr>
            <a:cxnSpLocks/>
          </p:cNvCxnSpPr>
          <p:nvPr/>
        </p:nvCxnSpPr>
        <p:spPr>
          <a:xfrm flipV="1">
            <a:off x="8188188" y="892862"/>
            <a:ext cx="0" cy="2771364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EC914EE-3179-4462-AED4-96C03B1005AB}"/>
              </a:ext>
            </a:extLst>
          </p:cNvPr>
          <p:cNvSpPr txBox="1"/>
          <p:nvPr/>
        </p:nvSpPr>
        <p:spPr>
          <a:xfrm>
            <a:off x="8994914" y="3898312"/>
            <a:ext cx="612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5E7DF5-F3AA-4A9B-9525-F7565E47D4AB}"/>
              </a:ext>
            </a:extLst>
          </p:cNvPr>
          <p:cNvSpPr txBox="1"/>
          <p:nvPr/>
        </p:nvSpPr>
        <p:spPr>
          <a:xfrm>
            <a:off x="8458200" y="4488034"/>
            <a:ext cx="612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64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011AA3-29D3-454A-A18C-B4C5478117A0}"/>
              </a:ext>
            </a:extLst>
          </p:cNvPr>
          <p:cNvSpPr txBox="1"/>
          <p:nvPr/>
        </p:nvSpPr>
        <p:spPr>
          <a:xfrm>
            <a:off x="4523962" y="4318757"/>
            <a:ext cx="612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4A4303-ABB7-4E3E-9FDD-D5E12F36E081}"/>
              </a:ext>
            </a:extLst>
          </p:cNvPr>
          <p:cNvSpPr txBox="1"/>
          <p:nvPr/>
        </p:nvSpPr>
        <p:spPr>
          <a:xfrm>
            <a:off x="8423413" y="453059"/>
            <a:ext cx="612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E38EAC-E247-47F1-A9C0-3461E408DD42}"/>
              </a:ext>
            </a:extLst>
          </p:cNvPr>
          <p:cNvSpPr txBox="1"/>
          <p:nvPr/>
        </p:nvSpPr>
        <p:spPr>
          <a:xfrm>
            <a:off x="5508850" y="2183695"/>
            <a:ext cx="612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14992A-3244-4A68-AB9F-AD5E14A68409}"/>
              </a:ext>
            </a:extLst>
          </p:cNvPr>
          <p:cNvSpPr txBox="1"/>
          <p:nvPr/>
        </p:nvSpPr>
        <p:spPr>
          <a:xfrm>
            <a:off x="6962361" y="1320248"/>
            <a:ext cx="612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7EFA3E-7BDD-4494-9034-8A859D90A434}"/>
              </a:ext>
            </a:extLst>
          </p:cNvPr>
          <p:cNvSpPr txBox="1"/>
          <p:nvPr/>
        </p:nvSpPr>
        <p:spPr>
          <a:xfrm>
            <a:off x="7477547" y="3826157"/>
            <a:ext cx="1086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Thread block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31933B-0712-4236-8C4F-F20BA1E37D4A}"/>
              </a:ext>
            </a:extLst>
          </p:cNvPr>
          <p:cNvSpPr/>
          <p:nvPr/>
        </p:nvSpPr>
        <p:spPr>
          <a:xfrm>
            <a:off x="5012265" y="3672724"/>
            <a:ext cx="330080" cy="7897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3FA70B-00F4-42DE-8B74-D3F73093F503}"/>
              </a:ext>
            </a:extLst>
          </p:cNvPr>
          <p:cNvSpPr/>
          <p:nvPr/>
        </p:nvSpPr>
        <p:spPr>
          <a:xfrm>
            <a:off x="8199438" y="905600"/>
            <a:ext cx="795477" cy="3251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AC6DBB-6025-42DA-93C2-36FE8925BB63}"/>
              </a:ext>
            </a:extLst>
          </p:cNvPr>
          <p:cNvSpPr txBox="1"/>
          <p:nvPr/>
        </p:nvSpPr>
        <p:spPr>
          <a:xfrm>
            <a:off x="5508850" y="5357926"/>
            <a:ext cx="14262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</a:t>
            </a:r>
          </a:p>
          <a:p>
            <a:r>
              <a:rPr lang="en-US" sz="1400" dirty="0" err="1"/>
              <a:t>col_major</a:t>
            </a:r>
            <a:endParaRPr 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BD6D25-72FC-4B16-9E7D-56ECAE936FAA}"/>
              </a:ext>
            </a:extLst>
          </p:cNvPr>
          <p:cNvSpPr txBox="1"/>
          <p:nvPr/>
        </p:nvSpPr>
        <p:spPr>
          <a:xfrm>
            <a:off x="8382000" y="5374304"/>
            <a:ext cx="1043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</a:t>
            </a:r>
          </a:p>
          <a:p>
            <a:r>
              <a:rPr lang="en-US" sz="1400" dirty="0" err="1"/>
              <a:t>col_major</a:t>
            </a:r>
            <a:endParaRPr 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902DEB-8556-4855-A0E6-E07C20D6F731}"/>
              </a:ext>
            </a:extLst>
          </p:cNvPr>
          <p:cNvSpPr txBox="1"/>
          <p:nvPr/>
        </p:nvSpPr>
        <p:spPr>
          <a:xfrm>
            <a:off x="9048416" y="1120193"/>
            <a:ext cx="15716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</a:t>
            </a:r>
          </a:p>
          <a:p>
            <a:r>
              <a:rPr lang="en-US" sz="1400" dirty="0" err="1"/>
              <a:t>row_major</a:t>
            </a:r>
            <a:endParaRPr lang="en-US" sz="1400" dirty="0"/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B94693CC-EEAA-4998-B8DF-04DFC2BC582B}"/>
              </a:ext>
            </a:extLst>
          </p:cNvPr>
          <p:cNvSpPr/>
          <p:nvPr/>
        </p:nvSpPr>
        <p:spPr>
          <a:xfrm rot="5400000">
            <a:off x="5089724" y="3403100"/>
            <a:ext cx="180141" cy="3251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6C0E27-1693-44C9-9C5B-9AA0BA8C7AFD}"/>
              </a:ext>
            </a:extLst>
          </p:cNvPr>
          <p:cNvSpPr txBox="1"/>
          <p:nvPr/>
        </p:nvSpPr>
        <p:spPr>
          <a:xfrm>
            <a:off x="5029541" y="3204977"/>
            <a:ext cx="1194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8, unroll</a:t>
            </a:r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ABC1CF78-38C7-4C79-AB18-72BFAB09423F}"/>
              </a:ext>
            </a:extLst>
          </p:cNvPr>
          <p:cNvSpPr/>
          <p:nvPr/>
        </p:nvSpPr>
        <p:spPr>
          <a:xfrm>
            <a:off x="8008047" y="905661"/>
            <a:ext cx="180141" cy="3251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7B1619-E796-45FF-881D-EBA7A97EBEBC}"/>
              </a:ext>
            </a:extLst>
          </p:cNvPr>
          <p:cNvSpPr txBox="1"/>
          <p:nvPr/>
        </p:nvSpPr>
        <p:spPr>
          <a:xfrm>
            <a:off x="7570532" y="912015"/>
            <a:ext cx="1194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8,</a:t>
            </a:r>
          </a:p>
          <a:p>
            <a:r>
              <a:rPr lang="en-US" sz="1200" dirty="0"/>
              <a:t>unroll</a:t>
            </a:r>
          </a:p>
        </p:txBody>
      </p:sp>
    </p:spTree>
    <p:extLst>
      <p:ext uri="{BB962C8B-B14F-4D97-AF65-F5344CB8AC3E}">
        <p14:creationId xmlns:p14="http://schemas.microsoft.com/office/powerpoint/2010/main" val="663471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9E6930-5E8F-4F7F-A805-EC97B268BE0C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fft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convolution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F3E470-E414-4707-AAE2-AC5D55873E02}"/>
              </a:ext>
            </a:extLst>
          </p:cNvPr>
          <p:cNvSpPr txBox="1"/>
          <p:nvPr/>
        </p:nvSpPr>
        <p:spPr>
          <a:xfrm>
            <a:off x="3068149" y="138793"/>
            <a:ext cx="21647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en-US" dirty="0">
                <a:latin typeface="Consolas" panose="020B0609020204030204" pitchFamily="49" charset="0"/>
              </a:rPr>
              <a:t>. </a:t>
            </a:r>
            <a:r>
              <a:rPr lang="en-US" altLang="zh-CN" dirty="0" err="1">
                <a:latin typeface="Consolas" panose="020B0609020204030204" pitchFamily="49" charset="0"/>
              </a:rPr>
              <a:t>cgemm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6AE06E-3C7F-4B3C-AB34-9CAF1823335C}"/>
              </a:ext>
            </a:extLst>
          </p:cNvPr>
          <p:cNvSpPr/>
          <p:nvPr/>
        </p:nvSpPr>
        <p:spPr>
          <a:xfrm>
            <a:off x="149290" y="720084"/>
            <a:ext cx="482526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dk_scgemm_64x64</a:t>
            </a:r>
          </a:p>
          <a:p>
            <a:r>
              <a:rPr lang="en-US" dirty="0">
                <a:latin typeface="Consolas" panose="020B0609020204030204" pitchFamily="49" charset="0"/>
              </a:rPr>
              <a:t>A/C </a:t>
            </a:r>
            <a:r>
              <a:rPr lang="en-US" dirty="0" err="1">
                <a:latin typeface="Consolas" panose="020B0609020204030204" pitchFamily="49" charset="0"/>
              </a:rPr>
              <a:t>col_major</a:t>
            </a:r>
            <a:r>
              <a:rPr lang="en-US" dirty="0">
                <a:latin typeface="Consolas" panose="020B0609020204030204" pitchFamily="49" charset="0"/>
              </a:rPr>
              <a:t>, B row major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256x1x1 local size, 8 warp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For unroll 8, in each begin of </a:t>
            </a:r>
            <a:r>
              <a:rPr lang="en-US" dirty="0" err="1">
                <a:latin typeface="Consolas" panose="020B0609020204030204" pitchFamily="49" charset="0"/>
              </a:rPr>
              <a:t>unrool</a:t>
            </a:r>
            <a:r>
              <a:rPr lang="en-US" dirty="0">
                <a:latin typeface="Consolas" panose="020B0609020204030204" pitchFamily="49" charset="0"/>
              </a:rPr>
              <a:t> 8, we do: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[load A&amp;B]</a:t>
            </a:r>
          </a:p>
          <a:p>
            <a:r>
              <a:rPr lang="en-US" dirty="0">
                <a:latin typeface="Consolas" panose="020B0609020204030204" pitchFamily="49" charset="0"/>
              </a:rPr>
              <a:t>8 warp, each load 64*2 </a:t>
            </a:r>
            <a:r>
              <a:rPr lang="en-US" dirty="0" err="1">
                <a:latin typeface="Consolas" panose="020B0609020204030204" pitchFamily="49" charset="0"/>
              </a:rPr>
              <a:t>dword</a:t>
            </a:r>
            <a:r>
              <a:rPr lang="en-US" dirty="0">
                <a:latin typeface="Consolas" panose="020B0609020204030204" pitchFamily="49" charset="0"/>
              </a:rPr>
              <a:t> from A, 64*2 from B, hence each thread load float4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[store to </a:t>
            </a:r>
            <a:r>
              <a:rPr lang="en-US" dirty="0" err="1">
                <a:latin typeface="Consolas" panose="020B0609020204030204" pitchFamily="49" charset="0"/>
              </a:rPr>
              <a:t>smem</a:t>
            </a:r>
            <a:r>
              <a:rPr lang="en-US" dirty="0"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C3FA00-67FD-461A-912A-E118D8F434F5}"/>
              </a:ext>
            </a:extLst>
          </p:cNvPr>
          <p:cNvSpPr/>
          <p:nvPr/>
        </p:nvSpPr>
        <p:spPr>
          <a:xfrm>
            <a:off x="7158178" y="2981740"/>
            <a:ext cx="3498574" cy="34985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703679-09DC-4B56-876D-681B3E3B1EE1}"/>
              </a:ext>
            </a:extLst>
          </p:cNvPr>
          <p:cNvSpPr/>
          <p:nvPr/>
        </p:nvSpPr>
        <p:spPr>
          <a:xfrm>
            <a:off x="5409703" y="2981740"/>
            <a:ext cx="1023527" cy="34985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5202F1-515F-4372-B670-B1CF64456DBC}"/>
              </a:ext>
            </a:extLst>
          </p:cNvPr>
          <p:cNvSpPr/>
          <p:nvPr/>
        </p:nvSpPr>
        <p:spPr>
          <a:xfrm rot="5400000">
            <a:off x="8395701" y="176859"/>
            <a:ext cx="1023527" cy="34985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38743D-71AD-4DFE-95F2-2E6A9835DDB8}"/>
              </a:ext>
            </a:extLst>
          </p:cNvPr>
          <p:cNvCxnSpPr>
            <a:cxnSpLocks/>
            <a:stCxn id="12" idx="2"/>
            <a:endCxn id="12" idx="0"/>
          </p:cNvCxnSpPr>
          <p:nvPr/>
        </p:nvCxnSpPr>
        <p:spPr>
          <a:xfrm>
            <a:off x="7158178" y="1926147"/>
            <a:ext cx="349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62FBEB-9660-4FB2-AF17-90229D0ABCF4}"/>
              </a:ext>
            </a:extLst>
          </p:cNvPr>
          <p:cNvCxnSpPr/>
          <p:nvPr/>
        </p:nvCxnSpPr>
        <p:spPr>
          <a:xfrm>
            <a:off x="7158178" y="1654401"/>
            <a:ext cx="349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5E52B22-D093-436A-ACCB-08B47768FD94}"/>
              </a:ext>
            </a:extLst>
          </p:cNvPr>
          <p:cNvCxnSpPr/>
          <p:nvPr/>
        </p:nvCxnSpPr>
        <p:spPr>
          <a:xfrm>
            <a:off x="7158177" y="1794067"/>
            <a:ext cx="349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82C8B7-1AAB-422C-80A3-972A8845AA0A}"/>
              </a:ext>
            </a:extLst>
          </p:cNvPr>
          <p:cNvCxnSpPr/>
          <p:nvPr/>
        </p:nvCxnSpPr>
        <p:spPr>
          <a:xfrm>
            <a:off x="7158177" y="1537561"/>
            <a:ext cx="349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30406C3-B65D-44F8-9B33-6F6607F297D6}"/>
              </a:ext>
            </a:extLst>
          </p:cNvPr>
          <p:cNvCxnSpPr>
            <a:cxnSpLocks/>
          </p:cNvCxnSpPr>
          <p:nvPr/>
        </p:nvCxnSpPr>
        <p:spPr>
          <a:xfrm>
            <a:off x="7158178" y="2185227"/>
            <a:ext cx="349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9D34FF-D6F5-4399-A882-D1F13E563F2F}"/>
              </a:ext>
            </a:extLst>
          </p:cNvPr>
          <p:cNvCxnSpPr>
            <a:cxnSpLocks/>
          </p:cNvCxnSpPr>
          <p:nvPr/>
        </p:nvCxnSpPr>
        <p:spPr>
          <a:xfrm>
            <a:off x="7158178" y="2053147"/>
            <a:ext cx="349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7474DA-24F4-455C-A7AA-CB70BAABBC08}"/>
              </a:ext>
            </a:extLst>
          </p:cNvPr>
          <p:cNvCxnSpPr>
            <a:cxnSpLocks/>
          </p:cNvCxnSpPr>
          <p:nvPr/>
        </p:nvCxnSpPr>
        <p:spPr>
          <a:xfrm>
            <a:off x="7158178" y="2302067"/>
            <a:ext cx="349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EE104C6-1A23-4DA8-8F09-B7AFA31D0F29}"/>
              </a:ext>
            </a:extLst>
          </p:cNvPr>
          <p:cNvCxnSpPr>
            <a:stCxn id="11" idx="0"/>
            <a:endCxn id="11" idx="2"/>
          </p:cNvCxnSpPr>
          <p:nvPr/>
        </p:nvCxnSpPr>
        <p:spPr>
          <a:xfrm>
            <a:off x="5921467" y="2981740"/>
            <a:ext cx="0" cy="3498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14798-C272-4724-BFAB-E475634D6FD4}"/>
              </a:ext>
            </a:extLst>
          </p:cNvPr>
          <p:cNvCxnSpPr/>
          <p:nvPr/>
        </p:nvCxnSpPr>
        <p:spPr>
          <a:xfrm>
            <a:off x="6160227" y="2981740"/>
            <a:ext cx="0" cy="3498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04C55B2-02E0-4D2B-A762-F84D6428DEF6}"/>
              </a:ext>
            </a:extLst>
          </p:cNvPr>
          <p:cNvCxnSpPr/>
          <p:nvPr/>
        </p:nvCxnSpPr>
        <p:spPr>
          <a:xfrm>
            <a:off x="5667467" y="2981740"/>
            <a:ext cx="0" cy="3498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137C50A-2386-4A99-BF73-76655ACD4702}"/>
              </a:ext>
            </a:extLst>
          </p:cNvPr>
          <p:cNvCxnSpPr/>
          <p:nvPr/>
        </p:nvCxnSpPr>
        <p:spPr>
          <a:xfrm>
            <a:off x="5794467" y="2981740"/>
            <a:ext cx="0" cy="3498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E6251C8-CB11-42BE-83FC-ACC8C550302A}"/>
              </a:ext>
            </a:extLst>
          </p:cNvPr>
          <p:cNvCxnSpPr/>
          <p:nvPr/>
        </p:nvCxnSpPr>
        <p:spPr>
          <a:xfrm>
            <a:off x="5550627" y="2981740"/>
            <a:ext cx="0" cy="3498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48CB5B3-C210-4373-BB7F-A96E4EC66DD7}"/>
              </a:ext>
            </a:extLst>
          </p:cNvPr>
          <p:cNvCxnSpPr/>
          <p:nvPr/>
        </p:nvCxnSpPr>
        <p:spPr>
          <a:xfrm>
            <a:off x="6033227" y="2981740"/>
            <a:ext cx="0" cy="3498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C054263-6BFC-47C2-A44C-7E7A953360E1}"/>
              </a:ext>
            </a:extLst>
          </p:cNvPr>
          <p:cNvCxnSpPr/>
          <p:nvPr/>
        </p:nvCxnSpPr>
        <p:spPr>
          <a:xfrm>
            <a:off x="6287227" y="2981740"/>
            <a:ext cx="0" cy="3498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BA08622-E731-4EE6-A47D-68505CE70CED}"/>
              </a:ext>
            </a:extLst>
          </p:cNvPr>
          <p:cNvSpPr txBox="1"/>
          <p:nvPr/>
        </p:nvSpPr>
        <p:spPr>
          <a:xfrm>
            <a:off x="10703090" y="1328100"/>
            <a:ext cx="1302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warp_0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0D0CD0-9557-4C9C-9C1A-7C479A7F9FC7}"/>
              </a:ext>
            </a:extLst>
          </p:cNvPr>
          <p:cNvSpPr txBox="1"/>
          <p:nvPr/>
        </p:nvSpPr>
        <p:spPr>
          <a:xfrm>
            <a:off x="10703090" y="2236027"/>
            <a:ext cx="1302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warp_7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3E53393-B593-491D-8737-88019E354709}"/>
              </a:ext>
            </a:extLst>
          </p:cNvPr>
          <p:cNvSpPr/>
          <p:nvPr/>
        </p:nvSpPr>
        <p:spPr>
          <a:xfrm>
            <a:off x="11007279" y="1688189"/>
            <a:ext cx="105878" cy="1058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F46CA21-5AA7-4E4A-A87B-7DA81302439F}"/>
              </a:ext>
            </a:extLst>
          </p:cNvPr>
          <p:cNvSpPr/>
          <p:nvPr/>
        </p:nvSpPr>
        <p:spPr>
          <a:xfrm>
            <a:off x="11007279" y="1873207"/>
            <a:ext cx="105878" cy="1058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382515B-86C4-4072-985E-AC26E1A835E8}"/>
              </a:ext>
            </a:extLst>
          </p:cNvPr>
          <p:cNvSpPr/>
          <p:nvPr/>
        </p:nvSpPr>
        <p:spPr>
          <a:xfrm>
            <a:off x="11009811" y="2058225"/>
            <a:ext cx="105878" cy="1058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55E21F-03E7-4DD5-9A90-10159B23925F}"/>
              </a:ext>
            </a:extLst>
          </p:cNvPr>
          <p:cNvSpPr txBox="1"/>
          <p:nvPr/>
        </p:nvSpPr>
        <p:spPr>
          <a:xfrm>
            <a:off x="4974955" y="2537865"/>
            <a:ext cx="778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warp_0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7F82A8-66DA-40A9-B477-0EFF29204368}"/>
              </a:ext>
            </a:extLst>
          </p:cNvPr>
          <p:cNvSpPr txBox="1"/>
          <p:nvPr/>
        </p:nvSpPr>
        <p:spPr>
          <a:xfrm>
            <a:off x="6193434" y="2528232"/>
            <a:ext cx="778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warp_7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3E95BD-DA77-4945-8FC6-0B9AB44672C9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5363962" y="2845642"/>
            <a:ext cx="127949" cy="136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1276581-801D-4439-9336-1E3E6ED47C72}"/>
              </a:ext>
            </a:extLst>
          </p:cNvPr>
          <p:cNvCxnSpPr>
            <a:cxnSpLocks/>
            <a:stCxn id="39" idx="2"/>
          </p:cNvCxnSpPr>
          <p:nvPr/>
        </p:nvCxnSpPr>
        <p:spPr>
          <a:xfrm flipH="1">
            <a:off x="6369257" y="2836009"/>
            <a:ext cx="213184" cy="123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82DA1D80-C6D2-4012-8457-A78B563305C6}"/>
              </a:ext>
            </a:extLst>
          </p:cNvPr>
          <p:cNvSpPr/>
          <p:nvPr/>
        </p:nvSpPr>
        <p:spPr>
          <a:xfrm>
            <a:off x="8778864" y="2678692"/>
            <a:ext cx="20784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64 float2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11A2071-EBD5-4DD1-BCC6-D735E44CCFD5}"/>
              </a:ext>
            </a:extLst>
          </p:cNvPr>
          <p:cNvSpPr/>
          <p:nvPr/>
        </p:nvSpPr>
        <p:spPr>
          <a:xfrm>
            <a:off x="10656751" y="4561749"/>
            <a:ext cx="146145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64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float2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A6C1B42-A798-4882-A811-D347F1F832F7}"/>
              </a:ext>
            </a:extLst>
          </p:cNvPr>
          <p:cNvSpPr/>
          <p:nvPr/>
        </p:nvSpPr>
        <p:spPr>
          <a:xfrm>
            <a:off x="5631597" y="1600452"/>
            <a:ext cx="11631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K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unrool</a:t>
            </a:r>
            <a:r>
              <a:rPr lang="en-US" sz="1600" dirty="0">
                <a:latin typeface="Consolas" panose="020B0609020204030204" pitchFamily="49" charset="0"/>
              </a:rPr>
              <a:t> 8</a:t>
            </a:r>
            <a:endParaRPr lang="en-US" sz="2400" dirty="0">
              <a:latin typeface="Consolas" panose="020B0609020204030204" pitchFamily="49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938C223-DA06-4D13-A3C8-2B283A3CBC1E}"/>
              </a:ext>
            </a:extLst>
          </p:cNvPr>
          <p:cNvCxnSpPr/>
          <p:nvPr/>
        </p:nvCxnSpPr>
        <p:spPr>
          <a:xfrm>
            <a:off x="6541835" y="1889273"/>
            <a:ext cx="50579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8758BED-3F56-48EB-B063-26E993227AA8}"/>
              </a:ext>
            </a:extLst>
          </p:cNvPr>
          <p:cNvCxnSpPr>
            <a:cxnSpLocks/>
          </p:cNvCxnSpPr>
          <p:nvPr/>
        </p:nvCxnSpPr>
        <p:spPr>
          <a:xfrm>
            <a:off x="6001410" y="2234922"/>
            <a:ext cx="0" cy="5111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6EEB276E-5F40-4BA2-BF68-08C87DD5D698}"/>
              </a:ext>
            </a:extLst>
          </p:cNvPr>
          <p:cNvSpPr/>
          <p:nvPr/>
        </p:nvSpPr>
        <p:spPr>
          <a:xfrm>
            <a:off x="5133584" y="949189"/>
            <a:ext cx="1830950" cy="36933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block mapping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A70B81-0F5A-40CB-858C-B0EDDA55DC51}"/>
              </a:ext>
            </a:extLst>
          </p:cNvPr>
          <p:cNvSpPr txBox="1"/>
          <p:nvPr/>
        </p:nvSpPr>
        <p:spPr>
          <a:xfrm>
            <a:off x="4329052" y="4731027"/>
            <a:ext cx="10688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A</a:t>
            </a:r>
          </a:p>
          <a:p>
            <a:pPr algn="r"/>
            <a:r>
              <a:rPr lang="en-US" sz="1400" dirty="0" err="1"/>
              <a:t>col_major</a:t>
            </a:r>
            <a:endParaRPr 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FDA463F-9EB9-4DE8-90A1-51C808A44F7C}"/>
              </a:ext>
            </a:extLst>
          </p:cNvPr>
          <p:cNvSpPr txBox="1"/>
          <p:nvPr/>
        </p:nvSpPr>
        <p:spPr>
          <a:xfrm>
            <a:off x="8284113" y="645717"/>
            <a:ext cx="15716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</a:t>
            </a:r>
          </a:p>
          <a:p>
            <a:r>
              <a:rPr lang="en-US" sz="1400" dirty="0" err="1"/>
              <a:t>row_major</a:t>
            </a:r>
            <a:endParaRPr lang="en-US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98A54E-7BFD-404A-808D-04B2E1CE7C45}"/>
              </a:ext>
            </a:extLst>
          </p:cNvPr>
          <p:cNvSpPr txBox="1"/>
          <p:nvPr/>
        </p:nvSpPr>
        <p:spPr>
          <a:xfrm>
            <a:off x="8673493" y="4690402"/>
            <a:ext cx="1043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</a:t>
            </a:r>
          </a:p>
          <a:p>
            <a:r>
              <a:rPr lang="en-US" sz="1400" dirty="0" err="1"/>
              <a:t>col_major</a:t>
            </a:r>
            <a:endParaRPr lang="en-US" sz="1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23570B6-B840-4F00-8914-DC070316C3B6}"/>
              </a:ext>
            </a:extLst>
          </p:cNvPr>
          <p:cNvSpPr txBox="1"/>
          <p:nvPr/>
        </p:nvSpPr>
        <p:spPr>
          <a:xfrm>
            <a:off x="143980" y="4649167"/>
            <a:ext cx="3022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smem</a:t>
            </a:r>
            <a:r>
              <a:rPr lang="en-US" dirty="0"/>
              <a:t>:</a:t>
            </a:r>
          </a:p>
          <a:p>
            <a:r>
              <a:rPr lang="en-US" dirty="0"/>
              <a:t>64 * 2 * 8 * 2 * 4 = 8192 byte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967CBB-7F09-46D8-AFAF-9C4D6A6004FA}"/>
              </a:ext>
            </a:extLst>
          </p:cNvPr>
          <p:cNvSpPr txBox="1"/>
          <p:nvPr/>
        </p:nvSpPr>
        <p:spPr>
          <a:xfrm>
            <a:off x="113448" y="5275585"/>
            <a:ext cx="1195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complex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59F056-02C1-4421-840A-9DA0FDE7F2F7}"/>
              </a:ext>
            </a:extLst>
          </p:cNvPr>
          <p:cNvSpPr txBox="1"/>
          <p:nvPr/>
        </p:nvSpPr>
        <p:spPr>
          <a:xfrm>
            <a:off x="918098" y="4652356"/>
            <a:ext cx="1195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unroll 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30577FE-445C-4826-ADAA-BF216DAE4B5C}"/>
              </a:ext>
            </a:extLst>
          </p:cNvPr>
          <p:cNvSpPr txBox="1"/>
          <p:nvPr/>
        </p:nvSpPr>
        <p:spPr>
          <a:xfrm>
            <a:off x="1222308" y="5295498"/>
            <a:ext cx="7239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A&amp;B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B2CCFBC-9D9B-43C2-A2D7-2324235BC828}"/>
              </a:ext>
            </a:extLst>
          </p:cNvPr>
          <p:cNvSpPr txBox="1"/>
          <p:nvPr/>
        </p:nvSpPr>
        <p:spPr>
          <a:xfrm>
            <a:off x="1795495" y="4638969"/>
            <a:ext cx="1466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B0F0"/>
                </a:solidFill>
                <a:latin typeface="Consolas" panose="020B0609020204030204" pitchFamily="49" charset="0"/>
              </a:rPr>
              <a:t>sizeof</a:t>
            </a:r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(float)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DD8ED95-AFCE-4922-9195-5CCC4DCB7A6C}"/>
              </a:ext>
            </a:extLst>
          </p:cNvPr>
          <p:cNvCxnSpPr>
            <a:cxnSpLocks/>
          </p:cNvCxnSpPr>
          <p:nvPr/>
        </p:nvCxnSpPr>
        <p:spPr>
          <a:xfrm flipV="1">
            <a:off x="661862" y="5167295"/>
            <a:ext cx="39171" cy="167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E13BDD4-7426-4F6B-8C6E-C4AEBA9A90DD}"/>
              </a:ext>
            </a:extLst>
          </p:cNvPr>
          <p:cNvCxnSpPr>
            <a:cxnSpLocks/>
          </p:cNvCxnSpPr>
          <p:nvPr/>
        </p:nvCxnSpPr>
        <p:spPr>
          <a:xfrm flipH="1">
            <a:off x="1111412" y="4852707"/>
            <a:ext cx="110896" cy="202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98870AE-438C-4B77-9F74-CBEA01F75F00}"/>
              </a:ext>
            </a:extLst>
          </p:cNvPr>
          <p:cNvCxnSpPr>
            <a:cxnSpLocks/>
          </p:cNvCxnSpPr>
          <p:nvPr/>
        </p:nvCxnSpPr>
        <p:spPr>
          <a:xfrm flipH="1" flipV="1">
            <a:off x="1433239" y="5166528"/>
            <a:ext cx="11816" cy="220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42A3D86-DF1C-4136-9588-FDD72E5CC6FB}"/>
              </a:ext>
            </a:extLst>
          </p:cNvPr>
          <p:cNvCxnSpPr>
            <a:cxnSpLocks/>
          </p:cNvCxnSpPr>
          <p:nvPr/>
        </p:nvCxnSpPr>
        <p:spPr>
          <a:xfrm flipH="1">
            <a:off x="1795494" y="4867654"/>
            <a:ext cx="299040" cy="177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4E4BACBE-A7BE-467B-954A-A86C2E3C244D}"/>
              </a:ext>
            </a:extLst>
          </p:cNvPr>
          <p:cNvSpPr/>
          <p:nvPr/>
        </p:nvSpPr>
        <p:spPr>
          <a:xfrm>
            <a:off x="2033563" y="5546058"/>
            <a:ext cx="1023811" cy="11731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683C01A-BEA9-46CA-88EF-E60ECEC1ECC1}"/>
              </a:ext>
            </a:extLst>
          </p:cNvPr>
          <p:cNvCxnSpPr>
            <a:stCxn id="79" idx="1"/>
            <a:endCxn id="79" idx="3"/>
          </p:cNvCxnSpPr>
          <p:nvPr/>
        </p:nvCxnSpPr>
        <p:spPr>
          <a:xfrm>
            <a:off x="2033563" y="6132633"/>
            <a:ext cx="10238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ight Brace 85">
            <a:extLst>
              <a:ext uri="{FF2B5EF4-FFF2-40B4-BE49-F238E27FC236}">
                <a16:creationId xmlns:a16="http://schemas.microsoft.com/office/drawing/2014/main" id="{4B83F07F-D3F1-43AC-AF3D-898ABFF666FE}"/>
              </a:ext>
            </a:extLst>
          </p:cNvPr>
          <p:cNvSpPr/>
          <p:nvPr/>
        </p:nvSpPr>
        <p:spPr>
          <a:xfrm>
            <a:off x="3119353" y="5546058"/>
            <a:ext cx="130648" cy="58656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ight Brace 86">
            <a:extLst>
              <a:ext uri="{FF2B5EF4-FFF2-40B4-BE49-F238E27FC236}">
                <a16:creationId xmlns:a16="http://schemas.microsoft.com/office/drawing/2014/main" id="{6502213F-EC99-4646-8CB5-0700F79CE2D1}"/>
              </a:ext>
            </a:extLst>
          </p:cNvPr>
          <p:cNvSpPr/>
          <p:nvPr/>
        </p:nvSpPr>
        <p:spPr>
          <a:xfrm>
            <a:off x="3115690" y="6129363"/>
            <a:ext cx="130648" cy="58656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457655B-4E53-4C27-ACFF-6008E94ADFE6}"/>
              </a:ext>
            </a:extLst>
          </p:cNvPr>
          <p:cNvSpPr txBox="1"/>
          <p:nvPr/>
        </p:nvSpPr>
        <p:spPr>
          <a:xfrm>
            <a:off x="3308717" y="5683821"/>
            <a:ext cx="1588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A 64*2*8 </a:t>
            </a:r>
            <a:r>
              <a:rPr lang="en-US" sz="1400" dirty="0" err="1">
                <a:latin typeface="Consolas" panose="020B0609020204030204" pitchFamily="49" charset="0"/>
              </a:rPr>
              <a:t>dword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035B521-4E3D-46E1-BAE9-AE6CEF8429FE}"/>
              </a:ext>
            </a:extLst>
          </p:cNvPr>
          <p:cNvSpPr txBox="1"/>
          <p:nvPr/>
        </p:nvSpPr>
        <p:spPr>
          <a:xfrm>
            <a:off x="3308717" y="6285800"/>
            <a:ext cx="1588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B 64*2*8 </a:t>
            </a:r>
            <a:r>
              <a:rPr lang="en-US" sz="1400" dirty="0" err="1">
                <a:latin typeface="Consolas" panose="020B0609020204030204" pitchFamily="49" charset="0"/>
              </a:rPr>
              <a:t>dword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4019227-E3DE-4C48-903A-B879A27CD9BA}"/>
              </a:ext>
            </a:extLst>
          </p:cNvPr>
          <p:cNvSpPr txBox="1"/>
          <p:nvPr/>
        </p:nvSpPr>
        <p:spPr>
          <a:xfrm>
            <a:off x="2012875" y="5533469"/>
            <a:ext cx="658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smem</a:t>
            </a:r>
            <a:endParaRPr lang="en-US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ED338E5-FA90-480C-8AC2-8D61B0F03588}"/>
              </a:ext>
            </a:extLst>
          </p:cNvPr>
          <p:cNvSpPr txBox="1"/>
          <p:nvPr/>
        </p:nvSpPr>
        <p:spPr>
          <a:xfrm>
            <a:off x="5459484" y="138793"/>
            <a:ext cx="97374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NV</a:t>
            </a:r>
          </a:p>
        </p:txBody>
      </p:sp>
    </p:spTree>
    <p:extLst>
      <p:ext uri="{BB962C8B-B14F-4D97-AF65-F5344CB8AC3E}">
        <p14:creationId xmlns:p14="http://schemas.microsoft.com/office/powerpoint/2010/main" val="4205502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9E6930-5E8F-4F7F-A805-EC97B268BE0C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fft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convolution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F3E470-E414-4707-AAE2-AC5D55873E02}"/>
              </a:ext>
            </a:extLst>
          </p:cNvPr>
          <p:cNvSpPr txBox="1"/>
          <p:nvPr/>
        </p:nvSpPr>
        <p:spPr>
          <a:xfrm>
            <a:off x="3068149" y="138793"/>
            <a:ext cx="21647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en-US" dirty="0">
                <a:latin typeface="Consolas" panose="020B0609020204030204" pitchFamily="49" charset="0"/>
              </a:rPr>
              <a:t>. </a:t>
            </a:r>
            <a:r>
              <a:rPr lang="en-US" altLang="zh-CN" dirty="0" err="1">
                <a:latin typeface="Consolas" panose="020B0609020204030204" pitchFamily="49" charset="0"/>
              </a:rPr>
              <a:t>cgemm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6AE06E-3C7F-4B3C-AB34-9CAF1823335C}"/>
              </a:ext>
            </a:extLst>
          </p:cNvPr>
          <p:cNvSpPr/>
          <p:nvPr/>
        </p:nvSpPr>
        <p:spPr>
          <a:xfrm>
            <a:off x="149290" y="720084"/>
            <a:ext cx="482526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dk_scgemm_64x64</a:t>
            </a:r>
          </a:p>
          <a:p>
            <a:r>
              <a:rPr lang="en-US" dirty="0">
                <a:latin typeface="Consolas" panose="020B0609020204030204" pitchFamily="49" charset="0"/>
              </a:rPr>
              <a:t>A/C </a:t>
            </a:r>
            <a:r>
              <a:rPr lang="en-US" dirty="0" err="1">
                <a:latin typeface="Consolas" panose="020B0609020204030204" pitchFamily="49" charset="0"/>
              </a:rPr>
              <a:t>col_major</a:t>
            </a:r>
            <a:r>
              <a:rPr lang="en-US" dirty="0">
                <a:latin typeface="Consolas" panose="020B0609020204030204" pitchFamily="49" charset="0"/>
              </a:rPr>
              <a:t>, B row major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256x1x1 local size, 8 warp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For unroll 8, in each begin of </a:t>
            </a:r>
            <a:r>
              <a:rPr lang="en-US" dirty="0" err="1">
                <a:latin typeface="Consolas" panose="020B0609020204030204" pitchFamily="49" charset="0"/>
              </a:rPr>
              <a:t>unrool</a:t>
            </a:r>
            <a:r>
              <a:rPr lang="en-US" dirty="0">
                <a:latin typeface="Consolas" panose="020B0609020204030204" pitchFamily="49" charset="0"/>
              </a:rPr>
              <a:t> 8, we do: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[Load A&amp;B] *(1)</a:t>
            </a:r>
          </a:p>
          <a:p>
            <a:r>
              <a:rPr lang="en-US" dirty="0">
                <a:latin typeface="Consolas" panose="020B0609020204030204" pitchFamily="49" charset="0"/>
              </a:rPr>
              <a:t>4 wave, each load 64*2*2 </a:t>
            </a:r>
            <a:r>
              <a:rPr lang="en-US" dirty="0" err="1">
                <a:latin typeface="Consolas" panose="020B0609020204030204" pitchFamily="49" charset="0"/>
              </a:rPr>
              <a:t>dword</a:t>
            </a:r>
            <a:r>
              <a:rPr lang="en-US" dirty="0">
                <a:latin typeface="Consolas" panose="020B0609020204030204" pitchFamily="49" charset="0"/>
              </a:rPr>
              <a:t> from A, 64*2*2 from B, hence each thread load float4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C3FA00-67FD-461A-912A-E118D8F434F5}"/>
              </a:ext>
            </a:extLst>
          </p:cNvPr>
          <p:cNvSpPr/>
          <p:nvPr/>
        </p:nvSpPr>
        <p:spPr>
          <a:xfrm>
            <a:off x="7158178" y="2981740"/>
            <a:ext cx="3498574" cy="34985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703679-09DC-4B56-876D-681B3E3B1EE1}"/>
              </a:ext>
            </a:extLst>
          </p:cNvPr>
          <p:cNvSpPr/>
          <p:nvPr/>
        </p:nvSpPr>
        <p:spPr>
          <a:xfrm>
            <a:off x="5409703" y="2981740"/>
            <a:ext cx="1023527" cy="34985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5202F1-515F-4372-B670-B1CF64456DBC}"/>
              </a:ext>
            </a:extLst>
          </p:cNvPr>
          <p:cNvSpPr/>
          <p:nvPr/>
        </p:nvSpPr>
        <p:spPr>
          <a:xfrm rot="5400000">
            <a:off x="8395701" y="176859"/>
            <a:ext cx="1023527" cy="34985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38743D-71AD-4DFE-95F2-2E6A9835DDB8}"/>
              </a:ext>
            </a:extLst>
          </p:cNvPr>
          <p:cNvCxnSpPr>
            <a:cxnSpLocks/>
            <a:stCxn id="12" idx="2"/>
            <a:endCxn id="12" idx="0"/>
          </p:cNvCxnSpPr>
          <p:nvPr/>
        </p:nvCxnSpPr>
        <p:spPr>
          <a:xfrm>
            <a:off x="7158178" y="1926147"/>
            <a:ext cx="349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62FBEB-9660-4FB2-AF17-90229D0ABCF4}"/>
              </a:ext>
            </a:extLst>
          </p:cNvPr>
          <p:cNvCxnSpPr/>
          <p:nvPr/>
        </p:nvCxnSpPr>
        <p:spPr>
          <a:xfrm>
            <a:off x="7158178" y="1654401"/>
            <a:ext cx="349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5E52B22-D093-436A-ACCB-08B47768FD94}"/>
              </a:ext>
            </a:extLst>
          </p:cNvPr>
          <p:cNvCxnSpPr/>
          <p:nvPr/>
        </p:nvCxnSpPr>
        <p:spPr>
          <a:xfrm>
            <a:off x="7158177" y="1794067"/>
            <a:ext cx="349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82C8B7-1AAB-422C-80A3-972A8845AA0A}"/>
              </a:ext>
            </a:extLst>
          </p:cNvPr>
          <p:cNvCxnSpPr/>
          <p:nvPr/>
        </p:nvCxnSpPr>
        <p:spPr>
          <a:xfrm>
            <a:off x="7158177" y="1537561"/>
            <a:ext cx="349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30406C3-B65D-44F8-9B33-6F6607F297D6}"/>
              </a:ext>
            </a:extLst>
          </p:cNvPr>
          <p:cNvCxnSpPr>
            <a:cxnSpLocks/>
          </p:cNvCxnSpPr>
          <p:nvPr/>
        </p:nvCxnSpPr>
        <p:spPr>
          <a:xfrm>
            <a:off x="7158178" y="2185227"/>
            <a:ext cx="349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9D34FF-D6F5-4399-A882-D1F13E563F2F}"/>
              </a:ext>
            </a:extLst>
          </p:cNvPr>
          <p:cNvCxnSpPr>
            <a:cxnSpLocks/>
          </p:cNvCxnSpPr>
          <p:nvPr/>
        </p:nvCxnSpPr>
        <p:spPr>
          <a:xfrm>
            <a:off x="7158178" y="2053147"/>
            <a:ext cx="349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7474DA-24F4-455C-A7AA-CB70BAABBC08}"/>
              </a:ext>
            </a:extLst>
          </p:cNvPr>
          <p:cNvCxnSpPr>
            <a:cxnSpLocks/>
          </p:cNvCxnSpPr>
          <p:nvPr/>
        </p:nvCxnSpPr>
        <p:spPr>
          <a:xfrm>
            <a:off x="7158178" y="2302067"/>
            <a:ext cx="349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EE104C6-1A23-4DA8-8F09-B7AFA31D0F29}"/>
              </a:ext>
            </a:extLst>
          </p:cNvPr>
          <p:cNvCxnSpPr>
            <a:stCxn id="11" idx="0"/>
            <a:endCxn id="11" idx="2"/>
          </p:cNvCxnSpPr>
          <p:nvPr/>
        </p:nvCxnSpPr>
        <p:spPr>
          <a:xfrm>
            <a:off x="5921467" y="2981740"/>
            <a:ext cx="0" cy="3498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14798-C272-4724-BFAB-E475634D6FD4}"/>
              </a:ext>
            </a:extLst>
          </p:cNvPr>
          <p:cNvCxnSpPr/>
          <p:nvPr/>
        </p:nvCxnSpPr>
        <p:spPr>
          <a:xfrm>
            <a:off x="6160227" y="2981740"/>
            <a:ext cx="0" cy="3498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04C55B2-02E0-4D2B-A762-F84D6428DEF6}"/>
              </a:ext>
            </a:extLst>
          </p:cNvPr>
          <p:cNvCxnSpPr/>
          <p:nvPr/>
        </p:nvCxnSpPr>
        <p:spPr>
          <a:xfrm>
            <a:off x="5667467" y="2981740"/>
            <a:ext cx="0" cy="3498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137C50A-2386-4A99-BF73-76655ACD4702}"/>
              </a:ext>
            </a:extLst>
          </p:cNvPr>
          <p:cNvCxnSpPr/>
          <p:nvPr/>
        </p:nvCxnSpPr>
        <p:spPr>
          <a:xfrm>
            <a:off x="5794467" y="2981740"/>
            <a:ext cx="0" cy="3498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E6251C8-CB11-42BE-83FC-ACC8C550302A}"/>
              </a:ext>
            </a:extLst>
          </p:cNvPr>
          <p:cNvCxnSpPr/>
          <p:nvPr/>
        </p:nvCxnSpPr>
        <p:spPr>
          <a:xfrm>
            <a:off x="5550627" y="2981740"/>
            <a:ext cx="0" cy="3498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48CB5B3-C210-4373-BB7F-A96E4EC66DD7}"/>
              </a:ext>
            </a:extLst>
          </p:cNvPr>
          <p:cNvCxnSpPr/>
          <p:nvPr/>
        </p:nvCxnSpPr>
        <p:spPr>
          <a:xfrm>
            <a:off x="6033227" y="2981740"/>
            <a:ext cx="0" cy="3498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C054263-6BFC-47C2-A44C-7E7A953360E1}"/>
              </a:ext>
            </a:extLst>
          </p:cNvPr>
          <p:cNvCxnSpPr/>
          <p:nvPr/>
        </p:nvCxnSpPr>
        <p:spPr>
          <a:xfrm>
            <a:off x="6287227" y="2981740"/>
            <a:ext cx="0" cy="3498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BA08622-E731-4EE6-A47D-68505CE70CED}"/>
              </a:ext>
            </a:extLst>
          </p:cNvPr>
          <p:cNvSpPr txBox="1"/>
          <p:nvPr/>
        </p:nvSpPr>
        <p:spPr>
          <a:xfrm>
            <a:off x="10777053" y="1375415"/>
            <a:ext cx="1302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wave_0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0D0CD0-9557-4C9C-9C1A-7C479A7F9FC7}"/>
              </a:ext>
            </a:extLst>
          </p:cNvPr>
          <p:cNvSpPr txBox="1"/>
          <p:nvPr/>
        </p:nvSpPr>
        <p:spPr>
          <a:xfrm>
            <a:off x="10777053" y="2163418"/>
            <a:ext cx="1302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wave_3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55E21F-03E7-4DD5-9A90-10159B23925F}"/>
              </a:ext>
            </a:extLst>
          </p:cNvPr>
          <p:cNvSpPr txBox="1"/>
          <p:nvPr/>
        </p:nvSpPr>
        <p:spPr>
          <a:xfrm>
            <a:off x="4981165" y="2563108"/>
            <a:ext cx="778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wave_0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7F82A8-66DA-40A9-B477-0EFF29204368}"/>
              </a:ext>
            </a:extLst>
          </p:cNvPr>
          <p:cNvSpPr txBox="1"/>
          <p:nvPr/>
        </p:nvSpPr>
        <p:spPr>
          <a:xfrm>
            <a:off x="6144412" y="2567117"/>
            <a:ext cx="778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wave_3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2DA1D80-C6D2-4012-8457-A78B563305C6}"/>
              </a:ext>
            </a:extLst>
          </p:cNvPr>
          <p:cNvSpPr/>
          <p:nvPr/>
        </p:nvSpPr>
        <p:spPr>
          <a:xfrm>
            <a:off x="8778864" y="2678692"/>
            <a:ext cx="20784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64 float2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11A2071-EBD5-4DD1-BCC6-D735E44CCFD5}"/>
              </a:ext>
            </a:extLst>
          </p:cNvPr>
          <p:cNvSpPr/>
          <p:nvPr/>
        </p:nvSpPr>
        <p:spPr>
          <a:xfrm>
            <a:off x="10656751" y="4561749"/>
            <a:ext cx="146145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64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float2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A6C1B42-A798-4882-A811-D347F1F832F7}"/>
              </a:ext>
            </a:extLst>
          </p:cNvPr>
          <p:cNvSpPr/>
          <p:nvPr/>
        </p:nvSpPr>
        <p:spPr>
          <a:xfrm>
            <a:off x="5631597" y="1600452"/>
            <a:ext cx="11631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K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unrool</a:t>
            </a:r>
            <a:r>
              <a:rPr lang="en-US" sz="1600" dirty="0">
                <a:latin typeface="Consolas" panose="020B0609020204030204" pitchFamily="49" charset="0"/>
              </a:rPr>
              <a:t> 8</a:t>
            </a:r>
            <a:endParaRPr lang="en-US" sz="2400" dirty="0">
              <a:latin typeface="Consolas" panose="020B0609020204030204" pitchFamily="49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938C223-DA06-4D13-A3C8-2B283A3CBC1E}"/>
              </a:ext>
            </a:extLst>
          </p:cNvPr>
          <p:cNvCxnSpPr/>
          <p:nvPr/>
        </p:nvCxnSpPr>
        <p:spPr>
          <a:xfrm>
            <a:off x="6572315" y="1889273"/>
            <a:ext cx="50579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8758BED-3F56-48EB-B063-26E993227AA8}"/>
              </a:ext>
            </a:extLst>
          </p:cNvPr>
          <p:cNvCxnSpPr>
            <a:cxnSpLocks/>
          </p:cNvCxnSpPr>
          <p:nvPr/>
        </p:nvCxnSpPr>
        <p:spPr>
          <a:xfrm>
            <a:off x="5921466" y="2233668"/>
            <a:ext cx="0" cy="5111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6EEB276E-5F40-4BA2-BF68-08C87DD5D698}"/>
              </a:ext>
            </a:extLst>
          </p:cNvPr>
          <p:cNvSpPr/>
          <p:nvPr/>
        </p:nvSpPr>
        <p:spPr>
          <a:xfrm>
            <a:off x="5133584" y="949189"/>
            <a:ext cx="1830950" cy="36933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block mapping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A70B81-0F5A-40CB-858C-B0EDDA55DC51}"/>
              </a:ext>
            </a:extLst>
          </p:cNvPr>
          <p:cNvSpPr txBox="1"/>
          <p:nvPr/>
        </p:nvSpPr>
        <p:spPr>
          <a:xfrm>
            <a:off x="4329052" y="4731027"/>
            <a:ext cx="10688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A</a:t>
            </a:r>
          </a:p>
          <a:p>
            <a:pPr algn="r"/>
            <a:r>
              <a:rPr lang="en-US" sz="1400" dirty="0" err="1"/>
              <a:t>col_major</a:t>
            </a:r>
            <a:endParaRPr 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FDA463F-9EB9-4DE8-90A1-51C808A44F7C}"/>
              </a:ext>
            </a:extLst>
          </p:cNvPr>
          <p:cNvSpPr txBox="1"/>
          <p:nvPr/>
        </p:nvSpPr>
        <p:spPr>
          <a:xfrm>
            <a:off x="8284113" y="645717"/>
            <a:ext cx="15716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</a:t>
            </a:r>
          </a:p>
          <a:p>
            <a:r>
              <a:rPr lang="en-US" sz="1400" dirty="0" err="1"/>
              <a:t>row_major</a:t>
            </a:r>
            <a:endParaRPr lang="en-US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98A54E-7BFD-404A-808D-04B2E1CE7C45}"/>
              </a:ext>
            </a:extLst>
          </p:cNvPr>
          <p:cNvSpPr txBox="1"/>
          <p:nvPr/>
        </p:nvSpPr>
        <p:spPr>
          <a:xfrm>
            <a:off x="8673493" y="4690402"/>
            <a:ext cx="1043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</a:t>
            </a:r>
          </a:p>
          <a:p>
            <a:r>
              <a:rPr lang="en-US" sz="1400" dirty="0" err="1"/>
              <a:t>col_major</a:t>
            </a:r>
            <a:endParaRPr lang="en-US" sz="1400" dirty="0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18CFA49D-5E3B-48C1-95E7-2D2C665C46B0}"/>
              </a:ext>
            </a:extLst>
          </p:cNvPr>
          <p:cNvSpPr/>
          <p:nvPr/>
        </p:nvSpPr>
        <p:spPr>
          <a:xfrm>
            <a:off x="10657372" y="1413619"/>
            <a:ext cx="109924" cy="2407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ight Brace 66">
            <a:extLst>
              <a:ext uri="{FF2B5EF4-FFF2-40B4-BE49-F238E27FC236}">
                <a16:creationId xmlns:a16="http://schemas.microsoft.com/office/drawing/2014/main" id="{0D1A330A-9AF4-479B-A79C-2A64860683D8}"/>
              </a:ext>
            </a:extLst>
          </p:cNvPr>
          <p:cNvSpPr/>
          <p:nvPr/>
        </p:nvSpPr>
        <p:spPr>
          <a:xfrm>
            <a:off x="10667129" y="1666453"/>
            <a:ext cx="109924" cy="2407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ight Brace 68">
            <a:extLst>
              <a:ext uri="{FF2B5EF4-FFF2-40B4-BE49-F238E27FC236}">
                <a16:creationId xmlns:a16="http://schemas.microsoft.com/office/drawing/2014/main" id="{5F4C28EB-7B69-4E22-B3EA-1A8504AE0A86}"/>
              </a:ext>
            </a:extLst>
          </p:cNvPr>
          <p:cNvSpPr/>
          <p:nvPr/>
        </p:nvSpPr>
        <p:spPr>
          <a:xfrm>
            <a:off x="10665864" y="1937803"/>
            <a:ext cx="109924" cy="2407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ight Brace 69">
            <a:extLst>
              <a:ext uri="{FF2B5EF4-FFF2-40B4-BE49-F238E27FC236}">
                <a16:creationId xmlns:a16="http://schemas.microsoft.com/office/drawing/2014/main" id="{81194FCC-2DA7-4CF2-B11F-A57C43C7B135}"/>
              </a:ext>
            </a:extLst>
          </p:cNvPr>
          <p:cNvSpPr/>
          <p:nvPr/>
        </p:nvSpPr>
        <p:spPr>
          <a:xfrm>
            <a:off x="10658245" y="2196920"/>
            <a:ext cx="109924" cy="2407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661BB82-39FE-4757-889D-A77F0F17F443}"/>
              </a:ext>
            </a:extLst>
          </p:cNvPr>
          <p:cNvSpPr txBox="1"/>
          <p:nvPr/>
        </p:nvSpPr>
        <p:spPr>
          <a:xfrm>
            <a:off x="10767295" y="1619110"/>
            <a:ext cx="1302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wave_1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CD9CCB3-EF8B-4325-8ECD-70C6C4B493CE}"/>
              </a:ext>
            </a:extLst>
          </p:cNvPr>
          <p:cNvSpPr txBox="1"/>
          <p:nvPr/>
        </p:nvSpPr>
        <p:spPr>
          <a:xfrm>
            <a:off x="10767295" y="1915643"/>
            <a:ext cx="1302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wave_2</a:t>
            </a:r>
          </a:p>
        </p:txBody>
      </p:sp>
      <p:sp>
        <p:nvSpPr>
          <p:cNvPr id="74" name="Right Brace 73">
            <a:extLst>
              <a:ext uri="{FF2B5EF4-FFF2-40B4-BE49-F238E27FC236}">
                <a16:creationId xmlns:a16="http://schemas.microsoft.com/office/drawing/2014/main" id="{3CC1612E-97DF-45B1-B0CD-1F3D45DADD2D}"/>
              </a:ext>
            </a:extLst>
          </p:cNvPr>
          <p:cNvSpPr/>
          <p:nvPr/>
        </p:nvSpPr>
        <p:spPr>
          <a:xfrm rot="16200000">
            <a:off x="5478033" y="2780217"/>
            <a:ext cx="109924" cy="2407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ight Brace 75">
            <a:extLst>
              <a:ext uri="{FF2B5EF4-FFF2-40B4-BE49-F238E27FC236}">
                <a16:creationId xmlns:a16="http://schemas.microsoft.com/office/drawing/2014/main" id="{E85336A3-CA93-4477-B01C-0FE956338735}"/>
              </a:ext>
            </a:extLst>
          </p:cNvPr>
          <p:cNvSpPr/>
          <p:nvPr/>
        </p:nvSpPr>
        <p:spPr>
          <a:xfrm rot="16200000">
            <a:off x="5739505" y="2780217"/>
            <a:ext cx="109924" cy="2407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ight Brace 77">
            <a:extLst>
              <a:ext uri="{FF2B5EF4-FFF2-40B4-BE49-F238E27FC236}">
                <a16:creationId xmlns:a16="http://schemas.microsoft.com/office/drawing/2014/main" id="{9074936B-1067-4066-A89B-3539654CEC10}"/>
              </a:ext>
            </a:extLst>
          </p:cNvPr>
          <p:cNvSpPr/>
          <p:nvPr/>
        </p:nvSpPr>
        <p:spPr>
          <a:xfrm rot="16200000">
            <a:off x="5986891" y="2780217"/>
            <a:ext cx="109924" cy="2407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ight Brace 78">
            <a:extLst>
              <a:ext uri="{FF2B5EF4-FFF2-40B4-BE49-F238E27FC236}">
                <a16:creationId xmlns:a16="http://schemas.microsoft.com/office/drawing/2014/main" id="{326B3989-CC50-46AA-83DD-1527E962863F}"/>
              </a:ext>
            </a:extLst>
          </p:cNvPr>
          <p:cNvSpPr/>
          <p:nvPr/>
        </p:nvSpPr>
        <p:spPr>
          <a:xfrm rot="16200000">
            <a:off x="6237174" y="2777599"/>
            <a:ext cx="109924" cy="2407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AC3B015-A1E7-4EB7-8987-5A01D8539D8F}"/>
              </a:ext>
            </a:extLst>
          </p:cNvPr>
          <p:cNvSpPr txBox="1"/>
          <p:nvPr/>
        </p:nvSpPr>
        <p:spPr>
          <a:xfrm>
            <a:off x="143980" y="4649167"/>
            <a:ext cx="3022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smem</a:t>
            </a:r>
            <a:r>
              <a:rPr lang="en-US" dirty="0"/>
              <a:t>:</a:t>
            </a:r>
          </a:p>
          <a:p>
            <a:r>
              <a:rPr lang="en-US" dirty="0"/>
              <a:t>64 * 2 * 8 * 2 * 4 = 8192 byte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7E9CB06-9DD4-41B1-A60F-3F73202218E8}"/>
              </a:ext>
            </a:extLst>
          </p:cNvPr>
          <p:cNvSpPr txBox="1"/>
          <p:nvPr/>
        </p:nvSpPr>
        <p:spPr>
          <a:xfrm>
            <a:off x="113448" y="5275585"/>
            <a:ext cx="1195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complex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1140ED7-F3B9-44D9-8317-428E2A3D82CA}"/>
              </a:ext>
            </a:extLst>
          </p:cNvPr>
          <p:cNvSpPr txBox="1"/>
          <p:nvPr/>
        </p:nvSpPr>
        <p:spPr>
          <a:xfrm>
            <a:off x="918098" y="4652356"/>
            <a:ext cx="1195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unroll 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C384D07-ACAE-4168-B5E1-BCAB83BD77F9}"/>
              </a:ext>
            </a:extLst>
          </p:cNvPr>
          <p:cNvSpPr txBox="1"/>
          <p:nvPr/>
        </p:nvSpPr>
        <p:spPr>
          <a:xfrm>
            <a:off x="1222308" y="5295498"/>
            <a:ext cx="7239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A&amp;B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191EE44-4937-440F-BAAF-01122333DE4F}"/>
              </a:ext>
            </a:extLst>
          </p:cNvPr>
          <p:cNvSpPr txBox="1"/>
          <p:nvPr/>
        </p:nvSpPr>
        <p:spPr>
          <a:xfrm>
            <a:off x="1795495" y="4638969"/>
            <a:ext cx="1466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B0F0"/>
                </a:solidFill>
                <a:latin typeface="Consolas" panose="020B0609020204030204" pitchFamily="49" charset="0"/>
              </a:rPr>
              <a:t>sizeof</a:t>
            </a:r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(float)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806162B-6688-408B-BE2B-D2A3A5D7BA72}"/>
              </a:ext>
            </a:extLst>
          </p:cNvPr>
          <p:cNvCxnSpPr>
            <a:cxnSpLocks/>
          </p:cNvCxnSpPr>
          <p:nvPr/>
        </p:nvCxnSpPr>
        <p:spPr>
          <a:xfrm flipV="1">
            <a:off x="661862" y="5167295"/>
            <a:ext cx="39171" cy="167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DC1E8F0-2A6E-49E1-9863-C00822B2059E}"/>
              </a:ext>
            </a:extLst>
          </p:cNvPr>
          <p:cNvCxnSpPr>
            <a:cxnSpLocks/>
          </p:cNvCxnSpPr>
          <p:nvPr/>
        </p:nvCxnSpPr>
        <p:spPr>
          <a:xfrm flipH="1">
            <a:off x="1111412" y="4852707"/>
            <a:ext cx="110896" cy="202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4AC5152-8144-475E-B7F6-D23FC02EDCAA}"/>
              </a:ext>
            </a:extLst>
          </p:cNvPr>
          <p:cNvCxnSpPr>
            <a:cxnSpLocks/>
          </p:cNvCxnSpPr>
          <p:nvPr/>
        </p:nvCxnSpPr>
        <p:spPr>
          <a:xfrm flipH="1" flipV="1">
            <a:off x="1433239" y="5166528"/>
            <a:ext cx="11816" cy="220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54C1243-7FA5-49AB-9A24-63EDA374FFF5}"/>
              </a:ext>
            </a:extLst>
          </p:cNvPr>
          <p:cNvCxnSpPr>
            <a:cxnSpLocks/>
          </p:cNvCxnSpPr>
          <p:nvPr/>
        </p:nvCxnSpPr>
        <p:spPr>
          <a:xfrm flipH="1">
            <a:off x="1795494" y="4867654"/>
            <a:ext cx="299040" cy="177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6C507556-BB29-40F3-B07D-CB5AF451F912}"/>
              </a:ext>
            </a:extLst>
          </p:cNvPr>
          <p:cNvSpPr/>
          <p:nvPr/>
        </p:nvSpPr>
        <p:spPr>
          <a:xfrm>
            <a:off x="2033563" y="5546058"/>
            <a:ext cx="1023811" cy="11731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34EDF40-DAF7-46C8-AEC4-40B60F146174}"/>
              </a:ext>
            </a:extLst>
          </p:cNvPr>
          <p:cNvCxnSpPr>
            <a:stCxn id="98" idx="1"/>
            <a:endCxn id="98" idx="3"/>
          </p:cNvCxnSpPr>
          <p:nvPr/>
        </p:nvCxnSpPr>
        <p:spPr>
          <a:xfrm>
            <a:off x="2033563" y="6132633"/>
            <a:ext cx="10238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ight Brace 99">
            <a:extLst>
              <a:ext uri="{FF2B5EF4-FFF2-40B4-BE49-F238E27FC236}">
                <a16:creationId xmlns:a16="http://schemas.microsoft.com/office/drawing/2014/main" id="{3F1B520C-213A-4890-B053-127C4D1DE617}"/>
              </a:ext>
            </a:extLst>
          </p:cNvPr>
          <p:cNvSpPr/>
          <p:nvPr/>
        </p:nvSpPr>
        <p:spPr>
          <a:xfrm>
            <a:off x="3119353" y="5546058"/>
            <a:ext cx="130648" cy="58656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ight Brace 100">
            <a:extLst>
              <a:ext uri="{FF2B5EF4-FFF2-40B4-BE49-F238E27FC236}">
                <a16:creationId xmlns:a16="http://schemas.microsoft.com/office/drawing/2014/main" id="{D5D77BCB-4DDF-4292-A378-3E899163C570}"/>
              </a:ext>
            </a:extLst>
          </p:cNvPr>
          <p:cNvSpPr/>
          <p:nvPr/>
        </p:nvSpPr>
        <p:spPr>
          <a:xfrm>
            <a:off x="3115690" y="6129363"/>
            <a:ext cx="130648" cy="58656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3DC48E0-7E01-4227-91E8-A72B037ABA47}"/>
              </a:ext>
            </a:extLst>
          </p:cNvPr>
          <p:cNvSpPr txBox="1"/>
          <p:nvPr/>
        </p:nvSpPr>
        <p:spPr>
          <a:xfrm>
            <a:off x="3308717" y="5683821"/>
            <a:ext cx="1588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A 64*2*8 </a:t>
            </a:r>
            <a:r>
              <a:rPr lang="en-US" sz="1400" dirty="0" err="1">
                <a:latin typeface="Consolas" panose="020B0609020204030204" pitchFamily="49" charset="0"/>
              </a:rPr>
              <a:t>dword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1A14F84-B2DF-4CBD-92CB-2B9ABBF2E021}"/>
              </a:ext>
            </a:extLst>
          </p:cNvPr>
          <p:cNvSpPr txBox="1"/>
          <p:nvPr/>
        </p:nvSpPr>
        <p:spPr>
          <a:xfrm>
            <a:off x="3308717" y="6285800"/>
            <a:ext cx="1588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B 64*2*8 </a:t>
            </a:r>
            <a:r>
              <a:rPr lang="en-US" sz="1400" dirty="0" err="1">
                <a:latin typeface="Consolas" panose="020B0609020204030204" pitchFamily="49" charset="0"/>
              </a:rPr>
              <a:t>dword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9E57990-0986-4ACC-A9CA-E3231AB637F6}"/>
              </a:ext>
            </a:extLst>
          </p:cNvPr>
          <p:cNvSpPr txBox="1"/>
          <p:nvPr/>
        </p:nvSpPr>
        <p:spPr>
          <a:xfrm>
            <a:off x="2012875" y="5533469"/>
            <a:ext cx="658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smem</a:t>
            </a:r>
            <a:endParaRPr lang="en-US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A3133D2-1B1B-4581-87E0-F685B23549C7}"/>
              </a:ext>
            </a:extLst>
          </p:cNvPr>
          <p:cNvSpPr txBox="1"/>
          <p:nvPr/>
        </p:nvSpPr>
        <p:spPr>
          <a:xfrm>
            <a:off x="5459484" y="138793"/>
            <a:ext cx="97374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AMD</a:t>
            </a:r>
          </a:p>
        </p:txBody>
      </p:sp>
    </p:spTree>
    <p:extLst>
      <p:ext uri="{BB962C8B-B14F-4D97-AF65-F5344CB8AC3E}">
        <p14:creationId xmlns:p14="http://schemas.microsoft.com/office/powerpoint/2010/main" val="2648191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917413-7225-4367-8779-AECDA14564E5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fft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convolution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3E89EA-4577-4532-BBB4-F11C43CB7B0E}"/>
              </a:ext>
            </a:extLst>
          </p:cNvPr>
          <p:cNvSpPr txBox="1"/>
          <p:nvPr/>
        </p:nvSpPr>
        <p:spPr>
          <a:xfrm>
            <a:off x="3068149" y="138793"/>
            <a:ext cx="21647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en-US" dirty="0">
                <a:latin typeface="Consolas" panose="020B0609020204030204" pitchFamily="49" charset="0"/>
              </a:rPr>
              <a:t>. </a:t>
            </a:r>
            <a:r>
              <a:rPr lang="en-US" altLang="zh-CN" dirty="0" err="1">
                <a:latin typeface="Consolas" panose="020B0609020204030204" pitchFamily="49" charset="0"/>
              </a:rPr>
              <a:t>cgemm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876DC7-2474-4C1A-A7C9-948F3BB00160}"/>
              </a:ext>
            </a:extLst>
          </p:cNvPr>
          <p:cNvSpPr/>
          <p:nvPr/>
        </p:nvSpPr>
        <p:spPr>
          <a:xfrm>
            <a:off x="1691437" y="1684615"/>
            <a:ext cx="5034592" cy="50345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198DAF-8A2C-4AE1-90E1-55EFA1A4BEB3}"/>
              </a:ext>
            </a:extLst>
          </p:cNvPr>
          <p:cNvSpPr/>
          <p:nvPr/>
        </p:nvSpPr>
        <p:spPr>
          <a:xfrm>
            <a:off x="1067446" y="1718482"/>
            <a:ext cx="204453" cy="50345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2DB97F-9D86-4CF7-8C77-51207230F317}"/>
              </a:ext>
            </a:extLst>
          </p:cNvPr>
          <p:cNvSpPr/>
          <p:nvPr/>
        </p:nvSpPr>
        <p:spPr>
          <a:xfrm>
            <a:off x="1691438" y="1120043"/>
            <a:ext cx="5034591" cy="16112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EFBB84-AA4F-4D1A-AFBC-99D8244F6C2C}"/>
              </a:ext>
            </a:extLst>
          </p:cNvPr>
          <p:cNvCxnSpPr>
            <a:cxnSpLocks/>
            <a:stCxn id="6" idx="1"/>
            <a:endCxn id="6" idx="3"/>
          </p:cNvCxnSpPr>
          <p:nvPr/>
        </p:nvCxnSpPr>
        <p:spPr>
          <a:xfrm>
            <a:off x="1691437" y="4201911"/>
            <a:ext cx="5034592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A0C08E5-034F-4B05-9C81-FD07168F0DC3}"/>
              </a:ext>
            </a:extLst>
          </p:cNvPr>
          <p:cNvCxnSpPr>
            <a:cxnSpLocks/>
            <a:stCxn id="6" idx="0"/>
            <a:endCxn id="6" idx="2"/>
          </p:cNvCxnSpPr>
          <p:nvPr/>
        </p:nvCxnSpPr>
        <p:spPr>
          <a:xfrm>
            <a:off x="4208733" y="1684615"/>
            <a:ext cx="0" cy="503459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AE8EE56-8929-40D7-8287-B400D5275356}"/>
              </a:ext>
            </a:extLst>
          </p:cNvPr>
          <p:cNvCxnSpPr>
            <a:cxnSpLocks/>
          </p:cNvCxnSpPr>
          <p:nvPr/>
        </p:nvCxnSpPr>
        <p:spPr>
          <a:xfrm>
            <a:off x="2985288" y="1718482"/>
            <a:ext cx="0" cy="5035395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E8DFA5F-5B99-43BF-99C4-6EC29F1F3AE5}"/>
              </a:ext>
            </a:extLst>
          </p:cNvPr>
          <p:cNvCxnSpPr>
            <a:cxnSpLocks/>
          </p:cNvCxnSpPr>
          <p:nvPr/>
        </p:nvCxnSpPr>
        <p:spPr>
          <a:xfrm>
            <a:off x="5412815" y="1718482"/>
            <a:ext cx="0" cy="500072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17A150C-5263-4872-86A4-5005FB3ABCA5}"/>
              </a:ext>
            </a:extLst>
          </p:cNvPr>
          <p:cNvSpPr txBox="1"/>
          <p:nvPr/>
        </p:nvSpPr>
        <p:spPr>
          <a:xfrm>
            <a:off x="1920530" y="3048572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warp_0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6D0CEC-CF8C-4CEA-9AE5-FE4F5EC2EDBB}"/>
              </a:ext>
            </a:extLst>
          </p:cNvPr>
          <p:cNvSpPr txBox="1"/>
          <p:nvPr/>
        </p:nvSpPr>
        <p:spPr>
          <a:xfrm>
            <a:off x="1976247" y="5414121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warp_1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543FDA-A603-4CF2-BE79-974F97284C9F}"/>
              </a:ext>
            </a:extLst>
          </p:cNvPr>
          <p:cNvSpPr txBox="1"/>
          <p:nvPr/>
        </p:nvSpPr>
        <p:spPr>
          <a:xfrm>
            <a:off x="3228110" y="3048572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warp_2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FAD7FA-0CE9-4D61-92F6-7185ED0C888C}"/>
              </a:ext>
            </a:extLst>
          </p:cNvPr>
          <p:cNvSpPr txBox="1"/>
          <p:nvPr/>
        </p:nvSpPr>
        <p:spPr>
          <a:xfrm>
            <a:off x="4462357" y="3069538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warp_4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6F3D80-E646-4BFF-A4FE-041C53632C00}"/>
              </a:ext>
            </a:extLst>
          </p:cNvPr>
          <p:cNvSpPr txBox="1"/>
          <p:nvPr/>
        </p:nvSpPr>
        <p:spPr>
          <a:xfrm>
            <a:off x="5596796" y="3071865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warp_6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9AD63B-5E0A-45C0-A62E-FA98D388CBD8}"/>
              </a:ext>
            </a:extLst>
          </p:cNvPr>
          <p:cNvSpPr txBox="1"/>
          <p:nvPr/>
        </p:nvSpPr>
        <p:spPr>
          <a:xfrm>
            <a:off x="3239744" y="5411918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warp_3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C51C7A-6613-42D9-911D-F29BEE198A18}"/>
              </a:ext>
            </a:extLst>
          </p:cNvPr>
          <p:cNvSpPr txBox="1"/>
          <p:nvPr/>
        </p:nvSpPr>
        <p:spPr>
          <a:xfrm>
            <a:off x="4462357" y="5411918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warp_5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3BAFB4-B2C3-439C-9173-DC55A1797D58}"/>
              </a:ext>
            </a:extLst>
          </p:cNvPr>
          <p:cNvSpPr txBox="1"/>
          <p:nvPr/>
        </p:nvSpPr>
        <p:spPr>
          <a:xfrm>
            <a:off x="5654325" y="5427923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warp_7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306C56-A200-4DE4-BF42-C6E62B30E9B7}"/>
              </a:ext>
            </a:extLst>
          </p:cNvPr>
          <p:cNvSpPr/>
          <p:nvPr/>
        </p:nvSpPr>
        <p:spPr>
          <a:xfrm>
            <a:off x="3493975" y="1354488"/>
            <a:ext cx="20784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64 float2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A9E79C-3A3C-4DC8-A5E2-A6016C3902D5}"/>
              </a:ext>
            </a:extLst>
          </p:cNvPr>
          <p:cNvSpPr/>
          <p:nvPr/>
        </p:nvSpPr>
        <p:spPr>
          <a:xfrm>
            <a:off x="103888" y="3799362"/>
            <a:ext cx="97582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64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float2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A85B1A-F184-4442-8D85-C3F8E62B8F27}"/>
              </a:ext>
            </a:extLst>
          </p:cNvPr>
          <p:cNvSpPr/>
          <p:nvPr/>
        </p:nvSpPr>
        <p:spPr>
          <a:xfrm>
            <a:off x="7930110" y="785710"/>
            <a:ext cx="1653646" cy="345073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6B25D21-C328-4924-85C2-DF0D7DFED3E7}"/>
              </a:ext>
            </a:extLst>
          </p:cNvPr>
          <p:cNvCxnSpPr>
            <a:cxnSpLocks/>
            <a:stCxn id="29" idx="1"/>
            <a:endCxn id="29" idx="3"/>
          </p:cNvCxnSpPr>
          <p:nvPr/>
        </p:nvCxnSpPr>
        <p:spPr>
          <a:xfrm>
            <a:off x="7930110" y="2511075"/>
            <a:ext cx="1653646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925F424-424D-4F28-BE81-A279EA056F3C}"/>
              </a:ext>
            </a:extLst>
          </p:cNvPr>
          <p:cNvCxnSpPr>
            <a:cxnSpLocks/>
            <a:stCxn id="29" idx="0"/>
            <a:endCxn id="29" idx="2"/>
          </p:cNvCxnSpPr>
          <p:nvPr/>
        </p:nvCxnSpPr>
        <p:spPr>
          <a:xfrm>
            <a:off x="8756933" y="785710"/>
            <a:ext cx="0" cy="345073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0E2980F1-8CEC-47B7-8F91-6FD88C3156C1}"/>
              </a:ext>
            </a:extLst>
          </p:cNvPr>
          <p:cNvSpPr/>
          <p:nvPr/>
        </p:nvSpPr>
        <p:spPr>
          <a:xfrm>
            <a:off x="8214771" y="180308"/>
            <a:ext cx="20784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16 float2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32 </a:t>
            </a:r>
            <a:r>
              <a:rPr lang="en-US" sz="1600" dirty="0" err="1">
                <a:latin typeface="Consolas" panose="020B0609020204030204" pitchFamily="49" charset="0"/>
              </a:rPr>
              <a:t>dword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97D9F8B-4310-4752-9795-67741C0B0FE2}"/>
              </a:ext>
            </a:extLst>
          </p:cNvPr>
          <p:cNvSpPr/>
          <p:nvPr/>
        </p:nvSpPr>
        <p:spPr>
          <a:xfrm>
            <a:off x="6798652" y="2065876"/>
            <a:ext cx="20784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32 float2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64 </a:t>
            </a:r>
            <a:r>
              <a:rPr lang="en-US" sz="1600" dirty="0" err="1">
                <a:latin typeface="Consolas" panose="020B0609020204030204" pitchFamily="49" charset="0"/>
              </a:rPr>
              <a:t>dword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B76DBC-26A9-4250-99E1-A62FD86FFF11}"/>
              </a:ext>
            </a:extLst>
          </p:cNvPr>
          <p:cNvSpPr txBox="1"/>
          <p:nvPr/>
        </p:nvSpPr>
        <p:spPr>
          <a:xfrm>
            <a:off x="9700359" y="610673"/>
            <a:ext cx="2378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Warp, 32 thread</a:t>
            </a:r>
          </a:p>
          <a:p>
            <a:r>
              <a:rPr lang="en-US" sz="1600" dirty="0"/>
              <a:t>   4x sub-block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9737016-DB73-4D22-9E96-9829231B5DD6}"/>
              </a:ext>
            </a:extLst>
          </p:cNvPr>
          <p:cNvSpPr/>
          <p:nvPr/>
        </p:nvSpPr>
        <p:spPr>
          <a:xfrm>
            <a:off x="149290" y="568655"/>
            <a:ext cx="1704313" cy="36933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warp mapping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84B90B8-B6E3-4C19-9179-895BAB50BD4E}"/>
              </a:ext>
            </a:extLst>
          </p:cNvPr>
          <p:cNvSpPr/>
          <p:nvPr/>
        </p:nvSpPr>
        <p:spPr>
          <a:xfrm>
            <a:off x="9743345" y="229850"/>
            <a:ext cx="1957587" cy="36933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thread mapping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D3F059A-66ED-4581-BBD3-D6CA24815FCB}"/>
              </a:ext>
            </a:extLst>
          </p:cNvPr>
          <p:cNvSpPr/>
          <p:nvPr/>
        </p:nvSpPr>
        <p:spPr>
          <a:xfrm>
            <a:off x="7944135" y="797753"/>
            <a:ext cx="206370" cy="2136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B1BCDE4-00EB-48AF-B570-B1810237CFA8}"/>
              </a:ext>
            </a:extLst>
          </p:cNvPr>
          <p:cNvCxnSpPr>
            <a:cxnSpLocks/>
          </p:cNvCxnSpPr>
          <p:nvPr/>
        </p:nvCxnSpPr>
        <p:spPr>
          <a:xfrm>
            <a:off x="7937227" y="1648633"/>
            <a:ext cx="819706" cy="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E97808F-DE75-49FE-A8F8-0AA16667088A}"/>
              </a:ext>
            </a:extLst>
          </p:cNvPr>
          <p:cNvCxnSpPr>
            <a:cxnSpLocks/>
          </p:cNvCxnSpPr>
          <p:nvPr/>
        </p:nvCxnSpPr>
        <p:spPr>
          <a:xfrm>
            <a:off x="7937227" y="2071966"/>
            <a:ext cx="819706" cy="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82DE01E-D144-4C56-8A1A-92797BED5BA2}"/>
              </a:ext>
            </a:extLst>
          </p:cNvPr>
          <p:cNvCxnSpPr>
            <a:cxnSpLocks/>
          </p:cNvCxnSpPr>
          <p:nvPr/>
        </p:nvCxnSpPr>
        <p:spPr>
          <a:xfrm>
            <a:off x="7937227" y="1860299"/>
            <a:ext cx="819706" cy="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FCF1EEF-C527-4FAF-8980-8FE1CEFDE8AA}"/>
              </a:ext>
            </a:extLst>
          </p:cNvPr>
          <p:cNvCxnSpPr>
            <a:cxnSpLocks/>
          </p:cNvCxnSpPr>
          <p:nvPr/>
        </p:nvCxnSpPr>
        <p:spPr>
          <a:xfrm>
            <a:off x="7937227" y="2296333"/>
            <a:ext cx="819706" cy="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A7CE515-30BD-471F-B37B-49F697DC65F0}"/>
              </a:ext>
            </a:extLst>
          </p:cNvPr>
          <p:cNvCxnSpPr>
            <a:cxnSpLocks/>
          </p:cNvCxnSpPr>
          <p:nvPr/>
        </p:nvCxnSpPr>
        <p:spPr>
          <a:xfrm>
            <a:off x="7937227" y="1263400"/>
            <a:ext cx="819706" cy="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FCEACC4-FF28-4663-8ABC-BFD7945AE19A}"/>
              </a:ext>
            </a:extLst>
          </p:cNvPr>
          <p:cNvCxnSpPr>
            <a:cxnSpLocks/>
          </p:cNvCxnSpPr>
          <p:nvPr/>
        </p:nvCxnSpPr>
        <p:spPr>
          <a:xfrm>
            <a:off x="7937227" y="1022118"/>
            <a:ext cx="819706" cy="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7B95089-9DAE-4646-A919-C5C673A4DF03}"/>
              </a:ext>
            </a:extLst>
          </p:cNvPr>
          <p:cNvCxnSpPr>
            <a:cxnSpLocks/>
          </p:cNvCxnSpPr>
          <p:nvPr/>
        </p:nvCxnSpPr>
        <p:spPr>
          <a:xfrm>
            <a:off x="7937227" y="1463425"/>
            <a:ext cx="819706" cy="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A1F933E-6DF3-4263-A048-E338593FF6AE}"/>
              </a:ext>
            </a:extLst>
          </p:cNvPr>
          <p:cNvCxnSpPr>
            <a:cxnSpLocks/>
          </p:cNvCxnSpPr>
          <p:nvPr/>
        </p:nvCxnSpPr>
        <p:spPr>
          <a:xfrm>
            <a:off x="8350533" y="801591"/>
            <a:ext cx="0" cy="1694084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8EFED35-938A-4F38-A97A-7C64126813DE}"/>
              </a:ext>
            </a:extLst>
          </p:cNvPr>
          <p:cNvCxnSpPr>
            <a:cxnSpLocks/>
          </p:cNvCxnSpPr>
          <p:nvPr/>
        </p:nvCxnSpPr>
        <p:spPr>
          <a:xfrm>
            <a:off x="8547383" y="816991"/>
            <a:ext cx="0" cy="1694084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7FE8888-FB0C-4032-87A4-3324EAECAA7B}"/>
              </a:ext>
            </a:extLst>
          </p:cNvPr>
          <p:cNvCxnSpPr>
            <a:cxnSpLocks/>
          </p:cNvCxnSpPr>
          <p:nvPr/>
        </p:nvCxnSpPr>
        <p:spPr>
          <a:xfrm>
            <a:off x="8150505" y="816991"/>
            <a:ext cx="0" cy="1694084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84A8D417-D459-433D-B81B-33E51F1F0BFB}"/>
              </a:ext>
            </a:extLst>
          </p:cNvPr>
          <p:cNvSpPr/>
          <p:nvPr/>
        </p:nvSpPr>
        <p:spPr>
          <a:xfrm>
            <a:off x="8764050" y="799859"/>
            <a:ext cx="206370" cy="2136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711E47D-FCE9-4766-BC1B-59810D560DBA}"/>
              </a:ext>
            </a:extLst>
          </p:cNvPr>
          <p:cNvSpPr/>
          <p:nvPr/>
        </p:nvSpPr>
        <p:spPr>
          <a:xfrm>
            <a:off x="7944135" y="2511075"/>
            <a:ext cx="206370" cy="2136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34FE006-C5FE-44AF-B9BA-F9DC0EF40B7F}"/>
              </a:ext>
            </a:extLst>
          </p:cNvPr>
          <p:cNvSpPr/>
          <p:nvPr/>
        </p:nvSpPr>
        <p:spPr>
          <a:xfrm>
            <a:off x="8753351" y="2514176"/>
            <a:ext cx="206370" cy="2136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7" name="Table 86">
            <a:extLst>
              <a:ext uri="{FF2B5EF4-FFF2-40B4-BE49-F238E27FC236}">
                <a16:creationId xmlns:a16="http://schemas.microsoft.com/office/drawing/2014/main" id="{4E5A5A33-BE5B-4338-B64E-2CDCAC20F4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823531"/>
              </p:ext>
            </p:extLst>
          </p:nvPr>
        </p:nvGraphicFramePr>
        <p:xfrm>
          <a:off x="10401122" y="1282178"/>
          <a:ext cx="1524448" cy="295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112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  <a:gridCol w="381112">
                  <a:extLst>
                    <a:ext uri="{9D8B030D-6E8A-4147-A177-3AD203B41FA5}">
                      <a16:colId xmlns:a16="http://schemas.microsoft.com/office/drawing/2014/main" val="2032259073"/>
                    </a:ext>
                  </a:extLst>
                </a:gridCol>
                <a:gridCol w="381112">
                  <a:extLst>
                    <a:ext uri="{9D8B030D-6E8A-4147-A177-3AD203B41FA5}">
                      <a16:colId xmlns:a16="http://schemas.microsoft.com/office/drawing/2014/main" val="3855156980"/>
                    </a:ext>
                  </a:extLst>
                </a:gridCol>
                <a:gridCol w="381112">
                  <a:extLst>
                    <a:ext uri="{9D8B030D-6E8A-4147-A177-3AD203B41FA5}">
                      <a16:colId xmlns:a16="http://schemas.microsoft.com/office/drawing/2014/main" val="1598584185"/>
                    </a:ext>
                  </a:extLst>
                </a:gridCol>
              </a:tblGrid>
              <a:tr h="36958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t0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t1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  <a:tr h="36958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t2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t3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79264"/>
                  </a:ext>
                </a:extLst>
              </a:tr>
              <a:tr h="36958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t4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t5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102691"/>
                  </a:ext>
                </a:extLst>
              </a:tr>
              <a:tr h="36958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t6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t7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696488"/>
                  </a:ext>
                </a:extLst>
              </a:tr>
              <a:tr h="36958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t8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t9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56909"/>
                  </a:ext>
                </a:extLst>
              </a:tr>
              <a:tr h="36958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364704"/>
                  </a:ext>
                </a:extLst>
              </a:tr>
              <a:tr h="36958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13360"/>
                  </a:ext>
                </a:extLst>
              </a:tr>
              <a:tr h="36958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76400" marR="76400" marT="38200" marB="38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743136"/>
                  </a:ext>
                </a:extLst>
              </a:tr>
            </a:tbl>
          </a:graphicData>
        </a:graphic>
      </p:graphicFrame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B1EA538-C1DB-4E2C-86B1-BAA1562CF56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6726029" y="4201911"/>
            <a:ext cx="1258647" cy="16006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3E1CFE0-4FC9-43C9-B3AB-DF994AE713FB}"/>
              </a:ext>
            </a:extLst>
          </p:cNvPr>
          <p:cNvCxnSpPr>
            <a:cxnSpLocks/>
          </p:cNvCxnSpPr>
          <p:nvPr/>
        </p:nvCxnSpPr>
        <p:spPr>
          <a:xfrm flipV="1">
            <a:off x="6749170" y="780837"/>
            <a:ext cx="1166915" cy="912205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5286B16-6B68-43E5-AF80-E528CBCDF12F}"/>
              </a:ext>
            </a:extLst>
          </p:cNvPr>
          <p:cNvCxnSpPr>
            <a:cxnSpLocks/>
          </p:cNvCxnSpPr>
          <p:nvPr/>
        </p:nvCxnSpPr>
        <p:spPr>
          <a:xfrm>
            <a:off x="8744233" y="2507975"/>
            <a:ext cx="1656889" cy="1693936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B5AC613E-2D4F-4DF0-A5CE-52A10301678A}"/>
              </a:ext>
            </a:extLst>
          </p:cNvPr>
          <p:cNvCxnSpPr>
            <a:cxnSpLocks/>
            <a:stCxn id="29" idx="0"/>
          </p:cNvCxnSpPr>
          <p:nvPr/>
        </p:nvCxnSpPr>
        <p:spPr>
          <a:xfrm>
            <a:off x="8756933" y="785710"/>
            <a:ext cx="1644188" cy="495456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E54E3680-BB47-4F92-A4F9-9D7E986773BD}"/>
              </a:ext>
            </a:extLst>
          </p:cNvPr>
          <p:cNvSpPr txBox="1"/>
          <p:nvPr/>
        </p:nvSpPr>
        <p:spPr>
          <a:xfrm>
            <a:off x="3888795" y="3738219"/>
            <a:ext cx="1043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</a:t>
            </a:r>
          </a:p>
          <a:p>
            <a:r>
              <a:rPr lang="en-US" sz="1400" dirty="0" err="1"/>
              <a:t>col_major</a:t>
            </a:r>
            <a:endParaRPr lang="en-US" sz="14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C5713D9-46E3-4C7E-9D91-E8387368852F}"/>
              </a:ext>
            </a:extLst>
          </p:cNvPr>
          <p:cNvSpPr txBox="1"/>
          <p:nvPr/>
        </p:nvSpPr>
        <p:spPr>
          <a:xfrm>
            <a:off x="-1595" y="4775740"/>
            <a:ext cx="10688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A</a:t>
            </a:r>
          </a:p>
          <a:p>
            <a:pPr algn="r"/>
            <a:r>
              <a:rPr lang="en-US" sz="1400" dirty="0" err="1"/>
              <a:t>col_major</a:t>
            </a:r>
            <a:endParaRPr lang="en-US" sz="14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ABDF79-B4A8-4C4E-BB76-71736E089E56}"/>
              </a:ext>
            </a:extLst>
          </p:cNvPr>
          <p:cNvSpPr txBox="1"/>
          <p:nvPr/>
        </p:nvSpPr>
        <p:spPr>
          <a:xfrm>
            <a:off x="5655724" y="386598"/>
            <a:ext cx="15716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</a:t>
            </a:r>
          </a:p>
          <a:p>
            <a:r>
              <a:rPr lang="en-US" sz="1400" dirty="0" err="1"/>
              <a:t>row_major</a:t>
            </a:r>
            <a:endParaRPr lang="en-US" sz="1400" dirty="0"/>
          </a:p>
        </p:txBody>
      </p:sp>
      <p:graphicFrame>
        <p:nvGraphicFramePr>
          <p:cNvPr id="122" name="Table 121">
            <a:extLst>
              <a:ext uri="{FF2B5EF4-FFF2-40B4-BE49-F238E27FC236}">
                <a16:creationId xmlns:a16="http://schemas.microsoft.com/office/drawing/2014/main" id="{EA11D333-7B37-4C48-A077-C0AEBE7B9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856077"/>
              </p:ext>
            </p:extLst>
          </p:nvPr>
        </p:nvGraphicFramePr>
        <p:xfrm>
          <a:off x="9649788" y="5383130"/>
          <a:ext cx="425518" cy="412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59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  <a:gridCol w="212759">
                  <a:extLst>
                    <a:ext uri="{9D8B030D-6E8A-4147-A177-3AD203B41FA5}">
                      <a16:colId xmlns:a16="http://schemas.microsoft.com/office/drawing/2014/main" val="2032259073"/>
                    </a:ext>
                  </a:extLst>
                </a:gridCol>
              </a:tblGrid>
              <a:tr h="2063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dirty="0">
                          <a:solidFill>
                            <a:schemeClr val="tx1"/>
                          </a:solidFill>
                        </a:rPr>
                        <a:t>c0</a:t>
                      </a:r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c4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c1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c5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779264"/>
                  </a:ext>
                </a:extLst>
              </a:tr>
            </a:tbl>
          </a:graphicData>
        </a:graphic>
      </p:graphicFrame>
      <p:graphicFrame>
        <p:nvGraphicFramePr>
          <p:cNvPr id="123" name="Table 122">
            <a:extLst>
              <a:ext uri="{FF2B5EF4-FFF2-40B4-BE49-F238E27FC236}">
                <a16:creationId xmlns:a16="http://schemas.microsoft.com/office/drawing/2014/main" id="{9B0B41F2-63DE-4237-9A25-3BA0104753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367005"/>
              </p:ext>
            </p:extLst>
          </p:nvPr>
        </p:nvGraphicFramePr>
        <p:xfrm>
          <a:off x="9649788" y="5041909"/>
          <a:ext cx="425518" cy="206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59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  <a:gridCol w="212759">
                  <a:extLst>
                    <a:ext uri="{9D8B030D-6E8A-4147-A177-3AD203B41FA5}">
                      <a16:colId xmlns:a16="http://schemas.microsoft.com/office/drawing/2014/main" val="2032259073"/>
                    </a:ext>
                  </a:extLst>
                </a:gridCol>
              </a:tblGrid>
              <a:tr h="206326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</a:tbl>
          </a:graphicData>
        </a:graphic>
      </p:graphicFrame>
      <p:graphicFrame>
        <p:nvGraphicFramePr>
          <p:cNvPr id="124" name="Table 123">
            <a:extLst>
              <a:ext uri="{FF2B5EF4-FFF2-40B4-BE49-F238E27FC236}">
                <a16:creationId xmlns:a16="http://schemas.microsoft.com/office/drawing/2014/main" id="{2541530D-CC48-47ED-A3C4-1B2908E80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538002"/>
              </p:ext>
            </p:extLst>
          </p:nvPr>
        </p:nvGraphicFramePr>
        <p:xfrm>
          <a:off x="10109701" y="5383130"/>
          <a:ext cx="425518" cy="412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59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  <a:gridCol w="212759">
                  <a:extLst>
                    <a:ext uri="{9D8B030D-6E8A-4147-A177-3AD203B41FA5}">
                      <a16:colId xmlns:a16="http://schemas.microsoft.com/office/drawing/2014/main" val="2032259073"/>
                    </a:ext>
                  </a:extLst>
                </a:gridCol>
              </a:tblGrid>
              <a:tr h="206326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c8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c9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779264"/>
                  </a:ext>
                </a:extLst>
              </a:tr>
            </a:tbl>
          </a:graphicData>
        </a:graphic>
      </p:graphicFrame>
      <p:graphicFrame>
        <p:nvGraphicFramePr>
          <p:cNvPr id="125" name="Table 124">
            <a:extLst>
              <a:ext uri="{FF2B5EF4-FFF2-40B4-BE49-F238E27FC236}">
                <a16:creationId xmlns:a16="http://schemas.microsoft.com/office/drawing/2014/main" id="{33223BFC-EDFA-45FE-ACEA-88F2831E97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957588"/>
              </p:ext>
            </p:extLst>
          </p:nvPr>
        </p:nvGraphicFramePr>
        <p:xfrm>
          <a:off x="9649788" y="5832108"/>
          <a:ext cx="425518" cy="412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59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  <a:gridCol w="212759">
                  <a:extLst>
                    <a:ext uri="{9D8B030D-6E8A-4147-A177-3AD203B41FA5}">
                      <a16:colId xmlns:a16="http://schemas.microsoft.com/office/drawing/2014/main" val="2032259073"/>
                    </a:ext>
                  </a:extLst>
                </a:gridCol>
              </a:tblGrid>
              <a:tr h="206326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c2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c6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c3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c7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779264"/>
                  </a:ext>
                </a:extLst>
              </a:tr>
            </a:tbl>
          </a:graphicData>
        </a:graphic>
      </p:graphicFrame>
      <p:graphicFrame>
        <p:nvGraphicFramePr>
          <p:cNvPr id="126" name="Table 125">
            <a:extLst>
              <a:ext uri="{FF2B5EF4-FFF2-40B4-BE49-F238E27FC236}">
                <a16:creationId xmlns:a16="http://schemas.microsoft.com/office/drawing/2014/main" id="{086513F9-E987-4A2A-B582-0FEFCE342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458941"/>
              </p:ext>
            </p:extLst>
          </p:nvPr>
        </p:nvGraphicFramePr>
        <p:xfrm>
          <a:off x="10109701" y="5832108"/>
          <a:ext cx="425518" cy="412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59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  <a:gridCol w="212759">
                  <a:extLst>
                    <a:ext uri="{9D8B030D-6E8A-4147-A177-3AD203B41FA5}">
                      <a16:colId xmlns:a16="http://schemas.microsoft.com/office/drawing/2014/main" val="2032259073"/>
                    </a:ext>
                  </a:extLst>
                </a:gridCol>
              </a:tblGrid>
              <a:tr h="206326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779264"/>
                  </a:ext>
                </a:extLst>
              </a:tr>
            </a:tbl>
          </a:graphicData>
        </a:graphic>
      </p:graphicFrame>
      <p:graphicFrame>
        <p:nvGraphicFramePr>
          <p:cNvPr id="127" name="Table 126">
            <a:extLst>
              <a:ext uri="{FF2B5EF4-FFF2-40B4-BE49-F238E27FC236}">
                <a16:creationId xmlns:a16="http://schemas.microsoft.com/office/drawing/2014/main" id="{5A34D518-C028-475D-BF7B-29C9E416F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286517"/>
              </p:ext>
            </p:extLst>
          </p:nvPr>
        </p:nvGraphicFramePr>
        <p:xfrm>
          <a:off x="10109701" y="5041909"/>
          <a:ext cx="425518" cy="206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59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  <a:gridCol w="212759">
                  <a:extLst>
                    <a:ext uri="{9D8B030D-6E8A-4147-A177-3AD203B41FA5}">
                      <a16:colId xmlns:a16="http://schemas.microsoft.com/office/drawing/2014/main" val="2032259073"/>
                    </a:ext>
                  </a:extLst>
                </a:gridCol>
              </a:tblGrid>
              <a:tr h="206326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</a:tbl>
          </a:graphicData>
        </a:graphic>
      </p:graphicFrame>
      <p:graphicFrame>
        <p:nvGraphicFramePr>
          <p:cNvPr id="128" name="Table 127">
            <a:extLst>
              <a:ext uri="{FF2B5EF4-FFF2-40B4-BE49-F238E27FC236}">
                <a16:creationId xmlns:a16="http://schemas.microsoft.com/office/drawing/2014/main" id="{76BBBEDB-2F8C-4CB9-AA77-B638EA546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413820"/>
              </p:ext>
            </p:extLst>
          </p:nvPr>
        </p:nvGraphicFramePr>
        <p:xfrm>
          <a:off x="9227733" y="5383130"/>
          <a:ext cx="212759" cy="412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59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</a:tblGrid>
              <a:tr h="206326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79264"/>
                  </a:ext>
                </a:extLst>
              </a:tr>
            </a:tbl>
          </a:graphicData>
        </a:graphic>
      </p:graphicFrame>
      <p:graphicFrame>
        <p:nvGraphicFramePr>
          <p:cNvPr id="129" name="Table 128">
            <a:extLst>
              <a:ext uri="{FF2B5EF4-FFF2-40B4-BE49-F238E27FC236}">
                <a16:creationId xmlns:a16="http://schemas.microsoft.com/office/drawing/2014/main" id="{F8695BC5-B874-41FE-89CF-6B48CCCAE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0336"/>
              </p:ext>
            </p:extLst>
          </p:nvPr>
        </p:nvGraphicFramePr>
        <p:xfrm>
          <a:off x="9227733" y="5831723"/>
          <a:ext cx="212759" cy="412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59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</a:tblGrid>
              <a:tr h="206326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79264"/>
                  </a:ext>
                </a:extLst>
              </a:tr>
            </a:tbl>
          </a:graphicData>
        </a:graphic>
      </p:graphicFrame>
      <p:sp>
        <p:nvSpPr>
          <p:cNvPr id="130" name="TextBox 129">
            <a:extLst>
              <a:ext uri="{FF2B5EF4-FFF2-40B4-BE49-F238E27FC236}">
                <a16:creationId xmlns:a16="http://schemas.microsoft.com/office/drawing/2014/main" id="{0446DC9A-EE10-45AB-9AA8-994B9509E002}"/>
              </a:ext>
            </a:extLst>
          </p:cNvPr>
          <p:cNvSpPr txBox="1"/>
          <p:nvPr/>
        </p:nvSpPr>
        <p:spPr>
          <a:xfrm>
            <a:off x="10595983" y="5453274"/>
            <a:ext cx="10581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</a:t>
            </a:r>
          </a:p>
          <a:p>
            <a:r>
              <a:rPr lang="en-US" sz="1600" dirty="0"/>
              <a:t>16 float2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C5ACC69-CB58-499B-9584-988614EAE138}"/>
              </a:ext>
            </a:extLst>
          </p:cNvPr>
          <p:cNvSpPr txBox="1"/>
          <p:nvPr/>
        </p:nvSpPr>
        <p:spPr>
          <a:xfrm>
            <a:off x="10595983" y="4975795"/>
            <a:ext cx="11906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B, 4 float2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879163A-DB8E-45C1-A3F7-7BDC91DEBDDE}"/>
              </a:ext>
            </a:extLst>
          </p:cNvPr>
          <p:cNvSpPr txBox="1"/>
          <p:nvPr/>
        </p:nvSpPr>
        <p:spPr>
          <a:xfrm>
            <a:off x="8564233" y="6181240"/>
            <a:ext cx="1451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A, 4 float2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A8ED021-A7ED-46CE-83D8-560384165236}"/>
              </a:ext>
            </a:extLst>
          </p:cNvPr>
          <p:cNvSpPr/>
          <p:nvPr/>
        </p:nvSpPr>
        <p:spPr>
          <a:xfrm>
            <a:off x="7837867" y="4653682"/>
            <a:ext cx="3948746" cy="19228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C8BEAEE-6287-4FCD-B6F2-DE3AA31C1788}"/>
              </a:ext>
            </a:extLst>
          </p:cNvPr>
          <p:cNvSpPr txBox="1"/>
          <p:nvPr/>
        </p:nvSpPr>
        <p:spPr>
          <a:xfrm>
            <a:off x="7888143" y="4732200"/>
            <a:ext cx="1451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thread tile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1ADCCF0-3BCF-41B6-BFCE-85FC53210133}"/>
              </a:ext>
            </a:extLst>
          </p:cNvPr>
          <p:cNvSpPr txBox="1"/>
          <p:nvPr/>
        </p:nvSpPr>
        <p:spPr>
          <a:xfrm>
            <a:off x="5459484" y="138793"/>
            <a:ext cx="97374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NV</a:t>
            </a:r>
          </a:p>
        </p:txBody>
      </p:sp>
    </p:spTree>
    <p:extLst>
      <p:ext uri="{BB962C8B-B14F-4D97-AF65-F5344CB8AC3E}">
        <p14:creationId xmlns:p14="http://schemas.microsoft.com/office/powerpoint/2010/main" val="4184939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450459-C77C-4A98-9240-030F36287335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fft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convolution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6437AC-1AAA-4D13-A063-BE4AC774DAF3}"/>
              </a:ext>
            </a:extLst>
          </p:cNvPr>
          <p:cNvSpPr txBox="1"/>
          <p:nvPr/>
        </p:nvSpPr>
        <p:spPr>
          <a:xfrm>
            <a:off x="3068149" y="138793"/>
            <a:ext cx="21647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en-US" dirty="0">
                <a:latin typeface="Consolas" panose="020B0609020204030204" pitchFamily="49" charset="0"/>
              </a:rPr>
              <a:t>. </a:t>
            </a:r>
            <a:r>
              <a:rPr lang="en-US" altLang="zh-CN" dirty="0" err="1">
                <a:latin typeface="Consolas" panose="020B0609020204030204" pitchFamily="49" charset="0"/>
              </a:rPr>
              <a:t>cgemm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96904C-5B28-4647-B8C8-C5498D8E12BD}"/>
              </a:ext>
            </a:extLst>
          </p:cNvPr>
          <p:cNvSpPr/>
          <p:nvPr/>
        </p:nvSpPr>
        <p:spPr>
          <a:xfrm>
            <a:off x="1321046" y="1684615"/>
            <a:ext cx="5034592" cy="50345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630577-E07C-49FD-84C9-FE47ABE9FF99}"/>
              </a:ext>
            </a:extLst>
          </p:cNvPr>
          <p:cNvSpPr/>
          <p:nvPr/>
        </p:nvSpPr>
        <p:spPr>
          <a:xfrm>
            <a:off x="893427" y="1684615"/>
            <a:ext cx="204453" cy="50345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88CEB8-289F-4F3A-AE22-259A73D4A982}"/>
              </a:ext>
            </a:extLst>
          </p:cNvPr>
          <p:cNvSpPr/>
          <p:nvPr/>
        </p:nvSpPr>
        <p:spPr>
          <a:xfrm>
            <a:off x="1321047" y="1120043"/>
            <a:ext cx="5034591" cy="16112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8BDD940-7672-4D21-AEF8-ED1CDBF5A3F4}"/>
              </a:ext>
            </a:extLst>
          </p:cNvPr>
          <p:cNvCxnSpPr>
            <a:cxnSpLocks/>
            <a:stCxn id="6" idx="0"/>
            <a:endCxn id="6" idx="2"/>
          </p:cNvCxnSpPr>
          <p:nvPr/>
        </p:nvCxnSpPr>
        <p:spPr>
          <a:xfrm>
            <a:off x="3838342" y="1684615"/>
            <a:ext cx="0" cy="503459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FF79A6A-E582-4001-80CD-0403F18D6A2F}"/>
              </a:ext>
            </a:extLst>
          </p:cNvPr>
          <p:cNvSpPr txBox="1"/>
          <p:nvPr/>
        </p:nvSpPr>
        <p:spPr>
          <a:xfrm>
            <a:off x="1501955" y="4733603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wave_0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FFEAE5-4093-4B23-B034-3C6E9C08221D}"/>
              </a:ext>
            </a:extLst>
          </p:cNvPr>
          <p:cNvSpPr txBox="1"/>
          <p:nvPr/>
        </p:nvSpPr>
        <p:spPr>
          <a:xfrm>
            <a:off x="2803603" y="4732200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wave_1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011B15-DDB2-4DCF-BBD3-F78CBB3FBC49}"/>
              </a:ext>
            </a:extLst>
          </p:cNvPr>
          <p:cNvSpPr txBox="1"/>
          <p:nvPr/>
        </p:nvSpPr>
        <p:spPr>
          <a:xfrm>
            <a:off x="4085480" y="4726036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wave_2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8F2037-FFBB-4AC6-B6CE-576CEBA2D3E9}"/>
              </a:ext>
            </a:extLst>
          </p:cNvPr>
          <p:cNvSpPr txBox="1"/>
          <p:nvPr/>
        </p:nvSpPr>
        <p:spPr>
          <a:xfrm>
            <a:off x="5302742" y="4733603"/>
            <a:ext cx="9235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wave_3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94E20A-3523-4EB0-A48C-BF18E622D247}"/>
              </a:ext>
            </a:extLst>
          </p:cNvPr>
          <p:cNvSpPr/>
          <p:nvPr/>
        </p:nvSpPr>
        <p:spPr>
          <a:xfrm>
            <a:off x="3123584" y="1354488"/>
            <a:ext cx="20784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64 float2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0FF603-BD35-4964-864C-C46C42F74854}"/>
              </a:ext>
            </a:extLst>
          </p:cNvPr>
          <p:cNvSpPr/>
          <p:nvPr/>
        </p:nvSpPr>
        <p:spPr>
          <a:xfrm>
            <a:off x="-22384" y="3473409"/>
            <a:ext cx="97582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64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float2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E00866-DCA2-4EC6-A977-7F15CE187EB1}"/>
              </a:ext>
            </a:extLst>
          </p:cNvPr>
          <p:cNvSpPr/>
          <p:nvPr/>
        </p:nvSpPr>
        <p:spPr>
          <a:xfrm>
            <a:off x="149290" y="565069"/>
            <a:ext cx="1704313" cy="36933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wave mapping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E42FC0-CE88-46DD-A4E3-48711CA6EAF8}"/>
              </a:ext>
            </a:extLst>
          </p:cNvPr>
          <p:cNvSpPr txBox="1"/>
          <p:nvPr/>
        </p:nvSpPr>
        <p:spPr>
          <a:xfrm>
            <a:off x="3518404" y="3738219"/>
            <a:ext cx="1043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</a:t>
            </a:r>
          </a:p>
          <a:p>
            <a:r>
              <a:rPr lang="en-US" sz="1400" dirty="0" err="1"/>
              <a:t>col_major</a:t>
            </a:r>
            <a:endParaRPr lang="en-US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8BA054-D7C5-4997-8BE9-645444A2F910}"/>
              </a:ext>
            </a:extLst>
          </p:cNvPr>
          <p:cNvSpPr txBox="1"/>
          <p:nvPr/>
        </p:nvSpPr>
        <p:spPr>
          <a:xfrm>
            <a:off x="-220031" y="4703990"/>
            <a:ext cx="10688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A</a:t>
            </a:r>
          </a:p>
          <a:p>
            <a:pPr algn="r"/>
            <a:r>
              <a:rPr lang="en-US" sz="1400" dirty="0" err="1"/>
              <a:t>col_major</a:t>
            </a:r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EDEB4D-EF16-44B0-A8CE-13C88377FAB2}"/>
              </a:ext>
            </a:extLst>
          </p:cNvPr>
          <p:cNvSpPr txBox="1"/>
          <p:nvPr/>
        </p:nvSpPr>
        <p:spPr>
          <a:xfrm>
            <a:off x="5387291" y="380403"/>
            <a:ext cx="11740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</a:t>
            </a:r>
          </a:p>
          <a:p>
            <a:r>
              <a:rPr lang="en-US" sz="1400" dirty="0" err="1"/>
              <a:t>row_major</a:t>
            </a:r>
            <a:endParaRPr lang="en-US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BC3997-3246-4A9B-BAF9-158D0706B456}"/>
              </a:ext>
            </a:extLst>
          </p:cNvPr>
          <p:cNvSpPr/>
          <p:nvPr/>
        </p:nvSpPr>
        <p:spPr>
          <a:xfrm>
            <a:off x="6615945" y="691682"/>
            <a:ext cx="1288642" cy="260842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D9DE4AC-0A5B-4033-9310-144DD249C1D2}"/>
              </a:ext>
            </a:extLst>
          </p:cNvPr>
          <p:cNvCxnSpPr>
            <a:cxnSpLocks/>
            <a:stCxn id="29" idx="0"/>
            <a:endCxn id="29" idx="2"/>
          </p:cNvCxnSpPr>
          <p:nvPr/>
        </p:nvCxnSpPr>
        <p:spPr>
          <a:xfrm>
            <a:off x="7260266" y="691682"/>
            <a:ext cx="0" cy="2608426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D1260C3-F5EE-424C-8B2E-2106C982E443}"/>
              </a:ext>
            </a:extLst>
          </p:cNvPr>
          <p:cNvCxnSpPr>
            <a:cxnSpLocks/>
            <a:stCxn id="29" idx="1"/>
            <a:endCxn id="29" idx="3"/>
          </p:cNvCxnSpPr>
          <p:nvPr/>
        </p:nvCxnSpPr>
        <p:spPr>
          <a:xfrm>
            <a:off x="6615945" y="1995895"/>
            <a:ext cx="1288642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71C43EA-2D9E-40A9-B6B9-F744C29A7442}"/>
              </a:ext>
            </a:extLst>
          </p:cNvPr>
          <p:cNvCxnSpPr>
            <a:cxnSpLocks/>
          </p:cNvCxnSpPr>
          <p:nvPr/>
        </p:nvCxnSpPr>
        <p:spPr>
          <a:xfrm>
            <a:off x="6952439" y="691682"/>
            <a:ext cx="0" cy="1304213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BFF352E-34B2-4384-B215-235CFF8067FA}"/>
              </a:ext>
            </a:extLst>
          </p:cNvPr>
          <p:cNvCxnSpPr>
            <a:cxnSpLocks/>
          </p:cNvCxnSpPr>
          <p:nvPr/>
        </p:nvCxnSpPr>
        <p:spPr>
          <a:xfrm>
            <a:off x="6788609" y="691682"/>
            <a:ext cx="0" cy="1304213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06132A5-0B64-4BE7-9164-F298351AC92F}"/>
              </a:ext>
            </a:extLst>
          </p:cNvPr>
          <p:cNvCxnSpPr>
            <a:cxnSpLocks/>
          </p:cNvCxnSpPr>
          <p:nvPr/>
        </p:nvCxnSpPr>
        <p:spPr>
          <a:xfrm>
            <a:off x="7112459" y="691682"/>
            <a:ext cx="0" cy="1304213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8776997-5731-45D2-9D6A-30EC7441FB34}"/>
              </a:ext>
            </a:extLst>
          </p:cNvPr>
          <p:cNvCxnSpPr>
            <a:cxnSpLocks/>
          </p:cNvCxnSpPr>
          <p:nvPr/>
        </p:nvCxnSpPr>
        <p:spPr>
          <a:xfrm flipH="1">
            <a:off x="6631129" y="1358820"/>
            <a:ext cx="1289029" cy="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A52E7A8-FFBC-441E-BF2D-217002779629}"/>
              </a:ext>
            </a:extLst>
          </p:cNvPr>
          <p:cNvCxnSpPr>
            <a:cxnSpLocks/>
          </p:cNvCxnSpPr>
          <p:nvPr/>
        </p:nvCxnSpPr>
        <p:spPr>
          <a:xfrm flipH="1">
            <a:off x="6631129" y="1678860"/>
            <a:ext cx="1289029" cy="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6C8F498-B50C-4CE7-843C-A3DE88DEAC83}"/>
              </a:ext>
            </a:extLst>
          </p:cNvPr>
          <p:cNvCxnSpPr>
            <a:cxnSpLocks/>
          </p:cNvCxnSpPr>
          <p:nvPr/>
        </p:nvCxnSpPr>
        <p:spPr>
          <a:xfrm flipH="1">
            <a:off x="6631129" y="1518840"/>
            <a:ext cx="1289029" cy="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F22346A-6B37-422E-A698-7C85135D0F7E}"/>
              </a:ext>
            </a:extLst>
          </p:cNvPr>
          <p:cNvCxnSpPr>
            <a:cxnSpLocks/>
          </p:cNvCxnSpPr>
          <p:nvPr/>
        </p:nvCxnSpPr>
        <p:spPr>
          <a:xfrm flipH="1">
            <a:off x="6631129" y="1025445"/>
            <a:ext cx="1289029" cy="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3E5DFC7-2DAF-4002-8DD2-0596E59A5FB8}"/>
              </a:ext>
            </a:extLst>
          </p:cNvPr>
          <p:cNvCxnSpPr>
            <a:cxnSpLocks/>
          </p:cNvCxnSpPr>
          <p:nvPr/>
        </p:nvCxnSpPr>
        <p:spPr>
          <a:xfrm flipH="1">
            <a:off x="6631129" y="863520"/>
            <a:ext cx="1289029" cy="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0BF5E65-3158-4546-9D95-25079C7FB048}"/>
              </a:ext>
            </a:extLst>
          </p:cNvPr>
          <p:cNvCxnSpPr>
            <a:cxnSpLocks/>
          </p:cNvCxnSpPr>
          <p:nvPr/>
        </p:nvCxnSpPr>
        <p:spPr>
          <a:xfrm flipH="1">
            <a:off x="6631129" y="1193085"/>
            <a:ext cx="1289029" cy="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D3CC5C7-0EC4-423D-B5B6-B1F1F528F021}"/>
              </a:ext>
            </a:extLst>
          </p:cNvPr>
          <p:cNvCxnSpPr>
            <a:cxnSpLocks/>
          </p:cNvCxnSpPr>
          <p:nvPr/>
        </p:nvCxnSpPr>
        <p:spPr>
          <a:xfrm flipH="1">
            <a:off x="6631129" y="1840785"/>
            <a:ext cx="1289029" cy="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56CF849F-E993-4B5A-B272-F9D5A931398A}"/>
              </a:ext>
            </a:extLst>
          </p:cNvPr>
          <p:cNvSpPr/>
          <p:nvPr/>
        </p:nvSpPr>
        <p:spPr>
          <a:xfrm>
            <a:off x="6633601" y="707166"/>
            <a:ext cx="151197" cy="1565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530F334-DFDE-455B-AE40-D036C5B73851}"/>
              </a:ext>
            </a:extLst>
          </p:cNvPr>
          <p:cNvSpPr/>
          <p:nvPr/>
        </p:nvSpPr>
        <p:spPr>
          <a:xfrm>
            <a:off x="7269089" y="692670"/>
            <a:ext cx="151197" cy="1565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9AC39D5-EA83-4BB2-BB3C-E4A8F0A7CA47}"/>
              </a:ext>
            </a:extLst>
          </p:cNvPr>
          <p:cNvSpPr/>
          <p:nvPr/>
        </p:nvSpPr>
        <p:spPr>
          <a:xfrm>
            <a:off x="6631061" y="2006799"/>
            <a:ext cx="151197" cy="1565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8194CB6-C316-4B4C-8ADE-D06D94EB958B}"/>
              </a:ext>
            </a:extLst>
          </p:cNvPr>
          <p:cNvSpPr/>
          <p:nvPr/>
        </p:nvSpPr>
        <p:spPr>
          <a:xfrm>
            <a:off x="7275643" y="2010218"/>
            <a:ext cx="151197" cy="1565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71F93BFA-639A-459B-B968-556B6A270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639034"/>
              </p:ext>
            </p:extLst>
          </p:nvPr>
        </p:nvGraphicFramePr>
        <p:xfrm>
          <a:off x="8972177" y="138793"/>
          <a:ext cx="1068848" cy="424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12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  <a:gridCol w="267212">
                  <a:extLst>
                    <a:ext uri="{9D8B030D-6E8A-4147-A177-3AD203B41FA5}">
                      <a16:colId xmlns:a16="http://schemas.microsoft.com/office/drawing/2014/main" val="2032259073"/>
                    </a:ext>
                  </a:extLst>
                </a:gridCol>
                <a:gridCol w="267212">
                  <a:extLst>
                    <a:ext uri="{9D8B030D-6E8A-4147-A177-3AD203B41FA5}">
                      <a16:colId xmlns:a16="http://schemas.microsoft.com/office/drawing/2014/main" val="3855156980"/>
                    </a:ext>
                  </a:extLst>
                </a:gridCol>
                <a:gridCol w="267212">
                  <a:extLst>
                    <a:ext uri="{9D8B030D-6E8A-4147-A177-3AD203B41FA5}">
                      <a16:colId xmlns:a16="http://schemas.microsoft.com/office/drawing/2014/main" val="1598584185"/>
                    </a:ext>
                  </a:extLst>
                </a:gridCol>
              </a:tblGrid>
              <a:tr h="2650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t0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t1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  <a:tr h="2650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t2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t3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79264"/>
                  </a:ext>
                </a:extLst>
              </a:tr>
              <a:tr h="2650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t4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t5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102691"/>
                  </a:ext>
                </a:extLst>
              </a:tr>
              <a:tr h="2650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t6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t7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696488"/>
                  </a:ext>
                </a:extLst>
              </a:tr>
              <a:tr h="2650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t8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t9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56909"/>
                  </a:ext>
                </a:extLst>
              </a:tr>
              <a:tr h="2650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364704"/>
                  </a:ext>
                </a:extLst>
              </a:tr>
              <a:tr h="2650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13360"/>
                  </a:ext>
                </a:extLst>
              </a:tr>
              <a:tr h="2650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743136"/>
                  </a:ext>
                </a:extLst>
              </a:tr>
              <a:tr h="265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48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49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879125"/>
                  </a:ext>
                </a:extLst>
              </a:tr>
              <a:tr h="265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289994"/>
                  </a:ext>
                </a:extLst>
              </a:tr>
              <a:tr h="265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833773"/>
                  </a:ext>
                </a:extLst>
              </a:tr>
              <a:tr h="265040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866144"/>
                  </a:ext>
                </a:extLst>
              </a:tr>
              <a:tr h="265040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714861"/>
                  </a:ext>
                </a:extLst>
              </a:tr>
              <a:tr h="265040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982558"/>
                  </a:ext>
                </a:extLst>
              </a:tr>
              <a:tr h="265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44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61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547348"/>
                  </a:ext>
                </a:extLst>
              </a:tr>
              <a:tr h="265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47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62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63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788" marR="54788" marT="27395" marB="273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453009"/>
                  </a:ext>
                </a:extLst>
              </a:tr>
            </a:tbl>
          </a:graphicData>
        </a:graphic>
      </p:graphicFrame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DD5467E-ED48-4B9F-A687-458DE549972F}"/>
              </a:ext>
            </a:extLst>
          </p:cNvPr>
          <p:cNvCxnSpPr>
            <a:cxnSpLocks/>
          </p:cNvCxnSpPr>
          <p:nvPr/>
        </p:nvCxnSpPr>
        <p:spPr>
          <a:xfrm flipV="1">
            <a:off x="7904587" y="4379433"/>
            <a:ext cx="1036345" cy="1508914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0EA8DF0-D559-42DB-A37D-ABDBFAB75612}"/>
              </a:ext>
            </a:extLst>
          </p:cNvPr>
          <p:cNvCxnSpPr>
            <a:cxnSpLocks/>
            <a:stCxn id="29" idx="0"/>
          </p:cNvCxnSpPr>
          <p:nvPr/>
        </p:nvCxnSpPr>
        <p:spPr>
          <a:xfrm flipV="1">
            <a:off x="7260266" y="155956"/>
            <a:ext cx="1689988" cy="535726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D70C58F0-0062-45F5-AC15-A15F45982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033078"/>
              </p:ext>
            </p:extLst>
          </p:nvPr>
        </p:nvGraphicFramePr>
        <p:xfrm>
          <a:off x="9976815" y="5525815"/>
          <a:ext cx="425518" cy="412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59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  <a:gridCol w="212759">
                  <a:extLst>
                    <a:ext uri="{9D8B030D-6E8A-4147-A177-3AD203B41FA5}">
                      <a16:colId xmlns:a16="http://schemas.microsoft.com/office/drawing/2014/main" val="2032259073"/>
                    </a:ext>
                  </a:extLst>
                </a:gridCol>
              </a:tblGrid>
              <a:tr h="2063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dirty="0">
                          <a:solidFill>
                            <a:schemeClr val="tx1"/>
                          </a:solidFill>
                        </a:rPr>
                        <a:t>c0</a:t>
                      </a:r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c4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c1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c5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779264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2E648F14-0F60-469E-934B-3716B2B36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46743"/>
              </p:ext>
            </p:extLst>
          </p:nvPr>
        </p:nvGraphicFramePr>
        <p:xfrm>
          <a:off x="9976815" y="5184594"/>
          <a:ext cx="425518" cy="206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59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  <a:gridCol w="212759">
                  <a:extLst>
                    <a:ext uri="{9D8B030D-6E8A-4147-A177-3AD203B41FA5}">
                      <a16:colId xmlns:a16="http://schemas.microsoft.com/office/drawing/2014/main" val="2032259073"/>
                    </a:ext>
                  </a:extLst>
                </a:gridCol>
              </a:tblGrid>
              <a:tr h="206326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B1D24515-4764-45CC-8630-D0C871FA9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68354"/>
              </p:ext>
            </p:extLst>
          </p:nvPr>
        </p:nvGraphicFramePr>
        <p:xfrm>
          <a:off x="10436728" y="5525815"/>
          <a:ext cx="425518" cy="412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59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  <a:gridCol w="212759">
                  <a:extLst>
                    <a:ext uri="{9D8B030D-6E8A-4147-A177-3AD203B41FA5}">
                      <a16:colId xmlns:a16="http://schemas.microsoft.com/office/drawing/2014/main" val="2032259073"/>
                    </a:ext>
                  </a:extLst>
                </a:gridCol>
              </a:tblGrid>
              <a:tr h="206326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c8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c9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779264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82477F68-1347-4BF7-B742-17D888F65C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581970"/>
              </p:ext>
            </p:extLst>
          </p:nvPr>
        </p:nvGraphicFramePr>
        <p:xfrm>
          <a:off x="9976815" y="5974793"/>
          <a:ext cx="425518" cy="412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59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  <a:gridCol w="212759">
                  <a:extLst>
                    <a:ext uri="{9D8B030D-6E8A-4147-A177-3AD203B41FA5}">
                      <a16:colId xmlns:a16="http://schemas.microsoft.com/office/drawing/2014/main" val="2032259073"/>
                    </a:ext>
                  </a:extLst>
                </a:gridCol>
              </a:tblGrid>
              <a:tr h="206326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c2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c6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c3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c7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779264"/>
                  </a:ext>
                </a:extLst>
              </a:tr>
            </a:tbl>
          </a:graphicData>
        </a:graphic>
      </p:graphicFrame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EAD6BD79-E554-4C60-A633-3FD609266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311942"/>
              </p:ext>
            </p:extLst>
          </p:nvPr>
        </p:nvGraphicFramePr>
        <p:xfrm>
          <a:off x="10436728" y="5974793"/>
          <a:ext cx="425518" cy="412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59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  <a:gridCol w="212759">
                  <a:extLst>
                    <a:ext uri="{9D8B030D-6E8A-4147-A177-3AD203B41FA5}">
                      <a16:colId xmlns:a16="http://schemas.microsoft.com/office/drawing/2014/main" val="2032259073"/>
                    </a:ext>
                  </a:extLst>
                </a:gridCol>
              </a:tblGrid>
              <a:tr h="206326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779264"/>
                  </a:ext>
                </a:extLst>
              </a:tr>
            </a:tbl>
          </a:graphicData>
        </a:graphic>
      </p:graphicFrame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0480A4DA-3C84-449D-AC5D-15F39147B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62047"/>
              </p:ext>
            </p:extLst>
          </p:nvPr>
        </p:nvGraphicFramePr>
        <p:xfrm>
          <a:off x="10436728" y="5184594"/>
          <a:ext cx="425518" cy="206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59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  <a:gridCol w="212759">
                  <a:extLst>
                    <a:ext uri="{9D8B030D-6E8A-4147-A177-3AD203B41FA5}">
                      <a16:colId xmlns:a16="http://schemas.microsoft.com/office/drawing/2014/main" val="2032259073"/>
                    </a:ext>
                  </a:extLst>
                </a:gridCol>
              </a:tblGrid>
              <a:tr h="206326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</a:tbl>
          </a:graphicData>
        </a:graphic>
      </p:graphicFrame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24C68B3E-C5BA-4102-B7B7-05BDDE2AB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640812"/>
              </p:ext>
            </p:extLst>
          </p:nvPr>
        </p:nvGraphicFramePr>
        <p:xfrm>
          <a:off x="9554760" y="5525815"/>
          <a:ext cx="212759" cy="412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59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</a:tblGrid>
              <a:tr h="206326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79264"/>
                  </a:ext>
                </a:extLst>
              </a:tr>
            </a:tbl>
          </a:graphicData>
        </a:graphic>
      </p:graphicFrame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5213A203-3DCE-421A-A028-909F75F3F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757513"/>
              </p:ext>
            </p:extLst>
          </p:nvPr>
        </p:nvGraphicFramePr>
        <p:xfrm>
          <a:off x="9554760" y="5974408"/>
          <a:ext cx="212759" cy="412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59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</a:tblGrid>
              <a:tr h="206326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2651" marR="42651" marT="21325" marB="213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79264"/>
                  </a:ext>
                </a:extLst>
              </a:tr>
            </a:tbl>
          </a:graphicData>
        </a:graphic>
      </p:graphicFrame>
      <p:sp>
        <p:nvSpPr>
          <p:cNvPr id="75" name="TextBox 74">
            <a:extLst>
              <a:ext uri="{FF2B5EF4-FFF2-40B4-BE49-F238E27FC236}">
                <a16:creationId xmlns:a16="http://schemas.microsoft.com/office/drawing/2014/main" id="{5567A9C4-44CD-411B-B6E7-4707BD106E7E}"/>
              </a:ext>
            </a:extLst>
          </p:cNvPr>
          <p:cNvSpPr txBox="1"/>
          <p:nvPr/>
        </p:nvSpPr>
        <p:spPr>
          <a:xfrm>
            <a:off x="10923010" y="5595959"/>
            <a:ext cx="10581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</a:t>
            </a:r>
          </a:p>
          <a:p>
            <a:r>
              <a:rPr lang="en-US" sz="1600" dirty="0"/>
              <a:t>16 float2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44112DF-3993-4EF6-AA0B-6B2580EC93EC}"/>
              </a:ext>
            </a:extLst>
          </p:cNvPr>
          <p:cNvSpPr txBox="1"/>
          <p:nvPr/>
        </p:nvSpPr>
        <p:spPr>
          <a:xfrm>
            <a:off x="10923010" y="5118480"/>
            <a:ext cx="11906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B, 4 float2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B4A0612-81DC-47AA-AD94-28B9DBF28C3E}"/>
              </a:ext>
            </a:extLst>
          </p:cNvPr>
          <p:cNvSpPr txBox="1"/>
          <p:nvPr/>
        </p:nvSpPr>
        <p:spPr>
          <a:xfrm>
            <a:off x="8891260" y="6323925"/>
            <a:ext cx="1451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A, 4 float2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4A7E221-CC98-430A-81A6-01EC9F89E852}"/>
              </a:ext>
            </a:extLst>
          </p:cNvPr>
          <p:cNvSpPr/>
          <p:nvPr/>
        </p:nvSpPr>
        <p:spPr>
          <a:xfrm>
            <a:off x="8164894" y="4796367"/>
            <a:ext cx="3948746" cy="19228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06031E9-ABDE-4DEE-8E66-C09ADF11DE5C}"/>
              </a:ext>
            </a:extLst>
          </p:cNvPr>
          <p:cNvSpPr txBox="1"/>
          <p:nvPr/>
        </p:nvSpPr>
        <p:spPr>
          <a:xfrm>
            <a:off x="8215170" y="4874885"/>
            <a:ext cx="1451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thread tile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5DECEF3-9309-41C1-897F-13D7F988AECC}"/>
              </a:ext>
            </a:extLst>
          </p:cNvPr>
          <p:cNvSpPr txBox="1"/>
          <p:nvPr/>
        </p:nvSpPr>
        <p:spPr>
          <a:xfrm>
            <a:off x="5459484" y="138793"/>
            <a:ext cx="97374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AMD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76B858D-A627-467B-91E4-BC063E52BB27}"/>
              </a:ext>
            </a:extLst>
          </p:cNvPr>
          <p:cNvSpPr/>
          <p:nvPr/>
        </p:nvSpPr>
        <p:spPr>
          <a:xfrm>
            <a:off x="10129821" y="360704"/>
            <a:ext cx="1957587" cy="36933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thread mapping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3518696-1687-413E-B2BA-AFE0C90435B9}"/>
              </a:ext>
            </a:extLst>
          </p:cNvPr>
          <p:cNvCxnSpPr>
            <a:cxnSpLocks/>
          </p:cNvCxnSpPr>
          <p:nvPr/>
        </p:nvCxnSpPr>
        <p:spPr>
          <a:xfrm>
            <a:off x="2527702" y="1684615"/>
            <a:ext cx="0" cy="503459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1A01574-77C3-452D-90E3-0D1887F008C2}"/>
              </a:ext>
            </a:extLst>
          </p:cNvPr>
          <p:cNvCxnSpPr>
            <a:cxnSpLocks/>
          </p:cNvCxnSpPr>
          <p:nvPr/>
        </p:nvCxnSpPr>
        <p:spPr>
          <a:xfrm>
            <a:off x="5103262" y="1684615"/>
            <a:ext cx="0" cy="503459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86DBDC2E-97C4-4239-B47E-DD1E044400B3}"/>
              </a:ext>
            </a:extLst>
          </p:cNvPr>
          <p:cNvSpPr/>
          <p:nvPr/>
        </p:nvSpPr>
        <p:spPr>
          <a:xfrm>
            <a:off x="6615945" y="3297395"/>
            <a:ext cx="1288642" cy="260842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0833415-7758-487C-927C-2F9DCE0F582A}"/>
              </a:ext>
            </a:extLst>
          </p:cNvPr>
          <p:cNvCxnSpPr>
            <a:cxnSpLocks/>
            <a:stCxn id="89" idx="0"/>
            <a:endCxn id="89" idx="2"/>
          </p:cNvCxnSpPr>
          <p:nvPr/>
        </p:nvCxnSpPr>
        <p:spPr>
          <a:xfrm>
            <a:off x="7260266" y="3297395"/>
            <a:ext cx="0" cy="2608426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CEC743C-25C6-4927-B8EC-C9FEB9027257}"/>
              </a:ext>
            </a:extLst>
          </p:cNvPr>
          <p:cNvCxnSpPr>
            <a:cxnSpLocks/>
            <a:endCxn id="59" idx="1"/>
          </p:cNvCxnSpPr>
          <p:nvPr/>
        </p:nvCxnSpPr>
        <p:spPr>
          <a:xfrm flipV="1">
            <a:off x="7902757" y="2259113"/>
            <a:ext cx="1069420" cy="1038282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A1252D1-B50E-4105-AD97-73613F7C406C}"/>
              </a:ext>
            </a:extLst>
          </p:cNvPr>
          <p:cNvCxnSpPr>
            <a:cxnSpLocks/>
          </p:cNvCxnSpPr>
          <p:nvPr/>
        </p:nvCxnSpPr>
        <p:spPr>
          <a:xfrm flipH="1">
            <a:off x="8473441" y="2259113"/>
            <a:ext cx="2265679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15600A74-7517-4308-A77D-50E70BFCC2F5}"/>
              </a:ext>
            </a:extLst>
          </p:cNvPr>
          <p:cNvSpPr txBox="1"/>
          <p:nvPr/>
        </p:nvSpPr>
        <p:spPr>
          <a:xfrm>
            <a:off x="10141788" y="1812000"/>
            <a:ext cx="1632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Half wave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4E04AC1-A538-4ED9-9BDC-F0FDFD0616FF}"/>
              </a:ext>
            </a:extLst>
          </p:cNvPr>
          <p:cNvSpPr txBox="1"/>
          <p:nvPr/>
        </p:nvSpPr>
        <p:spPr>
          <a:xfrm>
            <a:off x="10129821" y="2392246"/>
            <a:ext cx="1632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Half wave</a:t>
            </a:r>
          </a:p>
        </p:txBody>
      </p:sp>
    </p:spTree>
    <p:extLst>
      <p:ext uri="{BB962C8B-B14F-4D97-AF65-F5344CB8AC3E}">
        <p14:creationId xmlns:p14="http://schemas.microsoft.com/office/powerpoint/2010/main" val="2017935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Rectangle 363">
            <a:extLst>
              <a:ext uri="{FF2B5EF4-FFF2-40B4-BE49-F238E27FC236}">
                <a16:creationId xmlns:a16="http://schemas.microsoft.com/office/drawing/2014/main" id="{12DADDB4-C47D-475C-AFAD-B1AC3B0197AB}"/>
              </a:ext>
            </a:extLst>
          </p:cNvPr>
          <p:cNvSpPr/>
          <p:nvPr/>
        </p:nvSpPr>
        <p:spPr>
          <a:xfrm>
            <a:off x="212209" y="1076161"/>
            <a:ext cx="102627" cy="38026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5C31A776-3D33-4AD8-9836-61106043AFCE}"/>
              </a:ext>
            </a:extLst>
          </p:cNvPr>
          <p:cNvSpPr/>
          <p:nvPr/>
        </p:nvSpPr>
        <p:spPr>
          <a:xfrm>
            <a:off x="444412" y="1070162"/>
            <a:ext cx="102627" cy="38026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440C4946-7AEF-4C32-8E27-CED8E629D183}"/>
              </a:ext>
            </a:extLst>
          </p:cNvPr>
          <p:cNvSpPr/>
          <p:nvPr/>
        </p:nvSpPr>
        <p:spPr>
          <a:xfrm>
            <a:off x="663692" y="1067819"/>
            <a:ext cx="102627" cy="38026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DA7E8179-61A9-47BD-B258-05DBB43AA3E7}"/>
              </a:ext>
            </a:extLst>
          </p:cNvPr>
          <p:cNvSpPr/>
          <p:nvPr/>
        </p:nvSpPr>
        <p:spPr>
          <a:xfrm>
            <a:off x="891444" y="1075445"/>
            <a:ext cx="102627" cy="38026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15A00C-F409-4633-BF0E-21E51B83DA03}"/>
              </a:ext>
            </a:extLst>
          </p:cNvPr>
          <p:cNvCxnSpPr>
            <a:cxnSpLocks/>
          </p:cNvCxnSpPr>
          <p:nvPr/>
        </p:nvCxnSpPr>
        <p:spPr>
          <a:xfrm>
            <a:off x="9805712" y="1535602"/>
            <a:ext cx="0" cy="500072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Rectangle 292">
            <a:extLst>
              <a:ext uri="{FF2B5EF4-FFF2-40B4-BE49-F238E27FC236}">
                <a16:creationId xmlns:a16="http://schemas.microsoft.com/office/drawing/2014/main" id="{103BBFFF-744E-4A33-AE50-2FFCB054B6BB}"/>
              </a:ext>
            </a:extLst>
          </p:cNvPr>
          <p:cNvSpPr/>
          <p:nvPr/>
        </p:nvSpPr>
        <p:spPr>
          <a:xfrm>
            <a:off x="9819716" y="403143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ADC8034-042D-4E8F-9E17-EABB97C60CA3}"/>
              </a:ext>
            </a:extLst>
          </p:cNvPr>
          <p:cNvSpPr/>
          <p:nvPr/>
        </p:nvSpPr>
        <p:spPr>
          <a:xfrm>
            <a:off x="9894107" y="4041297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8D5E88C0-1DAA-4C38-8444-B9CA14ED16BF}"/>
              </a:ext>
            </a:extLst>
          </p:cNvPr>
          <p:cNvSpPr/>
          <p:nvPr/>
        </p:nvSpPr>
        <p:spPr>
          <a:xfrm>
            <a:off x="9975417" y="403143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D0A14F16-3A8B-4CD0-8959-EE8F45B88CDC}"/>
              </a:ext>
            </a:extLst>
          </p:cNvPr>
          <p:cNvSpPr/>
          <p:nvPr/>
        </p:nvSpPr>
        <p:spPr>
          <a:xfrm>
            <a:off x="10056693" y="403651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E0673DBA-533B-4A8B-9BEC-69081E149771}"/>
              </a:ext>
            </a:extLst>
          </p:cNvPr>
          <p:cNvSpPr/>
          <p:nvPr/>
        </p:nvSpPr>
        <p:spPr>
          <a:xfrm>
            <a:off x="9824912" y="152400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25B7D819-1889-410D-9E77-BEDFA936459E}"/>
              </a:ext>
            </a:extLst>
          </p:cNvPr>
          <p:cNvSpPr/>
          <p:nvPr/>
        </p:nvSpPr>
        <p:spPr>
          <a:xfrm>
            <a:off x="9899303" y="1533858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018C3B64-C895-430B-9929-178C070BE942}"/>
              </a:ext>
            </a:extLst>
          </p:cNvPr>
          <p:cNvSpPr/>
          <p:nvPr/>
        </p:nvSpPr>
        <p:spPr>
          <a:xfrm>
            <a:off x="9980613" y="152400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80BE443C-974D-438D-B837-BBC4C871A407}"/>
              </a:ext>
            </a:extLst>
          </p:cNvPr>
          <p:cNvSpPr/>
          <p:nvPr/>
        </p:nvSpPr>
        <p:spPr>
          <a:xfrm>
            <a:off x="10061889" y="152908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9B9267-AEF1-46EB-BCAD-679B71E7021E}"/>
              </a:ext>
            </a:extLst>
          </p:cNvPr>
          <p:cNvCxnSpPr>
            <a:cxnSpLocks/>
            <a:stCxn id="6" idx="0"/>
            <a:endCxn id="6" idx="2"/>
          </p:cNvCxnSpPr>
          <p:nvPr/>
        </p:nvCxnSpPr>
        <p:spPr>
          <a:xfrm>
            <a:off x="8601630" y="1501735"/>
            <a:ext cx="0" cy="503459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Rectangle 284">
            <a:extLst>
              <a:ext uri="{FF2B5EF4-FFF2-40B4-BE49-F238E27FC236}">
                <a16:creationId xmlns:a16="http://schemas.microsoft.com/office/drawing/2014/main" id="{F763DB69-6227-4C12-9365-1F9B562B8CDC}"/>
              </a:ext>
            </a:extLst>
          </p:cNvPr>
          <p:cNvSpPr/>
          <p:nvPr/>
        </p:nvSpPr>
        <p:spPr>
          <a:xfrm>
            <a:off x="8610460" y="403143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095A6998-46AB-4CF4-BDF5-32739C92F14F}"/>
              </a:ext>
            </a:extLst>
          </p:cNvPr>
          <p:cNvSpPr/>
          <p:nvPr/>
        </p:nvSpPr>
        <p:spPr>
          <a:xfrm>
            <a:off x="8684851" y="4041297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29EAE3FE-DE42-4351-8BE4-81503D143884}"/>
              </a:ext>
            </a:extLst>
          </p:cNvPr>
          <p:cNvSpPr/>
          <p:nvPr/>
        </p:nvSpPr>
        <p:spPr>
          <a:xfrm>
            <a:off x="8766161" y="403143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874CE4FD-EB3C-4BC3-85A4-1A741A1BD39E}"/>
              </a:ext>
            </a:extLst>
          </p:cNvPr>
          <p:cNvSpPr/>
          <p:nvPr/>
        </p:nvSpPr>
        <p:spPr>
          <a:xfrm>
            <a:off x="8847437" y="403651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E0E5966D-9842-4A85-8BF9-2EF56696B8CC}"/>
              </a:ext>
            </a:extLst>
          </p:cNvPr>
          <p:cNvSpPr/>
          <p:nvPr/>
        </p:nvSpPr>
        <p:spPr>
          <a:xfrm>
            <a:off x="8615656" y="152400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4C9E9EA2-A430-4B5F-8008-548F3F02B2D3}"/>
              </a:ext>
            </a:extLst>
          </p:cNvPr>
          <p:cNvSpPr/>
          <p:nvPr/>
        </p:nvSpPr>
        <p:spPr>
          <a:xfrm>
            <a:off x="8690047" y="1533858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BB359E5A-F95F-4CB3-B6CF-A851BC17782B}"/>
              </a:ext>
            </a:extLst>
          </p:cNvPr>
          <p:cNvSpPr/>
          <p:nvPr/>
        </p:nvSpPr>
        <p:spPr>
          <a:xfrm>
            <a:off x="8771357" y="152400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23A23109-19EA-49FE-9734-31CF8B944CF4}"/>
              </a:ext>
            </a:extLst>
          </p:cNvPr>
          <p:cNvSpPr/>
          <p:nvPr/>
        </p:nvSpPr>
        <p:spPr>
          <a:xfrm>
            <a:off x="8852633" y="152908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3D3545-C7D5-4523-82BF-24B0A609AB1B}"/>
              </a:ext>
            </a:extLst>
          </p:cNvPr>
          <p:cNvCxnSpPr>
            <a:cxnSpLocks/>
          </p:cNvCxnSpPr>
          <p:nvPr/>
        </p:nvCxnSpPr>
        <p:spPr>
          <a:xfrm>
            <a:off x="7378185" y="1561978"/>
            <a:ext cx="0" cy="5035395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Rectangle 276">
            <a:extLst>
              <a:ext uri="{FF2B5EF4-FFF2-40B4-BE49-F238E27FC236}">
                <a16:creationId xmlns:a16="http://schemas.microsoft.com/office/drawing/2014/main" id="{1070B0BE-9D50-40A9-92AB-6EC386742DF4}"/>
              </a:ext>
            </a:extLst>
          </p:cNvPr>
          <p:cNvSpPr/>
          <p:nvPr/>
        </p:nvSpPr>
        <p:spPr>
          <a:xfrm>
            <a:off x="7387247" y="403300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8431390A-5C0D-4EFE-AD11-19F67AC601CC}"/>
              </a:ext>
            </a:extLst>
          </p:cNvPr>
          <p:cNvSpPr/>
          <p:nvPr/>
        </p:nvSpPr>
        <p:spPr>
          <a:xfrm>
            <a:off x="7461638" y="4042858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B3D5EEB3-D10E-47CC-A3F6-44573FDDFD4C}"/>
              </a:ext>
            </a:extLst>
          </p:cNvPr>
          <p:cNvSpPr/>
          <p:nvPr/>
        </p:nvSpPr>
        <p:spPr>
          <a:xfrm>
            <a:off x="7542948" y="403300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7D65B469-0800-4CE1-884F-70408C2BA431}"/>
              </a:ext>
            </a:extLst>
          </p:cNvPr>
          <p:cNvSpPr/>
          <p:nvPr/>
        </p:nvSpPr>
        <p:spPr>
          <a:xfrm>
            <a:off x="7624224" y="403808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E79658E6-B3A1-4DF9-921B-6E85DC37F927}"/>
              </a:ext>
            </a:extLst>
          </p:cNvPr>
          <p:cNvSpPr/>
          <p:nvPr/>
        </p:nvSpPr>
        <p:spPr>
          <a:xfrm>
            <a:off x="7392443" y="1525561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0469E00-9EBF-43A6-9A5A-F1239B2F66AC}"/>
              </a:ext>
            </a:extLst>
          </p:cNvPr>
          <p:cNvSpPr/>
          <p:nvPr/>
        </p:nvSpPr>
        <p:spPr>
          <a:xfrm>
            <a:off x="7466834" y="153541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E79A8297-4034-483B-B727-D688C0F03C77}"/>
              </a:ext>
            </a:extLst>
          </p:cNvPr>
          <p:cNvSpPr/>
          <p:nvPr/>
        </p:nvSpPr>
        <p:spPr>
          <a:xfrm>
            <a:off x="7548144" y="1525561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49F20D07-7518-4A6E-8D85-BC23D0836CBF}"/>
              </a:ext>
            </a:extLst>
          </p:cNvPr>
          <p:cNvSpPr/>
          <p:nvPr/>
        </p:nvSpPr>
        <p:spPr>
          <a:xfrm>
            <a:off x="7629420" y="1530641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77A35F3F-8AAA-449E-8CAE-6FE613E40E89}"/>
              </a:ext>
            </a:extLst>
          </p:cNvPr>
          <p:cNvSpPr/>
          <p:nvPr/>
        </p:nvSpPr>
        <p:spPr>
          <a:xfrm>
            <a:off x="6098592" y="403143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E823541A-05E8-4D03-ADDB-01CC0DE2F13B}"/>
              </a:ext>
            </a:extLst>
          </p:cNvPr>
          <p:cNvSpPr/>
          <p:nvPr/>
        </p:nvSpPr>
        <p:spPr>
          <a:xfrm>
            <a:off x="6172983" y="4041297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9E4EA37A-36DA-4257-8774-CD7DAC5D600F}"/>
              </a:ext>
            </a:extLst>
          </p:cNvPr>
          <p:cNvSpPr/>
          <p:nvPr/>
        </p:nvSpPr>
        <p:spPr>
          <a:xfrm>
            <a:off x="6254293" y="403143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4060A6BD-6572-4EFB-811B-150AC68992B0}"/>
              </a:ext>
            </a:extLst>
          </p:cNvPr>
          <p:cNvSpPr/>
          <p:nvPr/>
        </p:nvSpPr>
        <p:spPr>
          <a:xfrm>
            <a:off x="6335569" y="403651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EACF5B4A-607A-44A1-81F4-70FFA9A48615}"/>
              </a:ext>
            </a:extLst>
          </p:cNvPr>
          <p:cNvSpPr/>
          <p:nvPr/>
        </p:nvSpPr>
        <p:spPr>
          <a:xfrm>
            <a:off x="6103788" y="152400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350FF1-295F-4F2F-AB1D-E48C5542A5F7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fft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convolution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DF6E9D-F2F4-41EE-BBF2-369F9BD3913E}"/>
              </a:ext>
            </a:extLst>
          </p:cNvPr>
          <p:cNvSpPr txBox="1"/>
          <p:nvPr/>
        </p:nvSpPr>
        <p:spPr>
          <a:xfrm>
            <a:off x="3068149" y="138793"/>
            <a:ext cx="21647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en-US" dirty="0">
                <a:latin typeface="Consolas" panose="020B0609020204030204" pitchFamily="49" charset="0"/>
              </a:rPr>
              <a:t>. </a:t>
            </a:r>
            <a:r>
              <a:rPr lang="en-US" altLang="zh-CN" dirty="0" err="1">
                <a:latin typeface="Consolas" panose="020B0609020204030204" pitchFamily="49" charset="0"/>
              </a:rPr>
              <a:t>cgemm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6CDDFA-3573-42C9-9AD5-FD62BF5468B7}"/>
              </a:ext>
            </a:extLst>
          </p:cNvPr>
          <p:cNvSpPr/>
          <p:nvPr/>
        </p:nvSpPr>
        <p:spPr>
          <a:xfrm>
            <a:off x="6084334" y="1501735"/>
            <a:ext cx="5034592" cy="50345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187023-99E6-4DEB-B397-49E79ADBCBEE}"/>
              </a:ext>
            </a:extLst>
          </p:cNvPr>
          <p:cNvCxnSpPr>
            <a:cxnSpLocks/>
            <a:stCxn id="6" idx="1"/>
            <a:endCxn id="6" idx="3"/>
          </p:cNvCxnSpPr>
          <p:nvPr/>
        </p:nvCxnSpPr>
        <p:spPr>
          <a:xfrm>
            <a:off x="6084334" y="4019031"/>
            <a:ext cx="5034592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A7BD3E-0282-4327-933B-E3E78D50D1A7}"/>
              </a:ext>
            </a:extLst>
          </p:cNvPr>
          <p:cNvSpPr txBox="1"/>
          <p:nvPr/>
        </p:nvSpPr>
        <p:spPr>
          <a:xfrm>
            <a:off x="6313427" y="2865692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warp_0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AAD2B4-9F2C-4143-BC43-73C1CA227F64}"/>
              </a:ext>
            </a:extLst>
          </p:cNvPr>
          <p:cNvSpPr txBox="1"/>
          <p:nvPr/>
        </p:nvSpPr>
        <p:spPr>
          <a:xfrm>
            <a:off x="6369144" y="5231241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warp_1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9508A8-1F52-4662-9E85-800D394DC311}"/>
              </a:ext>
            </a:extLst>
          </p:cNvPr>
          <p:cNvSpPr txBox="1"/>
          <p:nvPr/>
        </p:nvSpPr>
        <p:spPr>
          <a:xfrm>
            <a:off x="7621007" y="2865692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warp_2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BD8DBA-48AA-4CD8-96D7-1BC7C80A7659}"/>
              </a:ext>
            </a:extLst>
          </p:cNvPr>
          <p:cNvSpPr txBox="1"/>
          <p:nvPr/>
        </p:nvSpPr>
        <p:spPr>
          <a:xfrm>
            <a:off x="8855254" y="2886658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warp_4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58EA35-DBF1-4AF6-87CF-F9F0003FF308}"/>
              </a:ext>
            </a:extLst>
          </p:cNvPr>
          <p:cNvSpPr txBox="1"/>
          <p:nvPr/>
        </p:nvSpPr>
        <p:spPr>
          <a:xfrm>
            <a:off x="9989693" y="2888985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warp_6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754E2B-B9DB-425C-96AD-8746EA4B581F}"/>
              </a:ext>
            </a:extLst>
          </p:cNvPr>
          <p:cNvSpPr txBox="1"/>
          <p:nvPr/>
        </p:nvSpPr>
        <p:spPr>
          <a:xfrm>
            <a:off x="7632641" y="5229038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warp_3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F2D2F3-B962-40D9-85FF-2BABCDA33E0A}"/>
              </a:ext>
            </a:extLst>
          </p:cNvPr>
          <p:cNvSpPr txBox="1"/>
          <p:nvPr/>
        </p:nvSpPr>
        <p:spPr>
          <a:xfrm>
            <a:off x="8855254" y="5229038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warp_5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DCE6AB-C810-476E-BFAE-422CE1FAC04D}"/>
              </a:ext>
            </a:extLst>
          </p:cNvPr>
          <p:cNvSpPr txBox="1"/>
          <p:nvPr/>
        </p:nvSpPr>
        <p:spPr>
          <a:xfrm>
            <a:off x="10047222" y="5245043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warp_7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35099E-4EE2-4D1B-9800-43320759221A}"/>
              </a:ext>
            </a:extLst>
          </p:cNvPr>
          <p:cNvSpPr/>
          <p:nvPr/>
        </p:nvSpPr>
        <p:spPr>
          <a:xfrm>
            <a:off x="7886872" y="1171608"/>
            <a:ext cx="20784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64 float2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980DEF-25DB-4625-94A7-62DFC2FD17B3}"/>
              </a:ext>
            </a:extLst>
          </p:cNvPr>
          <p:cNvSpPr txBox="1"/>
          <p:nvPr/>
        </p:nvSpPr>
        <p:spPr>
          <a:xfrm>
            <a:off x="8281692" y="3555339"/>
            <a:ext cx="1043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</a:t>
            </a:r>
          </a:p>
          <a:p>
            <a:r>
              <a:rPr lang="en-US" sz="1400" dirty="0" err="1"/>
              <a:t>col_major</a:t>
            </a:r>
            <a:endParaRPr lang="en-US" sz="14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A5AAEBF-390C-4551-B288-6E1C85719DE0}"/>
              </a:ext>
            </a:extLst>
          </p:cNvPr>
          <p:cNvSpPr txBox="1"/>
          <p:nvPr/>
        </p:nvSpPr>
        <p:spPr>
          <a:xfrm>
            <a:off x="5459484" y="138793"/>
            <a:ext cx="97374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NV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6917201F-2DF4-4014-A81A-04BB6A653DC1}"/>
              </a:ext>
            </a:extLst>
          </p:cNvPr>
          <p:cNvSpPr/>
          <p:nvPr/>
        </p:nvSpPr>
        <p:spPr>
          <a:xfrm>
            <a:off x="356216" y="5182193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8D39F19A-3C90-4762-A2E4-96545811B2A9}"/>
              </a:ext>
            </a:extLst>
          </p:cNvPr>
          <p:cNvSpPr/>
          <p:nvPr/>
        </p:nvSpPr>
        <p:spPr>
          <a:xfrm>
            <a:off x="453356" y="5190682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9C13012A-1485-4E52-9809-E3AF771EBF4D}"/>
              </a:ext>
            </a:extLst>
          </p:cNvPr>
          <p:cNvSpPr/>
          <p:nvPr/>
        </p:nvSpPr>
        <p:spPr>
          <a:xfrm>
            <a:off x="556184" y="5190682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379375E3-32E7-4705-8A75-BCB6F4A4642D}"/>
              </a:ext>
            </a:extLst>
          </p:cNvPr>
          <p:cNvSpPr/>
          <p:nvPr/>
        </p:nvSpPr>
        <p:spPr>
          <a:xfrm>
            <a:off x="3346040" y="1087640"/>
            <a:ext cx="91662" cy="38026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BABC68-D9FD-445E-836A-5B7E8602314D}"/>
              </a:ext>
            </a:extLst>
          </p:cNvPr>
          <p:cNvSpPr/>
          <p:nvPr/>
        </p:nvSpPr>
        <p:spPr>
          <a:xfrm>
            <a:off x="3148903" y="1087640"/>
            <a:ext cx="80149" cy="38026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37EAC87C-2B3E-4791-AC00-23EA7366BB0E}"/>
              </a:ext>
            </a:extLst>
          </p:cNvPr>
          <p:cNvSpPr/>
          <p:nvPr/>
        </p:nvSpPr>
        <p:spPr>
          <a:xfrm>
            <a:off x="2732054" y="1058577"/>
            <a:ext cx="102627" cy="38026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174B8BB7-59C6-45CF-8F68-D6B1BBB0B25C}"/>
              </a:ext>
            </a:extLst>
          </p:cNvPr>
          <p:cNvSpPr/>
          <p:nvPr/>
        </p:nvSpPr>
        <p:spPr>
          <a:xfrm>
            <a:off x="2941424" y="1075556"/>
            <a:ext cx="87493" cy="38026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A351F753-E9E3-4E91-AB30-D0628ED3AF31}"/>
              </a:ext>
            </a:extLst>
          </p:cNvPr>
          <p:cNvSpPr/>
          <p:nvPr/>
        </p:nvSpPr>
        <p:spPr>
          <a:xfrm>
            <a:off x="2715033" y="1075556"/>
            <a:ext cx="1706588" cy="380261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BC390E12-FE57-4562-B392-4251FE326F5B}"/>
              </a:ext>
            </a:extLst>
          </p:cNvPr>
          <p:cNvCxnSpPr>
            <a:cxnSpLocks/>
            <a:stCxn id="180" idx="1"/>
            <a:endCxn id="180" idx="3"/>
          </p:cNvCxnSpPr>
          <p:nvPr/>
        </p:nvCxnSpPr>
        <p:spPr>
          <a:xfrm>
            <a:off x="2715033" y="2976863"/>
            <a:ext cx="1706588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3331CEC3-1CCB-45DE-9856-29DAFE57A40F}"/>
              </a:ext>
            </a:extLst>
          </p:cNvPr>
          <p:cNvCxnSpPr>
            <a:cxnSpLocks/>
            <a:endCxn id="199" idx="1"/>
          </p:cNvCxnSpPr>
          <p:nvPr/>
        </p:nvCxnSpPr>
        <p:spPr>
          <a:xfrm flipV="1">
            <a:off x="2706241" y="2054955"/>
            <a:ext cx="1692744" cy="152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612B34CA-405F-4D53-BB34-C758E2582FE1}"/>
              </a:ext>
            </a:extLst>
          </p:cNvPr>
          <p:cNvCxnSpPr>
            <a:cxnSpLocks/>
          </p:cNvCxnSpPr>
          <p:nvPr/>
        </p:nvCxnSpPr>
        <p:spPr>
          <a:xfrm>
            <a:off x="2715033" y="2544482"/>
            <a:ext cx="1682716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F8BF148F-CC27-46AE-9C2E-2D285C12D7C6}"/>
              </a:ext>
            </a:extLst>
          </p:cNvPr>
          <p:cNvCxnSpPr>
            <a:cxnSpLocks/>
          </p:cNvCxnSpPr>
          <p:nvPr/>
        </p:nvCxnSpPr>
        <p:spPr>
          <a:xfrm>
            <a:off x="2715033" y="1572831"/>
            <a:ext cx="1682716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C0FA7118-D377-4729-85F9-F208D39F07AF}"/>
              </a:ext>
            </a:extLst>
          </p:cNvPr>
          <p:cNvCxnSpPr>
            <a:cxnSpLocks/>
          </p:cNvCxnSpPr>
          <p:nvPr/>
        </p:nvCxnSpPr>
        <p:spPr>
          <a:xfrm>
            <a:off x="2715033" y="1321116"/>
            <a:ext cx="171798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6D0B23E0-EB33-4B59-9BFD-66705DF5EAC2}"/>
              </a:ext>
            </a:extLst>
          </p:cNvPr>
          <p:cNvCxnSpPr>
            <a:cxnSpLocks/>
          </p:cNvCxnSpPr>
          <p:nvPr/>
        </p:nvCxnSpPr>
        <p:spPr>
          <a:xfrm>
            <a:off x="2715033" y="1832756"/>
            <a:ext cx="1690691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84CE5864-426F-4012-A1CD-329A97061463}"/>
              </a:ext>
            </a:extLst>
          </p:cNvPr>
          <p:cNvCxnSpPr>
            <a:cxnSpLocks/>
          </p:cNvCxnSpPr>
          <p:nvPr/>
        </p:nvCxnSpPr>
        <p:spPr>
          <a:xfrm>
            <a:off x="2740017" y="2317050"/>
            <a:ext cx="1665707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80A3BC2-0408-43C2-BAC0-5FF6B69D1799}"/>
              </a:ext>
            </a:extLst>
          </p:cNvPr>
          <p:cNvCxnSpPr>
            <a:cxnSpLocks/>
          </p:cNvCxnSpPr>
          <p:nvPr/>
        </p:nvCxnSpPr>
        <p:spPr>
          <a:xfrm>
            <a:off x="2715033" y="2762821"/>
            <a:ext cx="1706588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0B2D6B55-8B35-440C-85AE-D23EFADBEA93}"/>
              </a:ext>
            </a:extLst>
          </p:cNvPr>
          <p:cNvCxnSpPr>
            <a:cxnSpLocks/>
          </p:cNvCxnSpPr>
          <p:nvPr/>
        </p:nvCxnSpPr>
        <p:spPr>
          <a:xfrm>
            <a:off x="2715033" y="1202960"/>
            <a:ext cx="1741386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C8ACB316-06F5-4EF6-B820-C845C8068971}"/>
              </a:ext>
            </a:extLst>
          </p:cNvPr>
          <p:cNvCxnSpPr>
            <a:cxnSpLocks/>
          </p:cNvCxnSpPr>
          <p:nvPr/>
        </p:nvCxnSpPr>
        <p:spPr>
          <a:xfrm>
            <a:off x="2715033" y="1446463"/>
            <a:ext cx="1690691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ED0963D1-E5EE-40AC-95E7-811F4FE09E23}"/>
              </a:ext>
            </a:extLst>
          </p:cNvPr>
          <p:cNvCxnSpPr>
            <a:cxnSpLocks/>
          </p:cNvCxnSpPr>
          <p:nvPr/>
        </p:nvCxnSpPr>
        <p:spPr>
          <a:xfrm>
            <a:off x="2715033" y="1707875"/>
            <a:ext cx="1690691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F61DB2F3-AFD6-45FF-B998-D2B365EA42F3}"/>
              </a:ext>
            </a:extLst>
          </p:cNvPr>
          <p:cNvCxnSpPr>
            <a:cxnSpLocks/>
          </p:cNvCxnSpPr>
          <p:nvPr/>
        </p:nvCxnSpPr>
        <p:spPr>
          <a:xfrm>
            <a:off x="2740017" y="1953407"/>
            <a:ext cx="1681604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583C7B2B-9E29-44AB-90CD-B436238BCD34}"/>
              </a:ext>
            </a:extLst>
          </p:cNvPr>
          <p:cNvCxnSpPr>
            <a:cxnSpLocks/>
          </p:cNvCxnSpPr>
          <p:nvPr/>
        </p:nvCxnSpPr>
        <p:spPr>
          <a:xfrm>
            <a:off x="2715033" y="2191324"/>
            <a:ext cx="171798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5A09D36D-2A44-4C0B-8BBF-0743F2CC71D2}"/>
              </a:ext>
            </a:extLst>
          </p:cNvPr>
          <p:cNvCxnSpPr>
            <a:cxnSpLocks/>
          </p:cNvCxnSpPr>
          <p:nvPr/>
        </p:nvCxnSpPr>
        <p:spPr>
          <a:xfrm>
            <a:off x="2715033" y="2431984"/>
            <a:ext cx="171798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B64B8D92-2E37-4DC7-BDA9-4560F4B4F898}"/>
              </a:ext>
            </a:extLst>
          </p:cNvPr>
          <p:cNvCxnSpPr>
            <a:cxnSpLocks/>
          </p:cNvCxnSpPr>
          <p:nvPr/>
        </p:nvCxnSpPr>
        <p:spPr>
          <a:xfrm>
            <a:off x="2715033" y="2656425"/>
            <a:ext cx="1706588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3A4A6604-AB3F-4EC3-B3A7-A346CCC841D9}"/>
              </a:ext>
            </a:extLst>
          </p:cNvPr>
          <p:cNvCxnSpPr>
            <a:cxnSpLocks/>
          </p:cNvCxnSpPr>
          <p:nvPr/>
        </p:nvCxnSpPr>
        <p:spPr>
          <a:xfrm>
            <a:off x="2715033" y="2869079"/>
            <a:ext cx="1706588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Rectangle 198">
            <a:extLst>
              <a:ext uri="{FF2B5EF4-FFF2-40B4-BE49-F238E27FC236}">
                <a16:creationId xmlns:a16="http://schemas.microsoft.com/office/drawing/2014/main" id="{B643641A-2446-4816-A3A3-E4EE921D0C2C}"/>
              </a:ext>
            </a:extLst>
          </p:cNvPr>
          <p:cNvSpPr/>
          <p:nvPr/>
        </p:nvSpPr>
        <p:spPr>
          <a:xfrm>
            <a:off x="4398985" y="1023903"/>
            <a:ext cx="44132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latin typeface="Consolas" panose="020B0609020204030204" pitchFamily="49" charset="0"/>
              </a:rPr>
              <a:t>t0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t1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t2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t3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t4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t5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t6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t7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t8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t9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t10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t11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t12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t13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t14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t15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FA1057D0-FD7B-458A-8A0E-9119CB155DF6}"/>
              </a:ext>
            </a:extLst>
          </p:cNvPr>
          <p:cNvCxnSpPr>
            <a:cxnSpLocks/>
            <a:stCxn id="180" idx="0"/>
            <a:endCxn id="180" idx="2"/>
          </p:cNvCxnSpPr>
          <p:nvPr/>
        </p:nvCxnSpPr>
        <p:spPr>
          <a:xfrm>
            <a:off x="3568327" y="1075556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0DADB4D-ACF1-49E2-B510-4F1A7B402CCC}"/>
              </a:ext>
            </a:extLst>
          </p:cNvPr>
          <p:cNvCxnSpPr>
            <a:cxnSpLocks/>
          </p:cNvCxnSpPr>
          <p:nvPr/>
        </p:nvCxnSpPr>
        <p:spPr>
          <a:xfrm>
            <a:off x="3139372" y="1058577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80240E52-F16F-40AA-A227-DDA0B168D973}"/>
              </a:ext>
            </a:extLst>
          </p:cNvPr>
          <p:cNvCxnSpPr>
            <a:cxnSpLocks/>
          </p:cNvCxnSpPr>
          <p:nvPr/>
        </p:nvCxnSpPr>
        <p:spPr>
          <a:xfrm>
            <a:off x="2932362" y="1058577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24C42F58-9769-4BB3-965B-9CB7B5EDEA2D}"/>
              </a:ext>
            </a:extLst>
          </p:cNvPr>
          <p:cNvCxnSpPr>
            <a:cxnSpLocks/>
          </p:cNvCxnSpPr>
          <p:nvPr/>
        </p:nvCxnSpPr>
        <p:spPr>
          <a:xfrm>
            <a:off x="3338372" y="1075556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219DF22-1FA4-4946-8E2E-82ED4CE48530}"/>
              </a:ext>
            </a:extLst>
          </p:cNvPr>
          <p:cNvCxnSpPr>
            <a:cxnSpLocks/>
          </p:cNvCxnSpPr>
          <p:nvPr/>
        </p:nvCxnSpPr>
        <p:spPr>
          <a:xfrm>
            <a:off x="2834988" y="1058577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33BAF4AF-6D4B-4E32-B7F9-3AA38B353672}"/>
              </a:ext>
            </a:extLst>
          </p:cNvPr>
          <p:cNvCxnSpPr>
            <a:cxnSpLocks/>
          </p:cNvCxnSpPr>
          <p:nvPr/>
        </p:nvCxnSpPr>
        <p:spPr>
          <a:xfrm>
            <a:off x="3035232" y="1058577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75077B37-43B9-4FAF-ADB2-7995E5ACF0F6}"/>
              </a:ext>
            </a:extLst>
          </p:cNvPr>
          <p:cNvCxnSpPr>
            <a:cxnSpLocks/>
          </p:cNvCxnSpPr>
          <p:nvPr/>
        </p:nvCxnSpPr>
        <p:spPr>
          <a:xfrm>
            <a:off x="3236772" y="1075556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3792B147-5C8C-42B8-BC67-96C8B7737BED}"/>
              </a:ext>
            </a:extLst>
          </p:cNvPr>
          <p:cNvCxnSpPr>
            <a:cxnSpLocks/>
          </p:cNvCxnSpPr>
          <p:nvPr/>
        </p:nvCxnSpPr>
        <p:spPr>
          <a:xfrm>
            <a:off x="3437822" y="1075556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62CD749A-DAE5-4AC5-AFF8-5AC7ED2ADDAD}"/>
              </a:ext>
            </a:extLst>
          </p:cNvPr>
          <p:cNvCxnSpPr>
            <a:cxnSpLocks/>
            <a:endCxn id="178" idx="0"/>
          </p:cNvCxnSpPr>
          <p:nvPr/>
        </p:nvCxnSpPr>
        <p:spPr>
          <a:xfrm>
            <a:off x="2740017" y="884942"/>
            <a:ext cx="43351" cy="173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Rectangle 208">
            <a:extLst>
              <a:ext uri="{FF2B5EF4-FFF2-40B4-BE49-F238E27FC236}">
                <a16:creationId xmlns:a16="http://schemas.microsoft.com/office/drawing/2014/main" id="{8E32E0C0-6542-4E28-92B9-CDF59F058B30}"/>
              </a:ext>
            </a:extLst>
          </p:cNvPr>
          <p:cNvSpPr/>
          <p:nvPr/>
        </p:nvSpPr>
        <p:spPr>
          <a:xfrm>
            <a:off x="2249789" y="678730"/>
            <a:ext cx="68178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float2</a:t>
            </a:r>
            <a:endParaRPr lang="en-US" sz="1400" dirty="0">
              <a:latin typeface="Consolas" panose="020B0609020204030204" pitchFamily="49" charset="0"/>
            </a:endParaRP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E2FECCBA-547C-4ABC-98C3-FA72DAFEFCAC}"/>
              </a:ext>
            </a:extLst>
          </p:cNvPr>
          <p:cNvCxnSpPr>
            <a:cxnSpLocks/>
          </p:cNvCxnSpPr>
          <p:nvPr/>
        </p:nvCxnSpPr>
        <p:spPr>
          <a:xfrm>
            <a:off x="4484497" y="1088113"/>
            <a:ext cx="1630512" cy="429684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9C9F21FF-C7E0-4755-9955-3EFECE30257E}"/>
              </a:ext>
            </a:extLst>
          </p:cNvPr>
          <p:cNvCxnSpPr>
            <a:cxnSpLocks/>
          </p:cNvCxnSpPr>
          <p:nvPr/>
        </p:nvCxnSpPr>
        <p:spPr>
          <a:xfrm flipV="1">
            <a:off x="4466799" y="3993658"/>
            <a:ext cx="1616896" cy="867532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2" name="Rectangle 211">
            <a:extLst>
              <a:ext uri="{FF2B5EF4-FFF2-40B4-BE49-F238E27FC236}">
                <a16:creationId xmlns:a16="http://schemas.microsoft.com/office/drawing/2014/main" id="{91F725E9-ECCA-4399-B17F-154F8095F387}"/>
              </a:ext>
            </a:extLst>
          </p:cNvPr>
          <p:cNvSpPr/>
          <p:nvPr/>
        </p:nvSpPr>
        <p:spPr>
          <a:xfrm>
            <a:off x="254260" y="5190682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C4C3C520-0611-4469-ACB9-3B703C074A16}"/>
              </a:ext>
            </a:extLst>
          </p:cNvPr>
          <p:cNvSpPr/>
          <p:nvPr/>
        </p:nvSpPr>
        <p:spPr>
          <a:xfrm>
            <a:off x="237237" y="5192669"/>
            <a:ext cx="870563" cy="152653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ADE5B023-D2A0-4F90-8E8A-68C1F0FD5555}"/>
              </a:ext>
            </a:extLst>
          </p:cNvPr>
          <p:cNvCxnSpPr>
            <a:cxnSpLocks/>
            <a:stCxn id="213" idx="1"/>
            <a:endCxn id="213" idx="3"/>
          </p:cNvCxnSpPr>
          <p:nvPr/>
        </p:nvCxnSpPr>
        <p:spPr>
          <a:xfrm>
            <a:off x="237237" y="5955938"/>
            <a:ext cx="87056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8E3531D9-40D5-42F4-B85A-6C516C593AD5}"/>
              </a:ext>
            </a:extLst>
          </p:cNvPr>
          <p:cNvCxnSpPr>
            <a:cxnSpLocks/>
            <a:stCxn id="213" idx="0"/>
            <a:endCxn id="213" idx="2"/>
          </p:cNvCxnSpPr>
          <p:nvPr/>
        </p:nvCxnSpPr>
        <p:spPr>
          <a:xfrm>
            <a:off x="672519" y="5192669"/>
            <a:ext cx="0" cy="1526538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F91F3334-9497-480A-BAAB-6CA0F9B97F40}"/>
              </a:ext>
            </a:extLst>
          </p:cNvPr>
          <p:cNvCxnSpPr>
            <a:cxnSpLocks/>
          </p:cNvCxnSpPr>
          <p:nvPr/>
        </p:nvCxnSpPr>
        <p:spPr>
          <a:xfrm>
            <a:off x="455329" y="5196064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4233429D-0BB0-426E-B0C1-289CF339AD09}"/>
              </a:ext>
            </a:extLst>
          </p:cNvPr>
          <p:cNvCxnSpPr>
            <a:cxnSpLocks/>
          </p:cNvCxnSpPr>
          <p:nvPr/>
        </p:nvCxnSpPr>
        <p:spPr>
          <a:xfrm>
            <a:off x="357955" y="5207661"/>
            <a:ext cx="0" cy="1511546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FEF9E0C2-B70F-43C2-A81E-0F867CD8F51C}"/>
              </a:ext>
            </a:extLst>
          </p:cNvPr>
          <p:cNvCxnSpPr>
            <a:cxnSpLocks/>
          </p:cNvCxnSpPr>
          <p:nvPr/>
        </p:nvCxnSpPr>
        <p:spPr>
          <a:xfrm>
            <a:off x="552265" y="5199172"/>
            <a:ext cx="0" cy="1511546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943611D-C52C-4F9A-9E1A-39131328267F}"/>
              </a:ext>
            </a:extLst>
          </p:cNvPr>
          <p:cNvCxnSpPr>
            <a:cxnSpLocks/>
          </p:cNvCxnSpPr>
          <p:nvPr/>
        </p:nvCxnSpPr>
        <p:spPr>
          <a:xfrm>
            <a:off x="302797" y="5204553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342EAE88-AD5B-4F31-9FA8-DB3852A93280}"/>
              </a:ext>
            </a:extLst>
          </p:cNvPr>
          <p:cNvCxnSpPr>
            <a:cxnSpLocks/>
          </p:cNvCxnSpPr>
          <p:nvPr/>
        </p:nvCxnSpPr>
        <p:spPr>
          <a:xfrm>
            <a:off x="403762" y="5204553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9D9A9733-475D-4B8E-8790-5DDB8338B74A}"/>
              </a:ext>
            </a:extLst>
          </p:cNvPr>
          <p:cNvCxnSpPr>
            <a:cxnSpLocks/>
          </p:cNvCxnSpPr>
          <p:nvPr/>
        </p:nvCxnSpPr>
        <p:spPr>
          <a:xfrm>
            <a:off x="500917" y="5196064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8A6CEFC3-BC05-41BA-8CE4-D404A651A86C}"/>
              </a:ext>
            </a:extLst>
          </p:cNvPr>
          <p:cNvCxnSpPr>
            <a:cxnSpLocks/>
          </p:cNvCxnSpPr>
          <p:nvPr/>
        </p:nvCxnSpPr>
        <p:spPr>
          <a:xfrm>
            <a:off x="609502" y="5191384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Rectangle 222">
            <a:extLst>
              <a:ext uri="{FF2B5EF4-FFF2-40B4-BE49-F238E27FC236}">
                <a16:creationId xmlns:a16="http://schemas.microsoft.com/office/drawing/2014/main" id="{5A49A53B-F44E-4706-9AB6-B1717DE56421}"/>
              </a:ext>
            </a:extLst>
          </p:cNvPr>
          <p:cNvSpPr/>
          <p:nvPr/>
        </p:nvSpPr>
        <p:spPr>
          <a:xfrm>
            <a:off x="1488162" y="5184098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C4BF723D-446D-4711-A808-CE7B30BC1CEE}"/>
              </a:ext>
            </a:extLst>
          </p:cNvPr>
          <p:cNvSpPr/>
          <p:nvPr/>
        </p:nvSpPr>
        <p:spPr>
          <a:xfrm>
            <a:off x="1585302" y="5192587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E1351189-E006-42B5-94AA-83EA14DE38C5}"/>
              </a:ext>
            </a:extLst>
          </p:cNvPr>
          <p:cNvSpPr/>
          <p:nvPr/>
        </p:nvSpPr>
        <p:spPr>
          <a:xfrm>
            <a:off x="1693845" y="5192587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B2C63379-4543-4FB6-90A5-60C223B55746}"/>
              </a:ext>
            </a:extLst>
          </p:cNvPr>
          <p:cNvSpPr/>
          <p:nvPr/>
        </p:nvSpPr>
        <p:spPr>
          <a:xfrm>
            <a:off x="1386206" y="5192587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C91C03ED-83A5-4DB3-96E4-FBE8A97E99BE}"/>
              </a:ext>
            </a:extLst>
          </p:cNvPr>
          <p:cNvSpPr/>
          <p:nvPr/>
        </p:nvSpPr>
        <p:spPr>
          <a:xfrm>
            <a:off x="1317748" y="5192669"/>
            <a:ext cx="870563" cy="152653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5ED9C7F5-10AB-4025-A352-0697BB8D696C}"/>
              </a:ext>
            </a:extLst>
          </p:cNvPr>
          <p:cNvCxnSpPr>
            <a:cxnSpLocks/>
            <a:stCxn id="227" idx="1"/>
            <a:endCxn id="227" idx="3"/>
          </p:cNvCxnSpPr>
          <p:nvPr/>
        </p:nvCxnSpPr>
        <p:spPr>
          <a:xfrm>
            <a:off x="1317748" y="5955938"/>
            <a:ext cx="87056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CBAEC26C-B8EF-49C8-A575-D18EACDFE064}"/>
              </a:ext>
            </a:extLst>
          </p:cNvPr>
          <p:cNvCxnSpPr>
            <a:cxnSpLocks/>
            <a:stCxn id="227" idx="0"/>
            <a:endCxn id="227" idx="2"/>
          </p:cNvCxnSpPr>
          <p:nvPr/>
        </p:nvCxnSpPr>
        <p:spPr>
          <a:xfrm>
            <a:off x="1753030" y="5192669"/>
            <a:ext cx="0" cy="1526538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07CBBC26-5A04-4D43-B7F3-B7911DCE583E}"/>
              </a:ext>
            </a:extLst>
          </p:cNvPr>
          <p:cNvCxnSpPr>
            <a:cxnSpLocks/>
          </p:cNvCxnSpPr>
          <p:nvPr/>
        </p:nvCxnSpPr>
        <p:spPr>
          <a:xfrm>
            <a:off x="1535840" y="5196064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F5BF18EC-F030-4C56-BDAE-CC4240824212}"/>
              </a:ext>
            </a:extLst>
          </p:cNvPr>
          <p:cNvCxnSpPr>
            <a:cxnSpLocks/>
          </p:cNvCxnSpPr>
          <p:nvPr/>
        </p:nvCxnSpPr>
        <p:spPr>
          <a:xfrm>
            <a:off x="1438466" y="5207661"/>
            <a:ext cx="0" cy="1511546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3E16EDD9-64BC-403D-AABD-E14B311CEA2D}"/>
              </a:ext>
            </a:extLst>
          </p:cNvPr>
          <p:cNvCxnSpPr>
            <a:cxnSpLocks/>
          </p:cNvCxnSpPr>
          <p:nvPr/>
        </p:nvCxnSpPr>
        <p:spPr>
          <a:xfrm>
            <a:off x="1632776" y="5199172"/>
            <a:ext cx="0" cy="1511546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BC832AED-9251-4DDD-AA2F-A8CD5E46222D}"/>
              </a:ext>
            </a:extLst>
          </p:cNvPr>
          <p:cNvCxnSpPr>
            <a:cxnSpLocks/>
          </p:cNvCxnSpPr>
          <p:nvPr/>
        </p:nvCxnSpPr>
        <p:spPr>
          <a:xfrm>
            <a:off x="1383308" y="5204553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F164981F-7E42-43F7-A1B3-E5BD9D59A752}"/>
              </a:ext>
            </a:extLst>
          </p:cNvPr>
          <p:cNvCxnSpPr>
            <a:cxnSpLocks/>
          </p:cNvCxnSpPr>
          <p:nvPr/>
        </p:nvCxnSpPr>
        <p:spPr>
          <a:xfrm>
            <a:off x="1484273" y="5204553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92C488AE-45BE-4FF4-A307-56FA6EB4CB94}"/>
              </a:ext>
            </a:extLst>
          </p:cNvPr>
          <p:cNvCxnSpPr>
            <a:cxnSpLocks/>
          </p:cNvCxnSpPr>
          <p:nvPr/>
        </p:nvCxnSpPr>
        <p:spPr>
          <a:xfrm>
            <a:off x="1581428" y="5196064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C32BDFC7-1CF6-49AA-B762-3BB93FBF528E}"/>
              </a:ext>
            </a:extLst>
          </p:cNvPr>
          <p:cNvCxnSpPr>
            <a:cxnSpLocks/>
          </p:cNvCxnSpPr>
          <p:nvPr/>
        </p:nvCxnSpPr>
        <p:spPr>
          <a:xfrm>
            <a:off x="1686203" y="5187574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Rectangle 236">
            <a:extLst>
              <a:ext uri="{FF2B5EF4-FFF2-40B4-BE49-F238E27FC236}">
                <a16:creationId xmlns:a16="http://schemas.microsoft.com/office/drawing/2014/main" id="{7133B33C-A12A-4BDB-97BC-1686E1BF6936}"/>
              </a:ext>
            </a:extLst>
          </p:cNvPr>
          <p:cNvSpPr/>
          <p:nvPr/>
        </p:nvSpPr>
        <p:spPr>
          <a:xfrm>
            <a:off x="2931576" y="5161061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738084C5-6690-4A3F-A074-1ADEB1B5066C}"/>
              </a:ext>
            </a:extLst>
          </p:cNvPr>
          <p:cNvSpPr/>
          <p:nvPr/>
        </p:nvSpPr>
        <p:spPr>
          <a:xfrm>
            <a:off x="3028716" y="5169550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1677E7A4-A59A-4CA8-BBAF-6455B0CF3D5C}"/>
              </a:ext>
            </a:extLst>
          </p:cNvPr>
          <p:cNvSpPr/>
          <p:nvPr/>
        </p:nvSpPr>
        <p:spPr>
          <a:xfrm>
            <a:off x="3131544" y="5169550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DD173153-432C-476D-8E79-553B3B7D0845}"/>
              </a:ext>
            </a:extLst>
          </p:cNvPr>
          <p:cNvSpPr/>
          <p:nvPr/>
        </p:nvSpPr>
        <p:spPr>
          <a:xfrm>
            <a:off x="2829620" y="5169550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8C128DE-7816-4AA6-9486-3BC0DBE95735}"/>
              </a:ext>
            </a:extLst>
          </p:cNvPr>
          <p:cNvSpPr/>
          <p:nvPr/>
        </p:nvSpPr>
        <p:spPr>
          <a:xfrm>
            <a:off x="2390981" y="5175690"/>
            <a:ext cx="870563" cy="152653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56BFAD20-C332-4EB8-93BB-AE70C6D53C16}"/>
              </a:ext>
            </a:extLst>
          </p:cNvPr>
          <p:cNvCxnSpPr>
            <a:cxnSpLocks/>
            <a:stCxn id="241" idx="1"/>
            <a:endCxn id="241" idx="3"/>
          </p:cNvCxnSpPr>
          <p:nvPr/>
        </p:nvCxnSpPr>
        <p:spPr>
          <a:xfrm>
            <a:off x="2390981" y="5938959"/>
            <a:ext cx="87056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2BABCA09-F526-43B0-AE72-46FED5B2A4DA}"/>
              </a:ext>
            </a:extLst>
          </p:cNvPr>
          <p:cNvCxnSpPr>
            <a:cxnSpLocks/>
            <a:stCxn id="241" idx="0"/>
            <a:endCxn id="241" idx="2"/>
          </p:cNvCxnSpPr>
          <p:nvPr/>
        </p:nvCxnSpPr>
        <p:spPr>
          <a:xfrm>
            <a:off x="2826263" y="5175690"/>
            <a:ext cx="0" cy="1526538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ABF0A278-8D11-4939-AB78-BC93452DA438}"/>
              </a:ext>
            </a:extLst>
          </p:cNvPr>
          <p:cNvCxnSpPr>
            <a:cxnSpLocks/>
          </p:cNvCxnSpPr>
          <p:nvPr/>
        </p:nvCxnSpPr>
        <p:spPr>
          <a:xfrm>
            <a:off x="3030689" y="5174932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24114D9C-B570-4A1F-91DA-0E60E0C08CEC}"/>
              </a:ext>
            </a:extLst>
          </p:cNvPr>
          <p:cNvCxnSpPr>
            <a:cxnSpLocks/>
          </p:cNvCxnSpPr>
          <p:nvPr/>
        </p:nvCxnSpPr>
        <p:spPr>
          <a:xfrm>
            <a:off x="2933315" y="5186529"/>
            <a:ext cx="0" cy="1511546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24742FFC-E9E1-499E-96BE-28C0FA7A827B}"/>
              </a:ext>
            </a:extLst>
          </p:cNvPr>
          <p:cNvCxnSpPr>
            <a:cxnSpLocks/>
          </p:cNvCxnSpPr>
          <p:nvPr/>
        </p:nvCxnSpPr>
        <p:spPr>
          <a:xfrm>
            <a:off x="3127625" y="5178040"/>
            <a:ext cx="0" cy="1511546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66C41AE-00C3-47D8-BBCC-842B07F198AD}"/>
              </a:ext>
            </a:extLst>
          </p:cNvPr>
          <p:cNvCxnSpPr>
            <a:cxnSpLocks/>
          </p:cNvCxnSpPr>
          <p:nvPr/>
        </p:nvCxnSpPr>
        <p:spPr>
          <a:xfrm>
            <a:off x="2878157" y="5183421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09931B43-ED2F-40B0-986E-9EF4BC14DF2E}"/>
              </a:ext>
            </a:extLst>
          </p:cNvPr>
          <p:cNvCxnSpPr>
            <a:cxnSpLocks/>
          </p:cNvCxnSpPr>
          <p:nvPr/>
        </p:nvCxnSpPr>
        <p:spPr>
          <a:xfrm>
            <a:off x="2979122" y="5183421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14CA8D1A-C383-4BDE-800D-8E7C4446061A}"/>
              </a:ext>
            </a:extLst>
          </p:cNvPr>
          <p:cNvCxnSpPr>
            <a:cxnSpLocks/>
          </p:cNvCxnSpPr>
          <p:nvPr/>
        </p:nvCxnSpPr>
        <p:spPr>
          <a:xfrm>
            <a:off x="3076277" y="5174932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16842167-95FB-43BF-A9E9-D35D79640BE0}"/>
              </a:ext>
            </a:extLst>
          </p:cNvPr>
          <p:cNvCxnSpPr>
            <a:cxnSpLocks/>
          </p:cNvCxnSpPr>
          <p:nvPr/>
        </p:nvCxnSpPr>
        <p:spPr>
          <a:xfrm>
            <a:off x="3181052" y="5166442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Rectangle 250">
            <a:extLst>
              <a:ext uri="{FF2B5EF4-FFF2-40B4-BE49-F238E27FC236}">
                <a16:creationId xmlns:a16="http://schemas.microsoft.com/office/drawing/2014/main" id="{040D2C4E-E698-44CA-9705-A92A15FDD196}"/>
              </a:ext>
            </a:extLst>
          </p:cNvPr>
          <p:cNvSpPr/>
          <p:nvPr/>
        </p:nvSpPr>
        <p:spPr>
          <a:xfrm>
            <a:off x="4075512" y="5183187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B77BE648-29B9-466B-8309-7F92F030EDC0}"/>
              </a:ext>
            </a:extLst>
          </p:cNvPr>
          <p:cNvSpPr/>
          <p:nvPr/>
        </p:nvSpPr>
        <p:spPr>
          <a:xfrm>
            <a:off x="4172652" y="5191676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6A3896E5-157D-4732-9331-4E79F3ACBB5F}"/>
              </a:ext>
            </a:extLst>
          </p:cNvPr>
          <p:cNvSpPr/>
          <p:nvPr/>
        </p:nvSpPr>
        <p:spPr>
          <a:xfrm>
            <a:off x="4275480" y="5191676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D7C4FDEB-C307-45D7-A58D-E0D957EC8B6A}"/>
              </a:ext>
            </a:extLst>
          </p:cNvPr>
          <p:cNvSpPr/>
          <p:nvPr/>
        </p:nvSpPr>
        <p:spPr>
          <a:xfrm>
            <a:off x="3967841" y="5191676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50BAF8EC-3441-4463-BCB4-592AB72D1886}"/>
              </a:ext>
            </a:extLst>
          </p:cNvPr>
          <p:cNvSpPr/>
          <p:nvPr/>
        </p:nvSpPr>
        <p:spPr>
          <a:xfrm>
            <a:off x="3471385" y="5184180"/>
            <a:ext cx="870563" cy="152653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26280EBC-125F-4481-AED7-6AF03BA00F45}"/>
              </a:ext>
            </a:extLst>
          </p:cNvPr>
          <p:cNvCxnSpPr>
            <a:cxnSpLocks/>
            <a:stCxn id="255" idx="1"/>
            <a:endCxn id="255" idx="3"/>
          </p:cNvCxnSpPr>
          <p:nvPr/>
        </p:nvCxnSpPr>
        <p:spPr>
          <a:xfrm>
            <a:off x="3471385" y="5947449"/>
            <a:ext cx="87056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54AA66AE-69C2-4C58-ACBB-2615135A0290}"/>
              </a:ext>
            </a:extLst>
          </p:cNvPr>
          <p:cNvCxnSpPr>
            <a:cxnSpLocks/>
            <a:stCxn id="255" idx="0"/>
            <a:endCxn id="255" idx="2"/>
          </p:cNvCxnSpPr>
          <p:nvPr/>
        </p:nvCxnSpPr>
        <p:spPr>
          <a:xfrm>
            <a:off x="3906667" y="5184180"/>
            <a:ext cx="0" cy="1526538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2089961E-D9BE-437F-BCA2-18EEDEB694A1}"/>
              </a:ext>
            </a:extLst>
          </p:cNvPr>
          <p:cNvCxnSpPr>
            <a:cxnSpLocks/>
          </p:cNvCxnSpPr>
          <p:nvPr/>
        </p:nvCxnSpPr>
        <p:spPr>
          <a:xfrm>
            <a:off x="4123190" y="5197058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F41B04B5-7F37-4F8E-B7F7-B9DE9467779C}"/>
              </a:ext>
            </a:extLst>
          </p:cNvPr>
          <p:cNvCxnSpPr>
            <a:cxnSpLocks/>
          </p:cNvCxnSpPr>
          <p:nvPr/>
        </p:nvCxnSpPr>
        <p:spPr>
          <a:xfrm>
            <a:off x="4025816" y="5208655"/>
            <a:ext cx="0" cy="1511546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CE747392-4B71-4B0D-A035-A6F4E752A4EB}"/>
              </a:ext>
            </a:extLst>
          </p:cNvPr>
          <p:cNvCxnSpPr>
            <a:cxnSpLocks/>
          </p:cNvCxnSpPr>
          <p:nvPr/>
        </p:nvCxnSpPr>
        <p:spPr>
          <a:xfrm>
            <a:off x="4220126" y="5200166"/>
            <a:ext cx="0" cy="1511546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FEE39DBC-1840-4D8D-AF26-4DC88C314C8C}"/>
              </a:ext>
            </a:extLst>
          </p:cNvPr>
          <p:cNvCxnSpPr>
            <a:cxnSpLocks/>
          </p:cNvCxnSpPr>
          <p:nvPr/>
        </p:nvCxnSpPr>
        <p:spPr>
          <a:xfrm>
            <a:off x="3970658" y="5205547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8C49EF64-6D82-4366-9B13-39C98CCEB3C6}"/>
              </a:ext>
            </a:extLst>
          </p:cNvPr>
          <p:cNvCxnSpPr>
            <a:cxnSpLocks/>
          </p:cNvCxnSpPr>
          <p:nvPr/>
        </p:nvCxnSpPr>
        <p:spPr>
          <a:xfrm>
            <a:off x="4071623" y="5205547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F321AB48-0B89-4615-8C79-643FBF30A81B}"/>
              </a:ext>
            </a:extLst>
          </p:cNvPr>
          <p:cNvCxnSpPr>
            <a:cxnSpLocks/>
          </p:cNvCxnSpPr>
          <p:nvPr/>
        </p:nvCxnSpPr>
        <p:spPr>
          <a:xfrm>
            <a:off x="4168778" y="5197058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21B04A25-D7CE-4450-85E7-8EB786C87A83}"/>
              </a:ext>
            </a:extLst>
          </p:cNvPr>
          <p:cNvCxnSpPr>
            <a:cxnSpLocks/>
          </p:cNvCxnSpPr>
          <p:nvPr/>
        </p:nvCxnSpPr>
        <p:spPr>
          <a:xfrm>
            <a:off x="4273553" y="5188568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Rectangle 264">
            <a:extLst>
              <a:ext uri="{FF2B5EF4-FFF2-40B4-BE49-F238E27FC236}">
                <a16:creationId xmlns:a16="http://schemas.microsoft.com/office/drawing/2014/main" id="{AAB562AF-66C0-4ED7-B3DC-62C48DC22099}"/>
              </a:ext>
            </a:extLst>
          </p:cNvPr>
          <p:cNvSpPr/>
          <p:nvPr/>
        </p:nvSpPr>
        <p:spPr>
          <a:xfrm>
            <a:off x="312235" y="4966122"/>
            <a:ext cx="68178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step 1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9136D0F3-3CD8-4511-A94D-1A70AA0DC1D6}"/>
              </a:ext>
            </a:extLst>
          </p:cNvPr>
          <p:cNvSpPr/>
          <p:nvPr/>
        </p:nvSpPr>
        <p:spPr>
          <a:xfrm>
            <a:off x="1376354" y="4942943"/>
            <a:ext cx="68178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step 2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F017950C-4CB2-45FC-B27B-3A7173A6CF3D}"/>
              </a:ext>
            </a:extLst>
          </p:cNvPr>
          <p:cNvSpPr/>
          <p:nvPr/>
        </p:nvSpPr>
        <p:spPr>
          <a:xfrm>
            <a:off x="2499365" y="4932286"/>
            <a:ext cx="68178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step 3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D5C386-C088-4A28-BA0D-33C7A3292291}"/>
              </a:ext>
            </a:extLst>
          </p:cNvPr>
          <p:cNvSpPr/>
          <p:nvPr/>
        </p:nvSpPr>
        <p:spPr>
          <a:xfrm>
            <a:off x="3539549" y="4955571"/>
            <a:ext cx="68178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step 4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AB355E0A-8428-4CF4-BFDE-96F39B946223}"/>
              </a:ext>
            </a:extLst>
          </p:cNvPr>
          <p:cNvSpPr/>
          <p:nvPr/>
        </p:nvSpPr>
        <p:spPr>
          <a:xfrm>
            <a:off x="7305763" y="259797"/>
            <a:ext cx="2084225" cy="64633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Store to global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coalescing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95BAD014-B22D-4E31-9129-37576B7F5C0D}"/>
              </a:ext>
            </a:extLst>
          </p:cNvPr>
          <p:cNvSpPr/>
          <p:nvPr/>
        </p:nvSpPr>
        <p:spPr>
          <a:xfrm>
            <a:off x="6178179" y="1533858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7CDA43C2-4281-4363-AF14-DC8CF9DF1E0F}"/>
              </a:ext>
            </a:extLst>
          </p:cNvPr>
          <p:cNvSpPr/>
          <p:nvPr/>
        </p:nvSpPr>
        <p:spPr>
          <a:xfrm>
            <a:off x="6259489" y="152400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C0A3170C-A923-4E76-887E-2F8F42F8BA77}"/>
              </a:ext>
            </a:extLst>
          </p:cNvPr>
          <p:cNvSpPr/>
          <p:nvPr/>
        </p:nvSpPr>
        <p:spPr>
          <a:xfrm>
            <a:off x="6340765" y="152908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01" name="Table 300">
            <a:extLst>
              <a:ext uri="{FF2B5EF4-FFF2-40B4-BE49-F238E27FC236}">
                <a16:creationId xmlns:a16="http://schemas.microsoft.com/office/drawing/2014/main" id="{4AC176EA-A5F1-404C-B637-BAB08E114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154013"/>
              </p:ext>
            </p:extLst>
          </p:nvPr>
        </p:nvGraphicFramePr>
        <p:xfrm>
          <a:off x="211349" y="1087640"/>
          <a:ext cx="1824912" cy="3799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14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  <a:gridCol w="228114">
                  <a:extLst>
                    <a:ext uri="{9D8B030D-6E8A-4147-A177-3AD203B41FA5}">
                      <a16:colId xmlns:a16="http://schemas.microsoft.com/office/drawing/2014/main" val="2032259073"/>
                    </a:ext>
                  </a:extLst>
                </a:gridCol>
                <a:gridCol w="228114">
                  <a:extLst>
                    <a:ext uri="{9D8B030D-6E8A-4147-A177-3AD203B41FA5}">
                      <a16:colId xmlns:a16="http://schemas.microsoft.com/office/drawing/2014/main" val="3855156980"/>
                    </a:ext>
                  </a:extLst>
                </a:gridCol>
                <a:gridCol w="228114">
                  <a:extLst>
                    <a:ext uri="{9D8B030D-6E8A-4147-A177-3AD203B41FA5}">
                      <a16:colId xmlns:a16="http://schemas.microsoft.com/office/drawing/2014/main" val="1598584185"/>
                    </a:ext>
                  </a:extLst>
                </a:gridCol>
                <a:gridCol w="228114">
                  <a:extLst>
                    <a:ext uri="{9D8B030D-6E8A-4147-A177-3AD203B41FA5}">
                      <a16:colId xmlns:a16="http://schemas.microsoft.com/office/drawing/2014/main" val="2332742198"/>
                    </a:ext>
                  </a:extLst>
                </a:gridCol>
                <a:gridCol w="228114">
                  <a:extLst>
                    <a:ext uri="{9D8B030D-6E8A-4147-A177-3AD203B41FA5}">
                      <a16:colId xmlns:a16="http://schemas.microsoft.com/office/drawing/2014/main" val="2882922271"/>
                    </a:ext>
                  </a:extLst>
                </a:gridCol>
                <a:gridCol w="228114">
                  <a:extLst>
                    <a:ext uri="{9D8B030D-6E8A-4147-A177-3AD203B41FA5}">
                      <a16:colId xmlns:a16="http://schemas.microsoft.com/office/drawing/2014/main" val="2771883608"/>
                    </a:ext>
                  </a:extLst>
                </a:gridCol>
                <a:gridCol w="228114">
                  <a:extLst>
                    <a:ext uri="{9D8B030D-6E8A-4147-A177-3AD203B41FA5}">
                      <a16:colId xmlns:a16="http://schemas.microsoft.com/office/drawing/2014/main" val="1590638135"/>
                    </a:ext>
                  </a:extLst>
                </a:gridCol>
              </a:tblGrid>
              <a:tr h="237444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t0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t1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t2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t3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79264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t4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t5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102691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t6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t7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696488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t8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t9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56909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364704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13360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743136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303100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846396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167303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875446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549682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49030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479964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768223"/>
                  </a:ext>
                </a:extLst>
              </a:tr>
            </a:tbl>
          </a:graphicData>
        </a:graphic>
      </p:graphicFrame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94BE6F8B-5548-468D-A5CA-F6C7C2CAD588}"/>
              </a:ext>
            </a:extLst>
          </p:cNvPr>
          <p:cNvCxnSpPr>
            <a:cxnSpLocks/>
          </p:cNvCxnSpPr>
          <p:nvPr/>
        </p:nvCxnSpPr>
        <p:spPr>
          <a:xfrm>
            <a:off x="312235" y="1093140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ECA4EF70-30C2-4B4E-B4D6-2975D0DECEDB}"/>
              </a:ext>
            </a:extLst>
          </p:cNvPr>
          <p:cNvCxnSpPr>
            <a:cxnSpLocks/>
          </p:cNvCxnSpPr>
          <p:nvPr/>
        </p:nvCxnSpPr>
        <p:spPr>
          <a:xfrm>
            <a:off x="544460" y="1089983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53A07642-8BA0-4A1F-A527-E9EFB4B1EB8E}"/>
              </a:ext>
            </a:extLst>
          </p:cNvPr>
          <p:cNvCxnSpPr>
            <a:cxnSpLocks/>
          </p:cNvCxnSpPr>
          <p:nvPr/>
        </p:nvCxnSpPr>
        <p:spPr>
          <a:xfrm>
            <a:off x="780680" y="1077900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D666F2E3-C7E0-40A9-ADBC-79E4DD37CBDC}"/>
              </a:ext>
            </a:extLst>
          </p:cNvPr>
          <p:cNvCxnSpPr>
            <a:cxnSpLocks/>
          </p:cNvCxnSpPr>
          <p:nvPr/>
        </p:nvCxnSpPr>
        <p:spPr>
          <a:xfrm>
            <a:off x="1005082" y="1075445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Rectangle 367">
            <a:extLst>
              <a:ext uri="{FF2B5EF4-FFF2-40B4-BE49-F238E27FC236}">
                <a16:creationId xmlns:a16="http://schemas.microsoft.com/office/drawing/2014/main" id="{317283D1-108A-4E83-9FA3-9EB76A4DB1EC}"/>
              </a:ext>
            </a:extLst>
          </p:cNvPr>
          <p:cNvSpPr/>
          <p:nvPr/>
        </p:nvSpPr>
        <p:spPr>
          <a:xfrm>
            <a:off x="9266" y="750294"/>
            <a:ext cx="211800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Consolas" panose="020B0609020204030204" pitchFamily="49" charset="0"/>
              </a:rPr>
              <a:t>Store to </a:t>
            </a:r>
            <a:r>
              <a:rPr lang="en-US" altLang="zh-CN" sz="1050" dirty="0" err="1">
                <a:latin typeface="Consolas" panose="020B0609020204030204" pitchFamily="49" charset="0"/>
              </a:rPr>
              <a:t>smem</a:t>
            </a:r>
            <a:r>
              <a:rPr lang="en-US" altLang="zh-CN" sz="1050" dirty="0">
                <a:latin typeface="Consolas" panose="020B0609020204030204" pitchFamily="49" charset="0"/>
              </a:rPr>
              <a:t>, in 4 step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76366798-A09D-4609-9267-7BF7AE0E2622}"/>
              </a:ext>
            </a:extLst>
          </p:cNvPr>
          <p:cNvSpPr/>
          <p:nvPr/>
        </p:nvSpPr>
        <p:spPr>
          <a:xfrm>
            <a:off x="3095542" y="622018"/>
            <a:ext cx="302870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Consolas" panose="020B0609020204030204" pitchFamily="49" charset="0"/>
              </a:rPr>
              <a:t>Load from </a:t>
            </a:r>
            <a:r>
              <a:rPr lang="en-US" altLang="zh-CN" sz="1050" dirty="0" err="1">
                <a:latin typeface="Consolas" panose="020B0609020204030204" pitchFamily="49" charset="0"/>
              </a:rPr>
              <a:t>smem</a:t>
            </a:r>
            <a:r>
              <a:rPr lang="en-US" altLang="zh-CN" sz="1050" dirty="0">
                <a:latin typeface="Consolas" panose="020B0609020204030204" pitchFamily="49" charset="0"/>
              </a:rPr>
              <a:t> and store to global (float2 store), in 4 step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ED09C267-0620-480E-8429-7393C6E5BF28}"/>
              </a:ext>
            </a:extLst>
          </p:cNvPr>
          <p:cNvSpPr/>
          <p:nvPr/>
        </p:nvSpPr>
        <p:spPr>
          <a:xfrm>
            <a:off x="4428288" y="3086006"/>
            <a:ext cx="1532242" cy="1223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Consolas" panose="020B0609020204030204" pitchFamily="49" charset="0"/>
              </a:rPr>
              <a:t>32*2*4*4=1024 byte </a:t>
            </a:r>
            <a:r>
              <a:rPr lang="en-US" altLang="zh-CN" sz="1050" dirty="0" err="1">
                <a:latin typeface="Consolas" panose="020B0609020204030204" pitchFamily="49" charset="0"/>
              </a:rPr>
              <a:t>smem</a:t>
            </a:r>
            <a:r>
              <a:rPr lang="en-US" altLang="zh-CN" sz="1050" dirty="0">
                <a:latin typeface="Consolas" panose="020B0609020204030204" pitchFamily="49" charset="0"/>
              </a:rPr>
              <a:t> needed for each warp, each step.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8 wave, 8196 byte, same as before</a:t>
            </a:r>
            <a:endParaRPr 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013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95">
            <a:extLst>
              <a:ext uri="{FF2B5EF4-FFF2-40B4-BE49-F238E27FC236}">
                <a16:creationId xmlns:a16="http://schemas.microsoft.com/office/drawing/2014/main" id="{7AB6A69A-835B-4B36-A997-2045CD3A572D}"/>
              </a:ext>
            </a:extLst>
          </p:cNvPr>
          <p:cNvSpPr/>
          <p:nvPr/>
        </p:nvSpPr>
        <p:spPr>
          <a:xfrm>
            <a:off x="212209" y="1076161"/>
            <a:ext cx="102627" cy="38026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30BF3774-51D6-4B0F-A570-C4AD9293DC33}"/>
              </a:ext>
            </a:extLst>
          </p:cNvPr>
          <p:cNvSpPr/>
          <p:nvPr/>
        </p:nvSpPr>
        <p:spPr>
          <a:xfrm>
            <a:off x="444412" y="1070162"/>
            <a:ext cx="102627" cy="38026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4BAAE7CC-08C7-4081-86BE-49954DC45CF0}"/>
              </a:ext>
            </a:extLst>
          </p:cNvPr>
          <p:cNvSpPr/>
          <p:nvPr/>
        </p:nvSpPr>
        <p:spPr>
          <a:xfrm>
            <a:off x="663692" y="1067819"/>
            <a:ext cx="102627" cy="38026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AEBFDC5-FDCE-46E3-8CE3-3E1B5C557389}"/>
              </a:ext>
            </a:extLst>
          </p:cNvPr>
          <p:cNvSpPr/>
          <p:nvPr/>
        </p:nvSpPr>
        <p:spPr>
          <a:xfrm>
            <a:off x="891444" y="1075445"/>
            <a:ext cx="102627" cy="38026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FDEF9FD8-1B81-4216-AC85-598A3ED9574F}"/>
              </a:ext>
            </a:extLst>
          </p:cNvPr>
          <p:cNvCxnSpPr>
            <a:cxnSpLocks/>
          </p:cNvCxnSpPr>
          <p:nvPr/>
        </p:nvCxnSpPr>
        <p:spPr>
          <a:xfrm>
            <a:off x="9805712" y="1535602"/>
            <a:ext cx="0" cy="500072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00D497D-2248-42D4-9163-41EF7349C36A}"/>
              </a:ext>
            </a:extLst>
          </p:cNvPr>
          <p:cNvSpPr/>
          <p:nvPr/>
        </p:nvSpPr>
        <p:spPr>
          <a:xfrm>
            <a:off x="9819716" y="403143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176A8E37-C066-4432-BA27-D12ECBD6A41F}"/>
              </a:ext>
            </a:extLst>
          </p:cNvPr>
          <p:cNvSpPr/>
          <p:nvPr/>
        </p:nvSpPr>
        <p:spPr>
          <a:xfrm>
            <a:off x="9894107" y="4041297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B49080FA-1583-4336-A201-8FB4FE1C7130}"/>
              </a:ext>
            </a:extLst>
          </p:cNvPr>
          <p:cNvSpPr/>
          <p:nvPr/>
        </p:nvSpPr>
        <p:spPr>
          <a:xfrm>
            <a:off x="9975417" y="403143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EA3F1CAC-7B2F-4D55-8B23-5BBD4B6C05D7}"/>
              </a:ext>
            </a:extLst>
          </p:cNvPr>
          <p:cNvSpPr/>
          <p:nvPr/>
        </p:nvSpPr>
        <p:spPr>
          <a:xfrm>
            <a:off x="10056693" y="403651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A860F74F-BCCE-4FBB-BCA9-5C7E01D5B749}"/>
              </a:ext>
            </a:extLst>
          </p:cNvPr>
          <p:cNvSpPr/>
          <p:nvPr/>
        </p:nvSpPr>
        <p:spPr>
          <a:xfrm>
            <a:off x="9824912" y="152400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6BB3E66C-3776-46C0-80B2-54144141B34A}"/>
              </a:ext>
            </a:extLst>
          </p:cNvPr>
          <p:cNvSpPr/>
          <p:nvPr/>
        </p:nvSpPr>
        <p:spPr>
          <a:xfrm>
            <a:off x="9899303" y="1533858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6686BACA-9DD3-4452-A449-7AE2C53102F1}"/>
              </a:ext>
            </a:extLst>
          </p:cNvPr>
          <p:cNvSpPr/>
          <p:nvPr/>
        </p:nvSpPr>
        <p:spPr>
          <a:xfrm>
            <a:off x="9980613" y="152400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8131C184-1B47-4D51-A311-B1D047B0F1EB}"/>
              </a:ext>
            </a:extLst>
          </p:cNvPr>
          <p:cNvSpPr/>
          <p:nvPr/>
        </p:nvSpPr>
        <p:spPr>
          <a:xfrm>
            <a:off x="10061889" y="152908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9F7C6104-874D-491B-AA42-2235C6CB7B14}"/>
              </a:ext>
            </a:extLst>
          </p:cNvPr>
          <p:cNvCxnSpPr>
            <a:cxnSpLocks/>
            <a:stCxn id="234" idx="0"/>
            <a:endCxn id="234" idx="2"/>
          </p:cNvCxnSpPr>
          <p:nvPr/>
        </p:nvCxnSpPr>
        <p:spPr>
          <a:xfrm>
            <a:off x="8601630" y="1501735"/>
            <a:ext cx="0" cy="503459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Rectangle 209">
            <a:extLst>
              <a:ext uri="{FF2B5EF4-FFF2-40B4-BE49-F238E27FC236}">
                <a16:creationId xmlns:a16="http://schemas.microsoft.com/office/drawing/2014/main" id="{192301EB-2A90-4710-A4D4-34969D679814}"/>
              </a:ext>
            </a:extLst>
          </p:cNvPr>
          <p:cNvSpPr/>
          <p:nvPr/>
        </p:nvSpPr>
        <p:spPr>
          <a:xfrm>
            <a:off x="8610460" y="403143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4D9DDE81-A6C2-49D7-B51E-5E13B8342175}"/>
              </a:ext>
            </a:extLst>
          </p:cNvPr>
          <p:cNvSpPr/>
          <p:nvPr/>
        </p:nvSpPr>
        <p:spPr>
          <a:xfrm>
            <a:off x="8684851" y="4041297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FA8AD6BE-1577-4E85-AF09-9FA4357DD749}"/>
              </a:ext>
            </a:extLst>
          </p:cNvPr>
          <p:cNvSpPr/>
          <p:nvPr/>
        </p:nvSpPr>
        <p:spPr>
          <a:xfrm>
            <a:off x="8766161" y="403143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DB538FAF-88DF-45F3-A538-699F04B7B0EE}"/>
              </a:ext>
            </a:extLst>
          </p:cNvPr>
          <p:cNvSpPr/>
          <p:nvPr/>
        </p:nvSpPr>
        <p:spPr>
          <a:xfrm>
            <a:off x="8847437" y="403651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E5C7C20-D98F-4057-8DAB-95C63BC7DE58}"/>
              </a:ext>
            </a:extLst>
          </p:cNvPr>
          <p:cNvSpPr/>
          <p:nvPr/>
        </p:nvSpPr>
        <p:spPr>
          <a:xfrm>
            <a:off x="8615656" y="152400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7B884BF-E278-4477-86CF-1B42127A8A4D}"/>
              </a:ext>
            </a:extLst>
          </p:cNvPr>
          <p:cNvSpPr/>
          <p:nvPr/>
        </p:nvSpPr>
        <p:spPr>
          <a:xfrm>
            <a:off x="8690047" y="1533858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3D37477-CDD4-455D-AE75-304EE2121684}"/>
              </a:ext>
            </a:extLst>
          </p:cNvPr>
          <p:cNvSpPr/>
          <p:nvPr/>
        </p:nvSpPr>
        <p:spPr>
          <a:xfrm>
            <a:off x="8771357" y="152400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8D156043-5F89-483B-9299-4558F6E8C012}"/>
              </a:ext>
            </a:extLst>
          </p:cNvPr>
          <p:cNvSpPr/>
          <p:nvPr/>
        </p:nvSpPr>
        <p:spPr>
          <a:xfrm>
            <a:off x="8852633" y="152908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4E7B90B2-F74B-4F5F-B09D-139834879001}"/>
              </a:ext>
            </a:extLst>
          </p:cNvPr>
          <p:cNvCxnSpPr>
            <a:cxnSpLocks/>
          </p:cNvCxnSpPr>
          <p:nvPr/>
        </p:nvCxnSpPr>
        <p:spPr>
          <a:xfrm>
            <a:off x="7378185" y="1561978"/>
            <a:ext cx="0" cy="5035395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Rectangle 218">
            <a:extLst>
              <a:ext uri="{FF2B5EF4-FFF2-40B4-BE49-F238E27FC236}">
                <a16:creationId xmlns:a16="http://schemas.microsoft.com/office/drawing/2014/main" id="{041CE3B7-AD2E-49CD-8527-4BA68DE756EF}"/>
              </a:ext>
            </a:extLst>
          </p:cNvPr>
          <p:cNvSpPr/>
          <p:nvPr/>
        </p:nvSpPr>
        <p:spPr>
          <a:xfrm>
            <a:off x="7387247" y="403300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EAFBB399-FF7B-4B26-A366-CFEA2A3692CF}"/>
              </a:ext>
            </a:extLst>
          </p:cNvPr>
          <p:cNvSpPr/>
          <p:nvPr/>
        </p:nvSpPr>
        <p:spPr>
          <a:xfrm>
            <a:off x="7461638" y="4042858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2994A266-2334-497B-ABD5-8B91B190AACF}"/>
              </a:ext>
            </a:extLst>
          </p:cNvPr>
          <p:cNvSpPr/>
          <p:nvPr/>
        </p:nvSpPr>
        <p:spPr>
          <a:xfrm>
            <a:off x="7542948" y="403300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4B478F2-4847-4270-8F1C-63A349DA2135}"/>
              </a:ext>
            </a:extLst>
          </p:cNvPr>
          <p:cNvSpPr/>
          <p:nvPr/>
        </p:nvSpPr>
        <p:spPr>
          <a:xfrm>
            <a:off x="7624224" y="403808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A9CC82A-62DE-4995-85A9-E376B78E20E0}"/>
              </a:ext>
            </a:extLst>
          </p:cNvPr>
          <p:cNvSpPr/>
          <p:nvPr/>
        </p:nvSpPr>
        <p:spPr>
          <a:xfrm>
            <a:off x="7392443" y="1525561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4061A982-B2C8-436A-8C21-154AB0DFCEA5}"/>
              </a:ext>
            </a:extLst>
          </p:cNvPr>
          <p:cNvSpPr/>
          <p:nvPr/>
        </p:nvSpPr>
        <p:spPr>
          <a:xfrm>
            <a:off x="7466834" y="153541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3350839E-7FC5-44E3-B2EF-09166C0F02F4}"/>
              </a:ext>
            </a:extLst>
          </p:cNvPr>
          <p:cNvSpPr/>
          <p:nvPr/>
        </p:nvSpPr>
        <p:spPr>
          <a:xfrm>
            <a:off x="7548144" y="1525561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9D8A969D-E897-4FB8-8096-6BCC2CAAB98E}"/>
              </a:ext>
            </a:extLst>
          </p:cNvPr>
          <p:cNvSpPr/>
          <p:nvPr/>
        </p:nvSpPr>
        <p:spPr>
          <a:xfrm>
            <a:off x="7629420" y="1530641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19C46C29-68A1-4A88-B8C7-78BCC51777A5}"/>
              </a:ext>
            </a:extLst>
          </p:cNvPr>
          <p:cNvSpPr/>
          <p:nvPr/>
        </p:nvSpPr>
        <p:spPr>
          <a:xfrm>
            <a:off x="6098592" y="403143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D63B05A7-832F-43D9-8971-B21431AF64DF}"/>
              </a:ext>
            </a:extLst>
          </p:cNvPr>
          <p:cNvSpPr/>
          <p:nvPr/>
        </p:nvSpPr>
        <p:spPr>
          <a:xfrm>
            <a:off x="6172983" y="4041297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1F96549B-D9FD-4860-9D53-532196FD511D}"/>
              </a:ext>
            </a:extLst>
          </p:cNvPr>
          <p:cNvSpPr/>
          <p:nvPr/>
        </p:nvSpPr>
        <p:spPr>
          <a:xfrm>
            <a:off x="6254293" y="403143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E61C9192-A1A9-4245-B602-2AE85C822387}"/>
              </a:ext>
            </a:extLst>
          </p:cNvPr>
          <p:cNvSpPr/>
          <p:nvPr/>
        </p:nvSpPr>
        <p:spPr>
          <a:xfrm>
            <a:off x="6335569" y="4036519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B6C59CAD-D611-400A-992C-0F1FB8831C1E}"/>
              </a:ext>
            </a:extLst>
          </p:cNvPr>
          <p:cNvSpPr/>
          <p:nvPr/>
        </p:nvSpPr>
        <p:spPr>
          <a:xfrm>
            <a:off x="6103788" y="152400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A12F2CB6-7BAD-4F82-A94F-C3D3FE809226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fft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convolution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03181A7E-1EF4-4AFB-B858-6362B0FCB0F5}"/>
              </a:ext>
            </a:extLst>
          </p:cNvPr>
          <p:cNvSpPr txBox="1"/>
          <p:nvPr/>
        </p:nvSpPr>
        <p:spPr>
          <a:xfrm>
            <a:off x="3068149" y="138793"/>
            <a:ext cx="21647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en-US" dirty="0">
                <a:latin typeface="Consolas" panose="020B0609020204030204" pitchFamily="49" charset="0"/>
              </a:rPr>
              <a:t>. </a:t>
            </a:r>
            <a:r>
              <a:rPr lang="en-US" altLang="zh-CN" dirty="0" err="1">
                <a:latin typeface="Consolas" panose="020B0609020204030204" pitchFamily="49" charset="0"/>
              </a:rPr>
              <a:t>cgemm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162AF40B-B34C-4319-87CC-46636D9188BE}"/>
              </a:ext>
            </a:extLst>
          </p:cNvPr>
          <p:cNvSpPr/>
          <p:nvPr/>
        </p:nvSpPr>
        <p:spPr>
          <a:xfrm>
            <a:off x="6084334" y="1501735"/>
            <a:ext cx="5034592" cy="50345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A44E1E80-625F-40A4-BF09-B89013D0C7EF}"/>
              </a:ext>
            </a:extLst>
          </p:cNvPr>
          <p:cNvSpPr txBox="1"/>
          <p:nvPr/>
        </p:nvSpPr>
        <p:spPr>
          <a:xfrm>
            <a:off x="6313427" y="2865692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wave_0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CC34090-7E96-415A-BB8C-716ABE4A2B06}"/>
              </a:ext>
            </a:extLst>
          </p:cNvPr>
          <p:cNvSpPr txBox="1"/>
          <p:nvPr/>
        </p:nvSpPr>
        <p:spPr>
          <a:xfrm>
            <a:off x="7621007" y="2865692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wave_1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8BDD5F98-5F07-4C0D-B5B7-610E4AC747BF}"/>
              </a:ext>
            </a:extLst>
          </p:cNvPr>
          <p:cNvSpPr txBox="1"/>
          <p:nvPr/>
        </p:nvSpPr>
        <p:spPr>
          <a:xfrm>
            <a:off x="8855254" y="2886658"/>
            <a:ext cx="12471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wave_2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AB96C326-BC12-4FB0-BA0F-493869C392E2}"/>
              </a:ext>
            </a:extLst>
          </p:cNvPr>
          <p:cNvSpPr txBox="1"/>
          <p:nvPr/>
        </p:nvSpPr>
        <p:spPr>
          <a:xfrm>
            <a:off x="10057854" y="2886658"/>
            <a:ext cx="1206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wave_3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1EAE2629-0D3C-48C7-9A24-35729FA3C8E5}"/>
              </a:ext>
            </a:extLst>
          </p:cNvPr>
          <p:cNvSpPr/>
          <p:nvPr/>
        </p:nvSpPr>
        <p:spPr>
          <a:xfrm>
            <a:off x="7886872" y="1171608"/>
            <a:ext cx="20784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64 float2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B37A0362-7812-45A2-A02E-08D7FC2FF86D}"/>
              </a:ext>
            </a:extLst>
          </p:cNvPr>
          <p:cNvSpPr txBox="1"/>
          <p:nvPr/>
        </p:nvSpPr>
        <p:spPr>
          <a:xfrm>
            <a:off x="8281692" y="3555339"/>
            <a:ext cx="1043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</a:t>
            </a:r>
          </a:p>
          <a:p>
            <a:r>
              <a:rPr lang="en-US" sz="1400" dirty="0" err="1"/>
              <a:t>col_major</a:t>
            </a:r>
            <a:endParaRPr lang="en-US" sz="1400" dirty="0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30DAC010-14DA-44AC-A8ED-589BC8AA06CC}"/>
              </a:ext>
            </a:extLst>
          </p:cNvPr>
          <p:cNvSpPr txBox="1"/>
          <p:nvPr/>
        </p:nvSpPr>
        <p:spPr>
          <a:xfrm>
            <a:off x="5459484" y="138793"/>
            <a:ext cx="97374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AMD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17AE6D02-0DC2-4FB1-96D2-568BAB7D5DEE}"/>
              </a:ext>
            </a:extLst>
          </p:cNvPr>
          <p:cNvSpPr/>
          <p:nvPr/>
        </p:nvSpPr>
        <p:spPr>
          <a:xfrm>
            <a:off x="356216" y="5182193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FC89264E-276A-49B0-A216-9B7171CD184B}"/>
              </a:ext>
            </a:extLst>
          </p:cNvPr>
          <p:cNvSpPr/>
          <p:nvPr/>
        </p:nvSpPr>
        <p:spPr>
          <a:xfrm>
            <a:off x="453356" y="5190682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26D5FEE6-3D98-4A82-A888-4A2B4DEBCDCC}"/>
              </a:ext>
            </a:extLst>
          </p:cNvPr>
          <p:cNvSpPr/>
          <p:nvPr/>
        </p:nvSpPr>
        <p:spPr>
          <a:xfrm>
            <a:off x="556184" y="5190682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3BAF6A58-3C85-46EB-BD57-DA796F6B1C51}"/>
              </a:ext>
            </a:extLst>
          </p:cNvPr>
          <p:cNvSpPr/>
          <p:nvPr/>
        </p:nvSpPr>
        <p:spPr>
          <a:xfrm>
            <a:off x="3346040" y="1087640"/>
            <a:ext cx="91662" cy="38026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3582950C-0C6C-4E86-83EA-639CEEDFCE8B}"/>
              </a:ext>
            </a:extLst>
          </p:cNvPr>
          <p:cNvSpPr/>
          <p:nvPr/>
        </p:nvSpPr>
        <p:spPr>
          <a:xfrm>
            <a:off x="3148903" y="1087640"/>
            <a:ext cx="80149" cy="38026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FE172BFE-0F0D-4A43-980B-70F6A45D157E}"/>
              </a:ext>
            </a:extLst>
          </p:cNvPr>
          <p:cNvSpPr/>
          <p:nvPr/>
        </p:nvSpPr>
        <p:spPr>
          <a:xfrm>
            <a:off x="2732054" y="1058577"/>
            <a:ext cx="102627" cy="38026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497FAF4B-9128-4358-85AC-BCED64BC026D}"/>
              </a:ext>
            </a:extLst>
          </p:cNvPr>
          <p:cNvSpPr/>
          <p:nvPr/>
        </p:nvSpPr>
        <p:spPr>
          <a:xfrm>
            <a:off x="2941424" y="1075556"/>
            <a:ext cx="87493" cy="38026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7E2D58D1-A062-493D-A42C-D36DD89E64E2}"/>
              </a:ext>
            </a:extLst>
          </p:cNvPr>
          <p:cNvSpPr/>
          <p:nvPr/>
        </p:nvSpPr>
        <p:spPr>
          <a:xfrm>
            <a:off x="2715033" y="1075556"/>
            <a:ext cx="1706588" cy="380261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1AB6DC80-40A1-4CAE-AAFB-5FBA050AC46C}"/>
              </a:ext>
            </a:extLst>
          </p:cNvPr>
          <p:cNvCxnSpPr>
            <a:cxnSpLocks/>
            <a:stCxn id="254" idx="1"/>
            <a:endCxn id="254" idx="3"/>
          </p:cNvCxnSpPr>
          <p:nvPr/>
        </p:nvCxnSpPr>
        <p:spPr>
          <a:xfrm>
            <a:off x="2715033" y="2976863"/>
            <a:ext cx="1706588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5E51EF75-1826-46FD-AD8A-84532408498F}"/>
              </a:ext>
            </a:extLst>
          </p:cNvPr>
          <p:cNvCxnSpPr>
            <a:cxnSpLocks/>
            <a:endCxn id="271" idx="1"/>
          </p:cNvCxnSpPr>
          <p:nvPr/>
        </p:nvCxnSpPr>
        <p:spPr>
          <a:xfrm flipV="1">
            <a:off x="2706241" y="2054955"/>
            <a:ext cx="1692744" cy="152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2D76B40-D835-4B70-94E5-6C73AD9D0EEB}"/>
              </a:ext>
            </a:extLst>
          </p:cNvPr>
          <p:cNvCxnSpPr>
            <a:cxnSpLocks/>
          </p:cNvCxnSpPr>
          <p:nvPr/>
        </p:nvCxnSpPr>
        <p:spPr>
          <a:xfrm>
            <a:off x="2715033" y="2544482"/>
            <a:ext cx="1682716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5A181B53-C7CE-4D42-9E8E-6B866EB3C15F}"/>
              </a:ext>
            </a:extLst>
          </p:cNvPr>
          <p:cNvCxnSpPr>
            <a:cxnSpLocks/>
          </p:cNvCxnSpPr>
          <p:nvPr/>
        </p:nvCxnSpPr>
        <p:spPr>
          <a:xfrm>
            <a:off x="2715033" y="1572831"/>
            <a:ext cx="1682716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25C2D197-7C76-46E6-BF78-3E1701C7A748}"/>
              </a:ext>
            </a:extLst>
          </p:cNvPr>
          <p:cNvCxnSpPr>
            <a:cxnSpLocks/>
          </p:cNvCxnSpPr>
          <p:nvPr/>
        </p:nvCxnSpPr>
        <p:spPr>
          <a:xfrm>
            <a:off x="2715033" y="1321116"/>
            <a:ext cx="171798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A3FFB582-1A14-4C4B-A4CA-6BA1B8A9FC21}"/>
              </a:ext>
            </a:extLst>
          </p:cNvPr>
          <p:cNvCxnSpPr>
            <a:cxnSpLocks/>
          </p:cNvCxnSpPr>
          <p:nvPr/>
        </p:nvCxnSpPr>
        <p:spPr>
          <a:xfrm>
            <a:off x="2715033" y="1832756"/>
            <a:ext cx="1690691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DB549657-DEFC-4F73-A3D8-43921E41558D}"/>
              </a:ext>
            </a:extLst>
          </p:cNvPr>
          <p:cNvCxnSpPr>
            <a:cxnSpLocks/>
          </p:cNvCxnSpPr>
          <p:nvPr/>
        </p:nvCxnSpPr>
        <p:spPr>
          <a:xfrm>
            <a:off x="2740017" y="2317050"/>
            <a:ext cx="1665707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AA858C65-3D74-4264-9B0D-5F2D5950C91B}"/>
              </a:ext>
            </a:extLst>
          </p:cNvPr>
          <p:cNvCxnSpPr>
            <a:cxnSpLocks/>
          </p:cNvCxnSpPr>
          <p:nvPr/>
        </p:nvCxnSpPr>
        <p:spPr>
          <a:xfrm>
            <a:off x="2715033" y="2762821"/>
            <a:ext cx="1706588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A42809AE-971D-4889-8FAF-D26D27D31562}"/>
              </a:ext>
            </a:extLst>
          </p:cNvPr>
          <p:cNvCxnSpPr>
            <a:cxnSpLocks/>
          </p:cNvCxnSpPr>
          <p:nvPr/>
        </p:nvCxnSpPr>
        <p:spPr>
          <a:xfrm>
            <a:off x="2715033" y="1202960"/>
            <a:ext cx="1741386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3C47F071-20B1-42CD-A25B-97ACCF747B81}"/>
              </a:ext>
            </a:extLst>
          </p:cNvPr>
          <p:cNvCxnSpPr>
            <a:cxnSpLocks/>
          </p:cNvCxnSpPr>
          <p:nvPr/>
        </p:nvCxnSpPr>
        <p:spPr>
          <a:xfrm>
            <a:off x="2715033" y="1446463"/>
            <a:ext cx="1690691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CDDD530B-0F2A-48F4-A267-B0EE2697399D}"/>
              </a:ext>
            </a:extLst>
          </p:cNvPr>
          <p:cNvCxnSpPr>
            <a:cxnSpLocks/>
          </p:cNvCxnSpPr>
          <p:nvPr/>
        </p:nvCxnSpPr>
        <p:spPr>
          <a:xfrm>
            <a:off x="2715033" y="1707875"/>
            <a:ext cx="1690691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2A8D395D-8141-43B4-8985-B6752C035656}"/>
              </a:ext>
            </a:extLst>
          </p:cNvPr>
          <p:cNvCxnSpPr>
            <a:cxnSpLocks/>
          </p:cNvCxnSpPr>
          <p:nvPr/>
        </p:nvCxnSpPr>
        <p:spPr>
          <a:xfrm>
            <a:off x="2740017" y="1953407"/>
            <a:ext cx="1681604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5B1E4488-EFA9-4E9A-9A33-B5EC329B2C9C}"/>
              </a:ext>
            </a:extLst>
          </p:cNvPr>
          <p:cNvCxnSpPr>
            <a:cxnSpLocks/>
          </p:cNvCxnSpPr>
          <p:nvPr/>
        </p:nvCxnSpPr>
        <p:spPr>
          <a:xfrm>
            <a:off x="2715033" y="2191324"/>
            <a:ext cx="171798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21FA9703-BD47-42CD-B2CA-0FB7D01A7DD8}"/>
              </a:ext>
            </a:extLst>
          </p:cNvPr>
          <p:cNvCxnSpPr>
            <a:cxnSpLocks/>
          </p:cNvCxnSpPr>
          <p:nvPr/>
        </p:nvCxnSpPr>
        <p:spPr>
          <a:xfrm>
            <a:off x="2715033" y="2431984"/>
            <a:ext cx="171798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2465A6ED-7AFA-4F9C-9025-209139101662}"/>
              </a:ext>
            </a:extLst>
          </p:cNvPr>
          <p:cNvCxnSpPr>
            <a:cxnSpLocks/>
          </p:cNvCxnSpPr>
          <p:nvPr/>
        </p:nvCxnSpPr>
        <p:spPr>
          <a:xfrm>
            <a:off x="2715033" y="2656425"/>
            <a:ext cx="1706588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C0EA2E92-F7F6-435C-972A-16373214FF2B}"/>
              </a:ext>
            </a:extLst>
          </p:cNvPr>
          <p:cNvCxnSpPr>
            <a:cxnSpLocks/>
          </p:cNvCxnSpPr>
          <p:nvPr/>
        </p:nvCxnSpPr>
        <p:spPr>
          <a:xfrm>
            <a:off x="2715033" y="2869079"/>
            <a:ext cx="1706588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Rectangle 270">
            <a:extLst>
              <a:ext uri="{FF2B5EF4-FFF2-40B4-BE49-F238E27FC236}">
                <a16:creationId xmlns:a16="http://schemas.microsoft.com/office/drawing/2014/main" id="{F5560461-1E00-4DB2-BD4E-B80C1205BD68}"/>
              </a:ext>
            </a:extLst>
          </p:cNvPr>
          <p:cNvSpPr/>
          <p:nvPr/>
        </p:nvSpPr>
        <p:spPr>
          <a:xfrm>
            <a:off x="4398985" y="1023903"/>
            <a:ext cx="44132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latin typeface="Consolas" panose="020B0609020204030204" pitchFamily="49" charset="0"/>
              </a:rPr>
              <a:t>t0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t1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t2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t3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t4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t5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t6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t7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t8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t9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t10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t11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t12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t13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t14</a:t>
            </a:r>
          </a:p>
          <a:p>
            <a:r>
              <a:rPr lang="en-US" sz="800" dirty="0">
                <a:latin typeface="Consolas" panose="020B0609020204030204" pitchFamily="49" charset="0"/>
              </a:rPr>
              <a:t>t15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D5F7E625-8C77-4969-801C-1CDF40DA4BC7}"/>
              </a:ext>
            </a:extLst>
          </p:cNvPr>
          <p:cNvCxnSpPr>
            <a:cxnSpLocks/>
            <a:stCxn id="254" idx="0"/>
            <a:endCxn id="254" idx="2"/>
          </p:cNvCxnSpPr>
          <p:nvPr/>
        </p:nvCxnSpPr>
        <p:spPr>
          <a:xfrm>
            <a:off x="3568327" y="1075556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5926EECF-88D9-4C89-B4C5-3EA77ADCFEB6}"/>
              </a:ext>
            </a:extLst>
          </p:cNvPr>
          <p:cNvCxnSpPr>
            <a:cxnSpLocks/>
          </p:cNvCxnSpPr>
          <p:nvPr/>
        </p:nvCxnSpPr>
        <p:spPr>
          <a:xfrm>
            <a:off x="3139372" y="1058577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88741562-764A-42E0-9C51-50FB439B20AB}"/>
              </a:ext>
            </a:extLst>
          </p:cNvPr>
          <p:cNvCxnSpPr>
            <a:cxnSpLocks/>
          </p:cNvCxnSpPr>
          <p:nvPr/>
        </p:nvCxnSpPr>
        <p:spPr>
          <a:xfrm>
            <a:off x="2932362" y="1058577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0FDBF01B-5AB3-48FE-8225-3D4816380CEB}"/>
              </a:ext>
            </a:extLst>
          </p:cNvPr>
          <p:cNvCxnSpPr>
            <a:cxnSpLocks/>
          </p:cNvCxnSpPr>
          <p:nvPr/>
        </p:nvCxnSpPr>
        <p:spPr>
          <a:xfrm>
            <a:off x="3338372" y="1075556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340174F6-6753-47FA-A707-9A3C707B756C}"/>
              </a:ext>
            </a:extLst>
          </p:cNvPr>
          <p:cNvCxnSpPr>
            <a:cxnSpLocks/>
          </p:cNvCxnSpPr>
          <p:nvPr/>
        </p:nvCxnSpPr>
        <p:spPr>
          <a:xfrm>
            <a:off x="2834988" y="1058577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AAF439EC-4547-4170-8014-377FB1B5D1EF}"/>
              </a:ext>
            </a:extLst>
          </p:cNvPr>
          <p:cNvCxnSpPr>
            <a:cxnSpLocks/>
          </p:cNvCxnSpPr>
          <p:nvPr/>
        </p:nvCxnSpPr>
        <p:spPr>
          <a:xfrm>
            <a:off x="3035232" y="1058577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EBAB362F-97D7-4D34-9724-B43F38CB42AA}"/>
              </a:ext>
            </a:extLst>
          </p:cNvPr>
          <p:cNvCxnSpPr>
            <a:cxnSpLocks/>
          </p:cNvCxnSpPr>
          <p:nvPr/>
        </p:nvCxnSpPr>
        <p:spPr>
          <a:xfrm>
            <a:off x="3236772" y="1075556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04246C51-59BE-46F1-AF83-4A4A303AB057}"/>
              </a:ext>
            </a:extLst>
          </p:cNvPr>
          <p:cNvCxnSpPr>
            <a:cxnSpLocks/>
          </p:cNvCxnSpPr>
          <p:nvPr/>
        </p:nvCxnSpPr>
        <p:spPr>
          <a:xfrm>
            <a:off x="3437822" y="1075556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Arrow Connector 279">
            <a:extLst>
              <a:ext uri="{FF2B5EF4-FFF2-40B4-BE49-F238E27FC236}">
                <a16:creationId xmlns:a16="http://schemas.microsoft.com/office/drawing/2014/main" id="{2D72644D-8988-4FA2-95EB-FA87B193A5EC}"/>
              </a:ext>
            </a:extLst>
          </p:cNvPr>
          <p:cNvCxnSpPr>
            <a:cxnSpLocks/>
            <a:endCxn id="252" idx="0"/>
          </p:cNvCxnSpPr>
          <p:nvPr/>
        </p:nvCxnSpPr>
        <p:spPr>
          <a:xfrm>
            <a:off x="2740017" y="884942"/>
            <a:ext cx="43351" cy="173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Rectangle 280">
            <a:extLst>
              <a:ext uri="{FF2B5EF4-FFF2-40B4-BE49-F238E27FC236}">
                <a16:creationId xmlns:a16="http://schemas.microsoft.com/office/drawing/2014/main" id="{5F481D5E-566C-4F05-899C-2C94E2782E63}"/>
              </a:ext>
            </a:extLst>
          </p:cNvPr>
          <p:cNvSpPr/>
          <p:nvPr/>
        </p:nvSpPr>
        <p:spPr>
          <a:xfrm>
            <a:off x="2249789" y="678730"/>
            <a:ext cx="68178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float2</a:t>
            </a:r>
            <a:endParaRPr lang="en-US" sz="1400" dirty="0">
              <a:latin typeface="Consolas" panose="020B0609020204030204" pitchFamily="49" charset="0"/>
            </a:endParaRPr>
          </a:p>
        </p:txBody>
      </p: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B9690933-E6E4-46C6-89A1-8AAB5637C7D1}"/>
              </a:ext>
            </a:extLst>
          </p:cNvPr>
          <p:cNvCxnSpPr>
            <a:cxnSpLocks/>
          </p:cNvCxnSpPr>
          <p:nvPr/>
        </p:nvCxnSpPr>
        <p:spPr>
          <a:xfrm>
            <a:off x="4484497" y="1088113"/>
            <a:ext cx="1630512" cy="429684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D249EC99-C056-4FEC-9D79-1120B547072D}"/>
              </a:ext>
            </a:extLst>
          </p:cNvPr>
          <p:cNvCxnSpPr>
            <a:cxnSpLocks/>
          </p:cNvCxnSpPr>
          <p:nvPr/>
        </p:nvCxnSpPr>
        <p:spPr>
          <a:xfrm flipV="1">
            <a:off x="4466799" y="3993658"/>
            <a:ext cx="1616896" cy="867532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4" name="Rectangle 283">
            <a:extLst>
              <a:ext uri="{FF2B5EF4-FFF2-40B4-BE49-F238E27FC236}">
                <a16:creationId xmlns:a16="http://schemas.microsoft.com/office/drawing/2014/main" id="{6B89CA8C-524C-49A1-9A55-9BB9A6B6076E}"/>
              </a:ext>
            </a:extLst>
          </p:cNvPr>
          <p:cNvSpPr/>
          <p:nvPr/>
        </p:nvSpPr>
        <p:spPr>
          <a:xfrm>
            <a:off x="254260" y="5190682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D4EFBCFF-AE43-409A-A074-79E0DCF5A980}"/>
              </a:ext>
            </a:extLst>
          </p:cNvPr>
          <p:cNvSpPr/>
          <p:nvPr/>
        </p:nvSpPr>
        <p:spPr>
          <a:xfrm>
            <a:off x="237237" y="5192669"/>
            <a:ext cx="870563" cy="152653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89D18B0A-F0CA-4DEF-8CFB-448F9AA04655}"/>
              </a:ext>
            </a:extLst>
          </p:cNvPr>
          <p:cNvCxnSpPr>
            <a:cxnSpLocks/>
            <a:stCxn id="285" idx="1"/>
            <a:endCxn id="285" idx="3"/>
          </p:cNvCxnSpPr>
          <p:nvPr/>
        </p:nvCxnSpPr>
        <p:spPr>
          <a:xfrm>
            <a:off x="237237" y="5955938"/>
            <a:ext cx="87056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34C8DE67-311D-4B3C-BCA0-207BE33C8D91}"/>
              </a:ext>
            </a:extLst>
          </p:cNvPr>
          <p:cNvCxnSpPr>
            <a:cxnSpLocks/>
            <a:stCxn id="285" idx="0"/>
            <a:endCxn id="285" idx="2"/>
          </p:cNvCxnSpPr>
          <p:nvPr/>
        </p:nvCxnSpPr>
        <p:spPr>
          <a:xfrm>
            <a:off x="672519" y="5192669"/>
            <a:ext cx="0" cy="1526538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443AA9D9-3034-4D96-98EF-7AFFAA06FB7A}"/>
              </a:ext>
            </a:extLst>
          </p:cNvPr>
          <p:cNvCxnSpPr>
            <a:cxnSpLocks/>
          </p:cNvCxnSpPr>
          <p:nvPr/>
        </p:nvCxnSpPr>
        <p:spPr>
          <a:xfrm>
            <a:off x="455329" y="5196064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00381481-9958-4F99-9F7A-02E5D2CA7A8B}"/>
              </a:ext>
            </a:extLst>
          </p:cNvPr>
          <p:cNvCxnSpPr>
            <a:cxnSpLocks/>
          </p:cNvCxnSpPr>
          <p:nvPr/>
        </p:nvCxnSpPr>
        <p:spPr>
          <a:xfrm>
            <a:off x="357955" y="5207661"/>
            <a:ext cx="0" cy="1511546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9A88CFA3-678A-4631-9D2C-86F4C34E3F07}"/>
              </a:ext>
            </a:extLst>
          </p:cNvPr>
          <p:cNvCxnSpPr>
            <a:cxnSpLocks/>
          </p:cNvCxnSpPr>
          <p:nvPr/>
        </p:nvCxnSpPr>
        <p:spPr>
          <a:xfrm>
            <a:off x="552265" y="5199172"/>
            <a:ext cx="0" cy="1511546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02DA4DD4-B994-4547-96F7-CCC9F870BE00}"/>
              </a:ext>
            </a:extLst>
          </p:cNvPr>
          <p:cNvCxnSpPr>
            <a:cxnSpLocks/>
          </p:cNvCxnSpPr>
          <p:nvPr/>
        </p:nvCxnSpPr>
        <p:spPr>
          <a:xfrm>
            <a:off x="302797" y="5204553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134C2064-9403-4CA0-AB2B-0D2553C63AB6}"/>
              </a:ext>
            </a:extLst>
          </p:cNvPr>
          <p:cNvCxnSpPr>
            <a:cxnSpLocks/>
          </p:cNvCxnSpPr>
          <p:nvPr/>
        </p:nvCxnSpPr>
        <p:spPr>
          <a:xfrm>
            <a:off x="403762" y="5204553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6A0881CC-B5DB-4045-A3BF-B7A54616E148}"/>
              </a:ext>
            </a:extLst>
          </p:cNvPr>
          <p:cNvCxnSpPr>
            <a:cxnSpLocks/>
          </p:cNvCxnSpPr>
          <p:nvPr/>
        </p:nvCxnSpPr>
        <p:spPr>
          <a:xfrm>
            <a:off x="500917" y="5196064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EE15F92B-D365-41A3-A242-2F56C7C8B98B}"/>
              </a:ext>
            </a:extLst>
          </p:cNvPr>
          <p:cNvCxnSpPr>
            <a:cxnSpLocks/>
          </p:cNvCxnSpPr>
          <p:nvPr/>
        </p:nvCxnSpPr>
        <p:spPr>
          <a:xfrm>
            <a:off x="609502" y="5191384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Rectangle 294">
            <a:extLst>
              <a:ext uri="{FF2B5EF4-FFF2-40B4-BE49-F238E27FC236}">
                <a16:creationId xmlns:a16="http://schemas.microsoft.com/office/drawing/2014/main" id="{C0E85626-02F7-4708-929E-3F85A0FE60AA}"/>
              </a:ext>
            </a:extLst>
          </p:cNvPr>
          <p:cNvSpPr/>
          <p:nvPr/>
        </p:nvSpPr>
        <p:spPr>
          <a:xfrm>
            <a:off x="1488162" y="5184098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9D733985-766F-4214-ADC4-A8672F322AFB}"/>
              </a:ext>
            </a:extLst>
          </p:cNvPr>
          <p:cNvSpPr/>
          <p:nvPr/>
        </p:nvSpPr>
        <p:spPr>
          <a:xfrm>
            <a:off x="1585302" y="5192587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D7BDC1B9-D70E-440E-97DC-C6A57494DEE5}"/>
              </a:ext>
            </a:extLst>
          </p:cNvPr>
          <p:cNvSpPr/>
          <p:nvPr/>
        </p:nvSpPr>
        <p:spPr>
          <a:xfrm>
            <a:off x="1693845" y="5192587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23DEE1C9-C337-4AC1-BA5C-44984A675C66}"/>
              </a:ext>
            </a:extLst>
          </p:cNvPr>
          <p:cNvSpPr/>
          <p:nvPr/>
        </p:nvSpPr>
        <p:spPr>
          <a:xfrm>
            <a:off x="1386206" y="5192587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C8DF2FBD-BF00-4280-80AC-2C13BF5ED731}"/>
              </a:ext>
            </a:extLst>
          </p:cNvPr>
          <p:cNvSpPr/>
          <p:nvPr/>
        </p:nvSpPr>
        <p:spPr>
          <a:xfrm>
            <a:off x="1317748" y="5192669"/>
            <a:ext cx="870563" cy="152653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989CFAC6-1643-46E9-9BF6-7B10FF260B5C}"/>
              </a:ext>
            </a:extLst>
          </p:cNvPr>
          <p:cNvCxnSpPr>
            <a:cxnSpLocks/>
            <a:stCxn id="299" idx="1"/>
            <a:endCxn id="299" idx="3"/>
          </p:cNvCxnSpPr>
          <p:nvPr/>
        </p:nvCxnSpPr>
        <p:spPr>
          <a:xfrm>
            <a:off x="1317748" y="5955938"/>
            <a:ext cx="87056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306A3D85-6E82-4177-B9EE-9E4993BFD388}"/>
              </a:ext>
            </a:extLst>
          </p:cNvPr>
          <p:cNvCxnSpPr>
            <a:cxnSpLocks/>
            <a:stCxn id="299" idx="0"/>
            <a:endCxn id="299" idx="2"/>
          </p:cNvCxnSpPr>
          <p:nvPr/>
        </p:nvCxnSpPr>
        <p:spPr>
          <a:xfrm>
            <a:off x="1753030" y="5192669"/>
            <a:ext cx="0" cy="1526538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4FFFF533-AD1F-4F5F-99CD-96E558402B39}"/>
              </a:ext>
            </a:extLst>
          </p:cNvPr>
          <p:cNvCxnSpPr>
            <a:cxnSpLocks/>
          </p:cNvCxnSpPr>
          <p:nvPr/>
        </p:nvCxnSpPr>
        <p:spPr>
          <a:xfrm>
            <a:off x="1535840" y="5196064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54A548AF-EFB0-4962-917C-BBA8C5D1F544}"/>
              </a:ext>
            </a:extLst>
          </p:cNvPr>
          <p:cNvCxnSpPr>
            <a:cxnSpLocks/>
          </p:cNvCxnSpPr>
          <p:nvPr/>
        </p:nvCxnSpPr>
        <p:spPr>
          <a:xfrm>
            <a:off x="1438466" y="5207661"/>
            <a:ext cx="0" cy="1511546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2D0BB839-2BB4-4C00-8C2A-2009712CD8DC}"/>
              </a:ext>
            </a:extLst>
          </p:cNvPr>
          <p:cNvCxnSpPr>
            <a:cxnSpLocks/>
          </p:cNvCxnSpPr>
          <p:nvPr/>
        </p:nvCxnSpPr>
        <p:spPr>
          <a:xfrm>
            <a:off x="1632776" y="5199172"/>
            <a:ext cx="0" cy="1511546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AF6BF704-C40C-4A81-8211-6F8C2D97910C}"/>
              </a:ext>
            </a:extLst>
          </p:cNvPr>
          <p:cNvCxnSpPr>
            <a:cxnSpLocks/>
          </p:cNvCxnSpPr>
          <p:nvPr/>
        </p:nvCxnSpPr>
        <p:spPr>
          <a:xfrm>
            <a:off x="1383308" y="5204553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BE8CAFE9-0D1B-4EB5-9BD1-36B05E3690B6}"/>
              </a:ext>
            </a:extLst>
          </p:cNvPr>
          <p:cNvCxnSpPr>
            <a:cxnSpLocks/>
          </p:cNvCxnSpPr>
          <p:nvPr/>
        </p:nvCxnSpPr>
        <p:spPr>
          <a:xfrm>
            <a:off x="1484273" y="5204553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29D559AB-B7EB-4684-974D-53868A5CB4EB}"/>
              </a:ext>
            </a:extLst>
          </p:cNvPr>
          <p:cNvCxnSpPr>
            <a:cxnSpLocks/>
          </p:cNvCxnSpPr>
          <p:nvPr/>
        </p:nvCxnSpPr>
        <p:spPr>
          <a:xfrm>
            <a:off x="1581428" y="5196064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E05305FB-CB05-48F2-ABBD-48AD39A850C2}"/>
              </a:ext>
            </a:extLst>
          </p:cNvPr>
          <p:cNvCxnSpPr>
            <a:cxnSpLocks/>
          </p:cNvCxnSpPr>
          <p:nvPr/>
        </p:nvCxnSpPr>
        <p:spPr>
          <a:xfrm>
            <a:off x="1686203" y="5187574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Rectangle 308">
            <a:extLst>
              <a:ext uri="{FF2B5EF4-FFF2-40B4-BE49-F238E27FC236}">
                <a16:creationId xmlns:a16="http://schemas.microsoft.com/office/drawing/2014/main" id="{1AD08261-E54C-456C-9B52-257190FB82B4}"/>
              </a:ext>
            </a:extLst>
          </p:cNvPr>
          <p:cNvSpPr/>
          <p:nvPr/>
        </p:nvSpPr>
        <p:spPr>
          <a:xfrm>
            <a:off x="2931576" y="5161061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3785D2E2-8E1D-466B-A948-4583B1F87B4C}"/>
              </a:ext>
            </a:extLst>
          </p:cNvPr>
          <p:cNvSpPr/>
          <p:nvPr/>
        </p:nvSpPr>
        <p:spPr>
          <a:xfrm>
            <a:off x="3028716" y="5169550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1F5EFD4C-70E9-41C9-91B1-9A3EBE1245F8}"/>
              </a:ext>
            </a:extLst>
          </p:cNvPr>
          <p:cNvSpPr/>
          <p:nvPr/>
        </p:nvSpPr>
        <p:spPr>
          <a:xfrm>
            <a:off x="3131544" y="5169550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4A69E1C1-2EA2-461C-9A43-ABF18771DE22}"/>
              </a:ext>
            </a:extLst>
          </p:cNvPr>
          <p:cNvSpPr/>
          <p:nvPr/>
        </p:nvSpPr>
        <p:spPr>
          <a:xfrm>
            <a:off x="2829620" y="5169550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8E2BA099-4235-4CA3-BD9B-D24CF3C4EBFA}"/>
              </a:ext>
            </a:extLst>
          </p:cNvPr>
          <p:cNvSpPr/>
          <p:nvPr/>
        </p:nvSpPr>
        <p:spPr>
          <a:xfrm>
            <a:off x="2390981" y="5175690"/>
            <a:ext cx="870563" cy="152653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1B3F74CE-16B4-46C5-8A80-9D5CDFFD8918}"/>
              </a:ext>
            </a:extLst>
          </p:cNvPr>
          <p:cNvCxnSpPr>
            <a:cxnSpLocks/>
            <a:stCxn id="313" idx="1"/>
            <a:endCxn id="313" idx="3"/>
          </p:cNvCxnSpPr>
          <p:nvPr/>
        </p:nvCxnSpPr>
        <p:spPr>
          <a:xfrm>
            <a:off x="2390981" y="5938959"/>
            <a:ext cx="87056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260987A6-DFC1-4F9B-8C28-C0C69AB200B2}"/>
              </a:ext>
            </a:extLst>
          </p:cNvPr>
          <p:cNvCxnSpPr>
            <a:cxnSpLocks/>
            <a:stCxn id="313" idx="0"/>
            <a:endCxn id="313" idx="2"/>
          </p:cNvCxnSpPr>
          <p:nvPr/>
        </p:nvCxnSpPr>
        <p:spPr>
          <a:xfrm>
            <a:off x="2826263" y="5175690"/>
            <a:ext cx="0" cy="1526538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017CB489-FE94-4BBE-8974-E515097DADBB}"/>
              </a:ext>
            </a:extLst>
          </p:cNvPr>
          <p:cNvCxnSpPr>
            <a:cxnSpLocks/>
          </p:cNvCxnSpPr>
          <p:nvPr/>
        </p:nvCxnSpPr>
        <p:spPr>
          <a:xfrm>
            <a:off x="3030689" y="5174932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0121E9F2-6717-42AC-9E8E-7B925B770D54}"/>
              </a:ext>
            </a:extLst>
          </p:cNvPr>
          <p:cNvCxnSpPr>
            <a:cxnSpLocks/>
          </p:cNvCxnSpPr>
          <p:nvPr/>
        </p:nvCxnSpPr>
        <p:spPr>
          <a:xfrm>
            <a:off x="2933315" y="5186529"/>
            <a:ext cx="0" cy="1511546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A16CED9C-376D-446B-A228-AF3A8FA5888F}"/>
              </a:ext>
            </a:extLst>
          </p:cNvPr>
          <p:cNvCxnSpPr>
            <a:cxnSpLocks/>
          </p:cNvCxnSpPr>
          <p:nvPr/>
        </p:nvCxnSpPr>
        <p:spPr>
          <a:xfrm>
            <a:off x="3127625" y="5178040"/>
            <a:ext cx="0" cy="1511546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9C34AF1A-652F-4B3D-BBB4-B26F17ACE63F}"/>
              </a:ext>
            </a:extLst>
          </p:cNvPr>
          <p:cNvCxnSpPr>
            <a:cxnSpLocks/>
          </p:cNvCxnSpPr>
          <p:nvPr/>
        </p:nvCxnSpPr>
        <p:spPr>
          <a:xfrm>
            <a:off x="2878157" y="5183421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E380AA11-9B16-431B-8371-1241B716E629}"/>
              </a:ext>
            </a:extLst>
          </p:cNvPr>
          <p:cNvCxnSpPr>
            <a:cxnSpLocks/>
          </p:cNvCxnSpPr>
          <p:nvPr/>
        </p:nvCxnSpPr>
        <p:spPr>
          <a:xfrm>
            <a:off x="2979122" y="5183421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50CB2C3C-FBA2-4AD9-BEDC-87ABE05D9C45}"/>
              </a:ext>
            </a:extLst>
          </p:cNvPr>
          <p:cNvCxnSpPr>
            <a:cxnSpLocks/>
          </p:cNvCxnSpPr>
          <p:nvPr/>
        </p:nvCxnSpPr>
        <p:spPr>
          <a:xfrm>
            <a:off x="3076277" y="5174932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E168B0F8-0241-4B04-9DDD-F8ACDC55000A}"/>
              </a:ext>
            </a:extLst>
          </p:cNvPr>
          <p:cNvCxnSpPr>
            <a:cxnSpLocks/>
          </p:cNvCxnSpPr>
          <p:nvPr/>
        </p:nvCxnSpPr>
        <p:spPr>
          <a:xfrm>
            <a:off x="3181052" y="5166442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Rectangle 322">
            <a:extLst>
              <a:ext uri="{FF2B5EF4-FFF2-40B4-BE49-F238E27FC236}">
                <a16:creationId xmlns:a16="http://schemas.microsoft.com/office/drawing/2014/main" id="{0C7668D8-B7F8-476D-B906-F06A38159C50}"/>
              </a:ext>
            </a:extLst>
          </p:cNvPr>
          <p:cNvSpPr/>
          <p:nvPr/>
        </p:nvSpPr>
        <p:spPr>
          <a:xfrm>
            <a:off x="4075512" y="5183187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9A80A36A-274C-4BE2-A4AD-B7E86101D184}"/>
              </a:ext>
            </a:extLst>
          </p:cNvPr>
          <p:cNvSpPr/>
          <p:nvPr/>
        </p:nvSpPr>
        <p:spPr>
          <a:xfrm>
            <a:off x="4172652" y="5191676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B3A291D9-1A86-4533-8CF1-97B0948A99D4}"/>
              </a:ext>
            </a:extLst>
          </p:cNvPr>
          <p:cNvSpPr/>
          <p:nvPr/>
        </p:nvSpPr>
        <p:spPr>
          <a:xfrm>
            <a:off x="4275480" y="5191676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A1402665-45DD-43D2-BC6E-006AD393542C}"/>
              </a:ext>
            </a:extLst>
          </p:cNvPr>
          <p:cNvSpPr/>
          <p:nvPr/>
        </p:nvSpPr>
        <p:spPr>
          <a:xfrm>
            <a:off x="3967841" y="5191676"/>
            <a:ext cx="46806" cy="1511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16BD2142-0823-4628-B58C-F98F11D51AD0}"/>
              </a:ext>
            </a:extLst>
          </p:cNvPr>
          <p:cNvSpPr/>
          <p:nvPr/>
        </p:nvSpPr>
        <p:spPr>
          <a:xfrm>
            <a:off x="3471385" y="5184180"/>
            <a:ext cx="870563" cy="152653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CFA3981D-1091-487B-BBF4-25225DAF9E6E}"/>
              </a:ext>
            </a:extLst>
          </p:cNvPr>
          <p:cNvCxnSpPr>
            <a:cxnSpLocks/>
            <a:stCxn id="327" idx="1"/>
            <a:endCxn id="327" idx="3"/>
          </p:cNvCxnSpPr>
          <p:nvPr/>
        </p:nvCxnSpPr>
        <p:spPr>
          <a:xfrm>
            <a:off x="3471385" y="5947449"/>
            <a:ext cx="87056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F08239A2-F585-449A-95CC-981187950211}"/>
              </a:ext>
            </a:extLst>
          </p:cNvPr>
          <p:cNvCxnSpPr>
            <a:cxnSpLocks/>
            <a:stCxn id="327" idx="0"/>
            <a:endCxn id="327" idx="2"/>
          </p:cNvCxnSpPr>
          <p:nvPr/>
        </p:nvCxnSpPr>
        <p:spPr>
          <a:xfrm>
            <a:off x="3906667" y="5184180"/>
            <a:ext cx="0" cy="1526538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ED264EB1-409C-4F0D-AC34-B524881385EB}"/>
              </a:ext>
            </a:extLst>
          </p:cNvPr>
          <p:cNvCxnSpPr>
            <a:cxnSpLocks/>
          </p:cNvCxnSpPr>
          <p:nvPr/>
        </p:nvCxnSpPr>
        <p:spPr>
          <a:xfrm>
            <a:off x="4123190" y="5197058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91DF95A5-B6FF-470C-BC40-F8967D123FAF}"/>
              </a:ext>
            </a:extLst>
          </p:cNvPr>
          <p:cNvCxnSpPr>
            <a:cxnSpLocks/>
          </p:cNvCxnSpPr>
          <p:nvPr/>
        </p:nvCxnSpPr>
        <p:spPr>
          <a:xfrm>
            <a:off x="4025816" y="5208655"/>
            <a:ext cx="0" cy="1511546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6F942999-DFA1-4E2B-8AFA-2F2ADE2B3C22}"/>
              </a:ext>
            </a:extLst>
          </p:cNvPr>
          <p:cNvCxnSpPr>
            <a:cxnSpLocks/>
          </p:cNvCxnSpPr>
          <p:nvPr/>
        </p:nvCxnSpPr>
        <p:spPr>
          <a:xfrm>
            <a:off x="4220126" y="5200166"/>
            <a:ext cx="0" cy="1511546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207DE544-FBA6-45F2-883B-AB3EAB287C6C}"/>
              </a:ext>
            </a:extLst>
          </p:cNvPr>
          <p:cNvCxnSpPr>
            <a:cxnSpLocks/>
          </p:cNvCxnSpPr>
          <p:nvPr/>
        </p:nvCxnSpPr>
        <p:spPr>
          <a:xfrm>
            <a:off x="3970658" y="5205547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3ED9E6DB-3952-459B-976B-D4148DE6C272}"/>
              </a:ext>
            </a:extLst>
          </p:cNvPr>
          <p:cNvCxnSpPr>
            <a:cxnSpLocks/>
          </p:cNvCxnSpPr>
          <p:nvPr/>
        </p:nvCxnSpPr>
        <p:spPr>
          <a:xfrm>
            <a:off x="4071623" y="5205547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DEBC5449-8F04-4573-A8F2-40ECF683F3F8}"/>
              </a:ext>
            </a:extLst>
          </p:cNvPr>
          <p:cNvCxnSpPr>
            <a:cxnSpLocks/>
          </p:cNvCxnSpPr>
          <p:nvPr/>
        </p:nvCxnSpPr>
        <p:spPr>
          <a:xfrm>
            <a:off x="4168778" y="5197058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35D477DD-2ACF-4B52-9F47-A669252B3C16}"/>
              </a:ext>
            </a:extLst>
          </p:cNvPr>
          <p:cNvCxnSpPr>
            <a:cxnSpLocks/>
          </p:cNvCxnSpPr>
          <p:nvPr/>
        </p:nvCxnSpPr>
        <p:spPr>
          <a:xfrm>
            <a:off x="4273553" y="5188568"/>
            <a:ext cx="0" cy="1488081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Rectangle 336">
            <a:extLst>
              <a:ext uri="{FF2B5EF4-FFF2-40B4-BE49-F238E27FC236}">
                <a16:creationId xmlns:a16="http://schemas.microsoft.com/office/drawing/2014/main" id="{2E12988D-004B-4E60-A179-0922A66CDDDD}"/>
              </a:ext>
            </a:extLst>
          </p:cNvPr>
          <p:cNvSpPr/>
          <p:nvPr/>
        </p:nvSpPr>
        <p:spPr>
          <a:xfrm>
            <a:off x="312235" y="4966122"/>
            <a:ext cx="68178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step 1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9A8B2D4C-A447-49BD-9067-C01D3040C0B9}"/>
              </a:ext>
            </a:extLst>
          </p:cNvPr>
          <p:cNvSpPr/>
          <p:nvPr/>
        </p:nvSpPr>
        <p:spPr>
          <a:xfrm>
            <a:off x="1376354" y="4942943"/>
            <a:ext cx="68178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step 2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762E5E1C-F437-4609-98E2-0743110558EE}"/>
              </a:ext>
            </a:extLst>
          </p:cNvPr>
          <p:cNvSpPr/>
          <p:nvPr/>
        </p:nvSpPr>
        <p:spPr>
          <a:xfrm>
            <a:off x="2499365" y="4932286"/>
            <a:ext cx="68178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step 3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99F6FB9F-1764-40B2-B7AB-85BE163CF127}"/>
              </a:ext>
            </a:extLst>
          </p:cNvPr>
          <p:cNvSpPr/>
          <p:nvPr/>
        </p:nvSpPr>
        <p:spPr>
          <a:xfrm>
            <a:off x="3539549" y="4955571"/>
            <a:ext cx="68178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step 4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E0AEDF4D-988C-4354-9D90-017BAD32EDC9}"/>
              </a:ext>
            </a:extLst>
          </p:cNvPr>
          <p:cNvSpPr/>
          <p:nvPr/>
        </p:nvSpPr>
        <p:spPr>
          <a:xfrm>
            <a:off x="7305763" y="259797"/>
            <a:ext cx="2084225" cy="64633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Store to global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coalescing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93E6BE46-3BA2-491E-BB81-C68703105951}"/>
              </a:ext>
            </a:extLst>
          </p:cNvPr>
          <p:cNvSpPr/>
          <p:nvPr/>
        </p:nvSpPr>
        <p:spPr>
          <a:xfrm>
            <a:off x="6178179" y="1533858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73BA9A9B-221A-4660-9A26-79009DCB76CF}"/>
              </a:ext>
            </a:extLst>
          </p:cNvPr>
          <p:cNvSpPr/>
          <p:nvPr/>
        </p:nvSpPr>
        <p:spPr>
          <a:xfrm>
            <a:off x="6259489" y="152400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1060CACB-2969-48A8-9B76-E7619BD8E027}"/>
              </a:ext>
            </a:extLst>
          </p:cNvPr>
          <p:cNvSpPr/>
          <p:nvPr/>
        </p:nvSpPr>
        <p:spPr>
          <a:xfrm>
            <a:off x="6340765" y="1529080"/>
            <a:ext cx="45719" cy="2472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45" name="Table 344">
            <a:extLst>
              <a:ext uri="{FF2B5EF4-FFF2-40B4-BE49-F238E27FC236}">
                <a16:creationId xmlns:a16="http://schemas.microsoft.com/office/drawing/2014/main" id="{06F9921F-CC65-49B3-9F73-DE8019254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35452"/>
              </p:ext>
            </p:extLst>
          </p:nvPr>
        </p:nvGraphicFramePr>
        <p:xfrm>
          <a:off x="211349" y="1087640"/>
          <a:ext cx="1824912" cy="3799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14">
                  <a:extLst>
                    <a:ext uri="{9D8B030D-6E8A-4147-A177-3AD203B41FA5}">
                      <a16:colId xmlns:a16="http://schemas.microsoft.com/office/drawing/2014/main" val="1062183895"/>
                    </a:ext>
                  </a:extLst>
                </a:gridCol>
                <a:gridCol w="228114">
                  <a:extLst>
                    <a:ext uri="{9D8B030D-6E8A-4147-A177-3AD203B41FA5}">
                      <a16:colId xmlns:a16="http://schemas.microsoft.com/office/drawing/2014/main" val="2032259073"/>
                    </a:ext>
                  </a:extLst>
                </a:gridCol>
                <a:gridCol w="228114">
                  <a:extLst>
                    <a:ext uri="{9D8B030D-6E8A-4147-A177-3AD203B41FA5}">
                      <a16:colId xmlns:a16="http://schemas.microsoft.com/office/drawing/2014/main" val="3855156980"/>
                    </a:ext>
                  </a:extLst>
                </a:gridCol>
                <a:gridCol w="228114">
                  <a:extLst>
                    <a:ext uri="{9D8B030D-6E8A-4147-A177-3AD203B41FA5}">
                      <a16:colId xmlns:a16="http://schemas.microsoft.com/office/drawing/2014/main" val="1598584185"/>
                    </a:ext>
                  </a:extLst>
                </a:gridCol>
                <a:gridCol w="228114">
                  <a:extLst>
                    <a:ext uri="{9D8B030D-6E8A-4147-A177-3AD203B41FA5}">
                      <a16:colId xmlns:a16="http://schemas.microsoft.com/office/drawing/2014/main" val="2332742198"/>
                    </a:ext>
                  </a:extLst>
                </a:gridCol>
                <a:gridCol w="228114">
                  <a:extLst>
                    <a:ext uri="{9D8B030D-6E8A-4147-A177-3AD203B41FA5}">
                      <a16:colId xmlns:a16="http://schemas.microsoft.com/office/drawing/2014/main" val="2882922271"/>
                    </a:ext>
                  </a:extLst>
                </a:gridCol>
                <a:gridCol w="228114">
                  <a:extLst>
                    <a:ext uri="{9D8B030D-6E8A-4147-A177-3AD203B41FA5}">
                      <a16:colId xmlns:a16="http://schemas.microsoft.com/office/drawing/2014/main" val="2771883608"/>
                    </a:ext>
                  </a:extLst>
                </a:gridCol>
                <a:gridCol w="228114">
                  <a:extLst>
                    <a:ext uri="{9D8B030D-6E8A-4147-A177-3AD203B41FA5}">
                      <a16:colId xmlns:a16="http://schemas.microsoft.com/office/drawing/2014/main" val="1590638135"/>
                    </a:ext>
                  </a:extLst>
                </a:gridCol>
              </a:tblGrid>
              <a:tr h="237444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t0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t1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738408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t2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t3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79264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t4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t5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102691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t6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t7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696488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t8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t9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56909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364704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13360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743136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303100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846396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167303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875446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549682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49030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479964"/>
                  </a:ext>
                </a:extLst>
              </a:tr>
              <a:tr h="237444"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1917" marR="41917" marT="20957" marB="209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768223"/>
                  </a:ext>
                </a:extLst>
              </a:tr>
            </a:tbl>
          </a:graphicData>
        </a:graphic>
      </p:graphicFrame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4EB3C2BD-9FC1-438D-8262-F5D4E19E1F62}"/>
              </a:ext>
            </a:extLst>
          </p:cNvPr>
          <p:cNvCxnSpPr>
            <a:cxnSpLocks/>
          </p:cNvCxnSpPr>
          <p:nvPr/>
        </p:nvCxnSpPr>
        <p:spPr>
          <a:xfrm>
            <a:off x="312235" y="1093140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45D83054-34A3-427F-BB3A-F6A8C6E10CA6}"/>
              </a:ext>
            </a:extLst>
          </p:cNvPr>
          <p:cNvCxnSpPr>
            <a:cxnSpLocks/>
          </p:cNvCxnSpPr>
          <p:nvPr/>
        </p:nvCxnSpPr>
        <p:spPr>
          <a:xfrm>
            <a:off x="544460" y="1089983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8ABD7CF5-CFA9-4E56-B902-B2617617D500}"/>
              </a:ext>
            </a:extLst>
          </p:cNvPr>
          <p:cNvCxnSpPr>
            <a:cxnSpLocks/>
          </p:cNvCxnSpPr>
          <p:nvPr/>
        </p:nvCxnSpPr>
        <p:spPr>
          <a:xfrm>
            <a:off x="780680" y="1077900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684AA7CA-7506-40D4-9D14-2435D4474DE8}"/>
              </a:ext>
            </a:extLst>
          </p:cNvPr>
          <p:cNvCxnSpPr>
            <a:cxnSpLocks/>
          </p:cNvCxnSpPr>
          <p:nvPr/>
        </p:nvCxnSpPr>
        <p:spPr>
          <a:xfrm>
            <a:off x="1005082" y="1075445"/>
            <a:ext cx="0" cy="38026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Rectangle 349">
            <a:extLst>
              <a:ext uri="{FF2B5EF4-FFF2-40B4-BE49-F238E27FC236}">
                <a16:creationId xmlns:a16="http://schemas.microsoft.com/office/drawing/2014/main" id="{41948AC2-E6C1-4496-9B6D-1FBA98E21ED9}"/>
              </a:ext>
            </a:extLst>
          </p:cNvPr>
          <p:cNvSpPr/>
          <p:nvPr/>
        </p:nvSpPr>
        <p:spPr>
          <a:xfrm>
            <a:off x="9266" y="750294"/>
            <a:ext cx="211800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Consolas" panose="020B0609020204030204" pitchFamily="49" charset="0"/>
              </a:rPr>
              <a:t>Store to </a:t>
            </a:r>
            <a:r>
              <a:rPr lang="en-US" altLang="zh-CN" sz="1050" dirty="0" err="1">
                <a:latin typeface="Consolas" panose="020B0609020204030204" pitchFamily="49" charset="0"/>
              </a:rPr>
              <a:t>smem</a:t>
            </a:r>
            <a:r>
              <a:rPr lang="en-US" altLang="zh-CN" sz="1050" dirty="0">
                <a:latin typeface="Consolas" panose="020B0609020204030204" pitchFamily="49" charset="0"/>
              </a:rPr>
              <a:t>, in 4 step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FE1FA0AF-402F-4CFB-B629-77372FD3CD49}"/>
              </a:ext>
            </a:extLst>
          </p:cNvPr>
          <p:cNvSpPr/>
          <p:nvPr/>
        </p:nvSpPr>
        <p:spPr>
          <a:xfrm>
            <a:off x="3095542" y="622018"/>
            <a:ext cx="302870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Consolas" panose="020B0609020204030204" pitchFamily="49" charset="0"/>
              </a:rPr>
              <a:t>Load from </a:t>
            </a:r>
            <a:r>
              <a:rPr lang="en-US" altLang="zh-CN" sz="1050" dirty="0" err="1">
                <a:latin typeface="Consolas" panose="020B0609020204030204" pitchFamily="49" charset="0"/>
              </a:rPr>
              <a:t>smem</a:t>
            </a:r>
            <a:r>
              <a:rPr lang="en-US" altLang="zh-CN" sz="1050" dirty="0">
                <a:latin typeface="Consolas" panose="020B0609020204030204" pitchFamily="49" charset="0"/>
              </a:rPr>
              <a:t> and store to global (float2 store), in 4 step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10758EEF-5441-4D30-BFB6-9B9B4742B91B}"/>
              </a:ext>
            </a:extLst>
          </p:cNvPr>
          <p:cNvSpPr/>
          <p:nvPr/>
        </p:nvSpPr>
        <p:spPr>
          <a:xfrm>
            <a:off x="4428288" y="3086006"/>
            <a:ext cx="153224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Consolas" panose="020B0609020204030204" pitchFamily="49" charset="0"/>
              </a:rPr>
              <a:t>32*2*4*4=1024 byte </a:t>
            </a:r>
            <a:r>
              <a:rPr lang="en-US" altLang="zh-CN" sz="1050" dirty="0" err="1">
                <a:latin typeface="Consolas" panose="020B0609020204030204" pitchFamily="49" charset="0"/>
              </a:rPr>
              <a:t>smem</a:t>
            </a:r>
            <a:r>
              <a:rPr lang="en-US" altLang="zh-CN" sz="1050" dirty="0">
                <a:latin typeface="Consolas" panose="020B0609020204030204" pitchFamily="49" charset="0"/>
              </a:rPr>
              <a:t> needed for each half wave, each step.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8 half wave, 8196 byte, same as before</a:t>
            </a:r>
            <a:endParaRPr 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368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3C72CB-FED4-4D38-844E-D014550564F8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fft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convolution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764C32-2BBA-4C71-8DFD-06BC53A89D40}"/>
              </a:ext>
            </a:extLst>
          </p:cNvPr>
          <p:cNvSpPr txBox="1"/>
          <p:nvPr/>
        </p:nvSpPr>
        <p:spPr>
          <a:xfrm>
            <a:off x="3068149" y="138793"/>
            <a:ext cx="21647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en-US" dirty="0">
                <a:latin typeface="Consolas" panose="020B0609020204030204" pitchFamily="49" charset="0"/>
              </a:rPr>
              <a:t>. </a:t>
            </a:r>
            <a:r>
              <a:rPr lang="en-US" altLang="zh-CN" dirty="0" err="1">
                <a:latin typeface="Consolas" panose="020B0609020204030204" pitchFamily="49" charset="0"/>
              </a:rPr>
              <a:t>cgemm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5FB209-9EF9-4819-9D20-1ED3114F4498}"/>
              </a:ext>
            </a:extLst>
          </p:cNvPr>
          <p:cNvSpPr txBox="1"/>
          <p:nvPr/>
        </p:nvSpPr>
        <p:spPr>
          <a:xfrm>
            <a:off x="377702" y="1011116"/>
            <a:ext cx="538089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u="sng" dirty="0"/>
              <a:t>NV (V100)</a:t>
            </a:r>
          </a:p>
          <a:p>
            <a:r>
              <a:rPr lang="en-US" altLang="zh-CN" dirty="0"/>
              <a:t>Each workgroup, each k unroll8 iteration:</a:t>
            </a:r>
          </a:p>
          <a:p>
            <a:r>
              <a:rPr lang="en-US" altLang="zh-CN" dirty="0"/>
              <a:t>Load 64*2*8*2 float from A&amp;B</a:t>
            </a:r>
          </a:p>
          <a:p>
            <a:r>
              <a:rPr lang="en-US" altLang="zh-CN" dirty="0"/>
              <a:t>Compute 256*4*4*4*8 float to get C</a:t>
            </a:r>
          </a:p>
          <a:p>
            <a:r>
              <a:rPr lang="en-US" altLang="zh-CN" dirty="0"/>
              <a:t>(4x4 complex multiple, need 4 </a:t>
            </a:r>
            <a:r>
              <a:rPr lang="en-US" altLang="zh-CN" dirty="0" err="1"/>
              <a:t>fma</a:t>
            </a:r>
            <a:r>
              <a:rPr lang="en-US" altLang="zh-CN" dirty="0"/>
              <a:t> to get a single complex value)</a:t>
            </a:r>
          </a:p>
          <a:p>
            <a:endParaRPr lang="en-US" altLang="zh-CN" dirty="0"/>
          </a:p>
          <a:p>
            <a:r>
              <a:rPr lang="en-US" altLang="zh-CN" dirty="0" err="1"/>
              <a:t>fma</a:t>
            </a:r>
            <a:r>
              <a:rPr lang="en-US" altLang="zh-CN" dirty="0"/>
              <a:t> per memory op:</a:t>
            </a:r>
          </a:p>
          <a:p>
            <a:r>
              <a:rPr lang="en-US" altLang="zh-CN" dirty="0"/>
              <a:t>256*4*4*4*8/(64*2*8*2) = </a:t>
            </a:r>
            <a:r>
              <a:rPr lang="en-US" altLang="zh-CN" dirty="0">
                <a:highlight>
                  <a:srgbClr val="FFFF00"/>
                </a:highlight>
              </a:rPr>
              <a:t>64</a:t>
            </a:r>
          </a:p>
          <a:p>
            <a:endParaRPr lang="en-US" altLang="zh-CN" dirty="0"/>
          </a:p>
          <a:p>
            <a:r>
              <a:rPr lang="en-US" altLang="zh-CN" dirty="0"/>
              <a:t>V100 bandwidth: 900GB/s</a:t>
            </a:r>
          </a:p>
          <a:p>
            <a:r>
              <a:rPr lang="en-US" altLang="zh-CN" dirty="0"/>
              <a:t>V100 fp32 flops: 15.7 </a:t>
            </a:r>
            <a:r>
              <a:rPr lang="en-US" altLang="zh-CN" dirty="0" err="1"/>
              <a:t>Tflops</a:t>
            </a:r>
            <a:r>
              <a:rPr lang="en-US" altLang="zh-CN" dirty="0"/>
              <a:t>(</a:t>
            </a:r>
            <a:r>
              <a:rPr lang="en-US" altLang="zh-CN" dirty="0" err="1"/>
              <a:t>nvlink</a:t>
            </a:r>
            <a:r>
              <a:rPr lang="en-US" altLang="zh-CN" dirty="0"/>
              <a:t>), 14tflops(PCIe)</a:t>
            </a:r>
          </a:p>
          <a:p>
            <a:r>
              <a:rPr lang="en-US" altLang="zh-CN" dirty="0"/>
              <a:t>-&gt; theoretical </a:t>
            </a:r>
            <a:r>
              <a:rPr lang="en-US" altLang="zh-CN" dirty="0" err="1"/>
              <a:t>fma</a:t>
            </a:r>
            <a:r>
              <a:rPr lang="en-US" altLang="zh-CN" dirty="0"/>
              <a:t> per memory op:</a:t>
            </a:r>
          </a:p>
          <a:p>
            <a:r>
              <a:rPr lang="en-US" altLang="zh-CN" dirty="0"/>
              <a:t>15.7*1000/(900/4) = </a:t>
            </a:r>
            <a:r>
              <a:rPr lang="en-US" altLang="zh-CN" dirty="0">
                <a:highlight>
                  <a:srgbClr val="FFFF00"/>
                </a:highlight>
              </a:rPr>
              <a:t>69.78 (</a:t>
            </a:r>
            <a:r>
              <a:rPr lang="en-US" altLang="zh-CN" dirty="0" err="1">
                <a:highlight>
                  <a:srgbClr val="FFFF00"/>
                </a:highlight>
              </a:rPr>
              <a:t>nvlink</a:t>
            </a:r>
            <a:r>
              <a:rPr lang="en-US" altLang="zh-CN" dirty="0">
                <a:highlight>
                  <a:srgbClr val="FFFF00"/>
                </a:highlight>
              </a:rPr>
              <a:t>)</a:t>
            </a:r>
          </a:p>
          <a:p>
            <a:r>
              <a:rPr lang="en-US" altLang="zh-CN" dirty="0"/>
              <a:t>14*1000/(900/4) = </a:t>
            </a:r>
            <a:r>
              <a:rPr lang="en-US" altLang="zh-CN" dirty="0">
                <a:highlight>
                  <a:srgbClr val="FFFF00"/>
                </a:highlight>
              </a:rPr>
              <a:t>62.2(PCIe)</a:t>
            </a:r>
          </a:p>
          <a:p>
            <a:endParaRPr lang="en-US" altLang="zh-CN" dirty="0"/>
          </a:p>
          <a:p>
            <a:r>
              <a:rPr lang="en-US" altLang="zh-CN" dirty="0"/>
              <a:t>Hence, 64&gt;62.2, can hide bandwidth latency on PCIE, 64 &lt; 69.78, </a:t>
            </a:r>
            <a:r>
              <a:rPr lang="en-US" altLang="zh-CN" dirty="0" err="1"/>
              <a:t>nvlink</a:t>
            </a:r>
            <a:r>
              <a:rPr lang="en-US" altLang="zh-CN" dirty="0"/>
              <a:t> the bandwidth dominate a little bit.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6EA3F3-4F7E-4B53-ACCE-DBE9D7C2CAF9}"/>
              </a:ext>
            </a:extLst>
          </p:cNvPr>
          <p:cNvSpPr txBox="1"/>
          <p:nvPr/>
        </p:nvSpPr>
        <p:spPr>
          <a:xfrm>
            <a:off x="5934440" y="1011115"/>
            <a:ext cx="53808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u="sng" dirty="0"/>
              <a:t>AMD (Vega20)</a:t>
            </a:r>
          </a:p>
          <a:p>
            <a:r>
              <a:rPr lang="en-US" altLang="zh-CN" dirty="0"/>
              <a:t>Same as NV</a:t>
            </a:r>
          </a:p>
          <a:p>
            <a:endParaRPr lang="en-US" altLang="zh-CN" dirty="0"/>
          </a:p>
          <a:p>
            <a:r>
              <a:rPr lang="en-US" altLang="zh-CN" dirty="0" err="1"/>
              <a:t>fma</a:t>
            </a:r>
            <a:r>
              <a:rPr lang="en-US" altLang="zh-CN" dirty="0"/>
              <a:t> per memory op:</a:t>
            </a:r>
          </a:p>
          <a:p>
            <a:r>
              <a:rPr lang="en-US" altLang="zh-CN" dirty="0"/>
              <a:t>256*4*4*4*8/(64*2*8*2) = </a:t>
            </a:r>
            <a:r>
              <a:rPr lang="en-US" altLang="zh-CN" dirty="0">
                <a:highlight>
                  <a:srgbClr val="FFFF00"/>
                </a:highlight>
              </a:rPr>
              <a:t>64</a:t>
            </a:r>
          </a:p>
          <a:p>
            <a:endParaRPr lang="en-US" altLang="zh-CN" dirty="0"/>
          </a:p>
          <a:p>
            <a:r>
              <a:rPr lang="en-US" altLang="zh-CN" dirty="0"/>
              <a:t>Vega20 bandwidth: 1024GB/s</a:t>
            </a:r>
          </a:p>
          <a:p>
            <a:r>
              <a:rPr lang="en-US" altLang="zh-CN" dirty="0"/>
              <a:t>Vega20 fp32 flops: 14.7 </a:t>
            </a:r>
            <a:r>
              <a:rPr lang="en-US" altLang="zh-CN" dirty="0" err="1"/>
              <a:t>Tflops</a:t>
            </a:r>
            <a:endParaRPr lang="en-US" altLang="zh-CN" dirty="0"/>
          </a:p>
          <a:p>
            <a:r>
              <a:rPr lang="en-US" altLang="zh-CN" dirty="0"/>
              <a:t>-&gt; theoretical </a:t>
            </a:r>
            <a:r>
              <a:rPr lang="en-US" altLang="zh-CN" dirty="0" err="1"/>
              <a:t>fma</a:t>
            </a:r>
            <a:r>
              <a:rPr lang="en-US" altLang="zh-CN" dirty="0"/>
              <a:t> per memory op:</a:t>
            </a:r>
          </a:p>
          <a:p>
            <a:r>
              <a:rPr lang="en-US" altLang="zh-CN" dirty="0"/>
              <a:t>14.7*1000/(1024/4) = </a:t>
            </a:r>
            <a:r>
              <a:rPr lang="en-US" altLang="zh-CN" dirty="0">
                <a:highlight>
                  <a:srgbClr val="FFFF00"/>
                </a:highlight>
              </a:rPr>
              <a:t>57.43</a:t>
            </a:r>
          </a:p>
          <a:p>
            <a:endParaRPr lang="en-US" altLang="zh-CN" dirty="0"/>
          </a:p>
          <a:p>
            <a:r>
              <a:rPr lang="en-US" altLang="zh-CN" dirty="0"/>
              <a:t>Hence, 64&gt;57.43, can hide </a:t>
            </a:r>
            <a:r>
              <a:rPr lang="en-US" altLang="zh-CN"/>
              <a:t>bandwidth latency</a:t>
            </a:r>
            <a:r>
              <a:rPr lang="en-US" altLang="zh-C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4373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9FEC7F-004E-4DC2-A92C-F82073EB9D68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fft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convolution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E5B2D1-B97C-4FE9-ABB7-138B010DFF7C}"/>
              </a:ext>
            </a:extLst>
          </p:cNvPr>
          <p:cNvSpPr txBox="1"/>
          <p:nvPr/>
        </p:nvSpPr>
        <p:spPr>
          <a:xfrm>
            <a:off x="2854215" y="138793"/>
            <a:ext cx="151155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4. </a:t>
            </a:r>
            <a:r>
              <a:rPr lang="en-US" dirty="0" err="1">
                <a:latin typeface="Consolas" panose="020B0609020204030204" pitchFamily="49" charset="0"/>
              </a:rPr>
              <a:t>ifft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C4C6C9-C6F9-4A4C-B566-7AE6748EFC32}"/>
              </a:ext>
            </a:extLst>
          </p:cNvPr>
          <p:cNvSpPr/>
          <p:nvPr/>
        </p:nvSpPr>
        <p:spPr>
          <a:xfrm>
            <a:off x="274982" y="1012954"/>
            <a:ext cx="5221357" cy="4832092"/>
          </a:xfrm>
          <a:prstGeom prst="rect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100" b="0" dirty="0">
                <a:effectLst/>
                <a:latin typeface="Consolas" panose="020B0609020204030204" pitchFamily="49" charset="0"/>
              </a:rPr>
              <a:t>#define sfft32x32_c2r_splice_perm(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dir,suffix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)\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__global__ void LB_32x32_256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dk_sfft32x32_c2r_splice_perm##suffix(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float *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d_r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,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const float2* __restrict__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d_c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,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const float * __restrict__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d_RF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,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const float * __restrict__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d_x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,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float alpha ,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unsigned int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nx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,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unsigned int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ny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,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unsigned int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ldr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,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unsigned int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ldc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,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unsigned int n ,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unsigned int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grid_x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unsigned int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grid_y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unsigned int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sx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,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unsigned int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sy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)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{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__shared__ float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smem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[8*560];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__shared__ float2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s_RF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[16];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float2 c[16], d[17]; \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//...</a:t>
            </a:r>
            <a:endParaRPr lang="en-US" sz="1100" b="0" dirty="0">
              <a:effectLst/>
              <a:latin typeface="Consolas" panose="020B0609020204030204" pitchFamily="49" charset="0"/>
            </a:endParaRP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s_load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 d, &amp;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smem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[p*547+q], &amp;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smem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[y*547+x],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d_c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onc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*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ldc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*32 );\</a:t>
            </a: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s_hifft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 c, d, &amp;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smem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[y*560],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s_RF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brev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x );\</a:t>
            </a: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s_vifft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 d, c,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s_RF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brev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x );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bool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bc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=(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icell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&lt;n)&amp;&amp;(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flip_x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&lt;vax); 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sfft32x32_c2r_store##suffix(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d_r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d,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d_x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alpha,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bc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nx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vay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);\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6F5F73-5C5C-4BF2-98A9-5A33BB07F8BD}"/>
              </a:ext>
            </a:extLst>
          </p:cNvPr>
          <p:cNvSpPr/>
          <p:nvPr/>
        </p:nvSpPr>
        <p:spPr>
          <a:xfrm>
            <a:off x="5829300" y="2560692"/>
            <a:ext cx="6131051" cy="41585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F04E69-53E1-45EE-A3DF-F6957136562D}"/>
              </a:ext>
            </a:extLst>
          </p:cNvPr>
          <p:cNvSpPr/>
          <p:nvPr/>
        </p:nvSpPr>
        <p:spPr>
          <a:xfrm>
            <a:off x="9681818" y="675541"/>
            <a:ext cx="1490633" cy="14291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48CA8D-32B2-4BB6-94F6-71111D7CC9D9}"/>
              </a:ext>
            </a:extLst>
          </p:cNvPr>
          <p:cNvSpPr/>
          <p:nvPr/>
        </p:nvSpPr>
        <p:spPr>
          <a:xfrm>
            <a:off x="6209730" y="965453"/>
            <a:ext cx="1433777" cy="8287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3D57E6-F585-43C0-8566-303ABACC56FC}"/>
              </a:ext>
            </a:extLst>
          </p:cNvPr>
          <p:cNvSpPr/>
          <p:nvPr/>
        </p:nvSpPr>
        <p:spPr>
          <a:xfrm>
            <a:off x="9717552" y="351504"/>
            <a:ext cx="1627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32x32 float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B412AE-56D1-47AE-87E5-B2EDC0B3A702}"/>
              </a:ext>
            </a:extLst>
          </p:cNvPr>
          <p:cNvSpPr/>
          <p:nvPr/>
        </p:nvSpPr>
        <p:spPr>
          <a:xfrm>
            <a:off x="6246178" y="637903"/>
            <a:ext cx="1987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32x17 float2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C1C8A25-1705-49D0-9382-ED100DFFAD2D}"/>
              </a:ext>
            </a:extLst>
          </p:cNvPr>
          <p:cNvSpPr/>
          <p:nvPr/>
        </p:nvSpPr>
        <p:spPr>
          <a:xfrm>
            <a:off x="8031822" y="1235229"/>
            <a:ext cx="984384" cy="36933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27678C-7B70-4E4C-A594-36F824EE482F}"/>
              </a:ext>
            </a:extLst>
          </p:cNvPr>
          <p:cNvSpPr/>
          <p:nvPr/>
        </p:nvSpPr>
        <p:spPr>
          <a:xfrm>
            <a:off x="8251467" y="1010473"/>
            <a:ext cx="780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c2r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3DDB7AA-5255-44D7-9A55-FCF3B14F83E7}"/>
              </a:ext>
            </a:extLst>
          </p:cNvPr>
          <p:cNvCxnSpPr>
            <a:cxnSpLocks/>
          </p:cNvCxnSpPr>
          <p:nvPr/>
        </p:nvCxnSpPr>
        <p:spPr>
          <a:xfrm flipV="1">
            <a:off x="5000887" y="3429000"/>
            <a:ext cx="1095113" cy="13613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A7DE9E7-78ED-4FC4-9A68-B9AAE064623F}"/>
              </a:ext>
            </a:extLst>
          </p:cNvPr>
          <p:cNvSpPr/>
          <p:nvPr/>
        </p:nvSpPr>
        <p:spPr>
          <a:xfrm>
            <a:off x="6209730" y="2847091"/>
            <a:ext cx="50614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</a:rPr>
              <a:t>s_load</a:t>
            </a:r>
            <a:r>
              <a:rPr lang="en-US" sz="1600" dirty="0">
                <a:latin typeface="Consolas" panose="020B0609020204030204" pitchFamily="49" charset="0"/>
              </a:rPr>
              <a:t>(): reorg OH*OW*K*N -&gt; K*N*OH*OW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s_hifft</a:t>
            </a:r>
            <a:r>
              <a:rPr lang="en-US" sz="1600" dirty="0">
                <a:latin typeface="Consolas" panose="020B0609020204030204" pitchFamily="49" charset="0"/>
              </a:rPr>
              <a:t>(): </a:t>
            </a:r>
            <a:r>
              <a:rPr lang="en-US" sz="1600" dirty="0" err="1">
                <a:latin typeface="Consolas" panose="020B0609020204030204" pitchFamily="49" charset="0"/>
              </a:rPr>
              <a:t>ifft</a:t>
            </a:r>
            <a:r>
              <a:rPr lang="en-US" sz="1600" dirty="0">
                <a:latin typeface="Consolas" panose="020B0609020204030204" pitchFamily="49" charset="0"/>
              </a:rPr>
              <a:t> horizontal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s_vifft</a:t>
            </a:r>
            <a:r>
              <a:rPr lang="en-US" sz="1600" dirty="0">
                <a:latin typeface="Consolas" panose="020B0609020204030204" pitchFamily="49" charset="0"/>
              </a:rPr>
              <a:t>(): </a:t>
            </a:r>
            <a:r>
              <a:rPr lang="en-US" sz="1600" dirty="0" err="1">
                <a:latin typeface="Consolas" panose="020B0609020204030204" pitchFamily="49" charset="0"/>
              </a:rPr>
              <a:t>ifft</a:t>
            </a:r>
            <a:r>
              <a:rPr lang="en-US" sz="1600" dirty="0">
                <a:latin typeface="Consolas" panose="020B0609020204030204" pitchFamily="49" charset="0"/>
              </a:rPr>
              <a:t> vertical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sfft32x32_c2r_store: c2r store to global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93320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0A4293-A0F6-441A-87E2-10F2BCE8FE7B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appendix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FD05ED-E426-49A0-9CB5-2A5CC0EA02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494973"/>
              </p:ext>
            </p:extLst>
          </p:nvPr>
        </p:nvGraphicFramePr>
        <p:xfrm>
          <a:off x="5638644" y="1798664"/>
          <a:ext cx="1709576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39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5D6A74-B45D-4C6A-B345-D5203ADBE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017607"/>
              </p:ext>
            </p:extLst>
          </p:nvPr>
        </p:nvGraphicFramePr>
        <p:xfrm>
          <a:off x="5638644" y="2759717"/>
          <a:ext cx="1709576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39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684C07-678F-459D-B8F9-B1C12F52D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936109"/>
              </p:ext>
            </p:extLst>
          </p:nvPr>
        </p:nvGraphicFramePr>
        <p:xfrm>
          <a:off x="5638644" y="3720611"/>
          <a:ext cx="1709576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39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AA5B426-82DD-433D-99CE-D23AA3F69D13}"/>
              </a:ext>
            </a:extLst>
          </p:cNvPr>
          <p:cNvCxnSpPr>
            <a:cxnSpLocks/>
          </p:cNvCxnSpPr>
          <p:nvPr/>
        </p:nvCxnSpPr>
        <p:spPr>
          <a:xfrm flipH="1">
            <a:off x="5780678" y="2194904"/>
            <a:ext cx="937724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39C9823-ED7B-486F-885F-18695AB40F9F}"/>
              </a:ext>
            </a:extLst>
          </p:cNvPr>
          <p:cNvCxnSpPr>
            <a:cxnSpLocks/>
          </p:cNvCxnSpPr>
          <p:nvPr/>
        </p:nvCxnSpPr>
        <p:spPr>
          <a:xfrm>
            <a:off x="5845991" y="2194904"/>
            <a:ext cx="87241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E9D891C-BA09-4215-B50B-9CC514C6D349}"/>
              </a:ext>
            </a:extLst>
          </p:cNvPr>
          <p:cNvCxnSpPr>
            <a:cxnSpLocks/>
          </p:cNvCxnSpPr>
          <p:nvPr/>
        </p:nvCxnSpPr>
        <p:spPr>
          <a:xfrm flipH="1">
            <a:off x="5843141" y="2194904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4175C3-C367-4606-99D8-DC897170B9A1}"/>
              </a:ext>
            </a:extLst>
          </p:cNvPr>
          <p:cNvCxnSpPr>
            <a:cxnSpLocks/>
          </p:cNvCxnSpPr>
          <p:nvPr/>
        </p:nvCxnSpPr>
        <p:spPr>
          <a:xfrm flipH="1">
            <a:off x="6716977" y="2202797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414A78-510E-424B-9859-76841C7B8809}"/>
              </a:ext>
            </a:extLst>
          </p:cNvPr>
          <p:cNvCxnSpPr>
            <a:cxnSpLocks/>
          </p:cNvCxnSpPr>
          <p:nvPr/>
        </p:nvCxnSpPr>
        <p:spPr>
          <a:xfrm flipH="1">
            <a:off x="6215458" y="2200005"/>
            <a:ext cx="937724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B95D5B7-5CAD-4BD5-BB83-8AEB62DF306A}"/>
              </a:ext>
            </a:extLst>
          </p:cNvPr>
          <p:cNvCxnSpPr>
            <a:cxnSpLocks/>
          </p:cNvCxnSpPr>
          <p:nvPr/>
        </p:nvCxnSpPr>
        <p:spPr>
          <a:xfrm>
            <a:off x="6280771" y="2200005"/>
            <a:ext cx="87241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B7E32F-273F-488B-B462-47CE4C193D02}"/>
              </a:ext>
            </a:extLst>
          </p:cNvPr>
          <p:cNvCxnSpPr>
            <a:cxnSpLocks/>
          </p:cNvCxnSpPr>
          <p:nvPr/>
        </p:nvCxnSpPr>
        <p:spPr>
          <a:xfrm flipH="1">
            <a:off x="6277921" y="2200005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7812F92-ED21-4585-A331-FCA1ED613D57}"/>
              </a:ext>
            </a:extLst>
          </p:cNvPr>
          <p:cNvCxnSpPr>
            <a:cxnSpLocks/>
          </p:cNvCxnSpPr>
          <p:nvPr/>
        </p:nvCxnSpPr>
        <p:spPr>
          <a:xfrm flipH="1">
            <a:off x="7151757" y="2207898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615732E-C12F-497C-BD5B-9F98373CB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998212"/>
              </p:ext>
            </p:extLst>
          </p:nvPr>
        </p:nvGraphicFramePr>
        <p:xfrm>
          <a:off x="8822666" y="1790494"/>
          <a:ext cx="1709576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39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2DF1917-E138-4A84-9CCE-FE17B6380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06197"/>
              </p:ext>
            </p:extLst>
          </p:nvPr>
        </p:nvGraphicFramePr>
        <p:xfrm>
          <a:off x="8822666" y="2751547"/>
          <a:ext cx="1709576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39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236CDB1-9396-42B5-A7E1-0C46E68EB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013785"/>
              </p:ext>
            </p:extLst>
          </p:nvPr>
        </p:nvGraphicFramePr>
        <p:xfrm>
          <a:off x="8822666" y="3712441"/>
          <a:ext cx="1709576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39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138568-BA16-4325-A0BB-9D39F8E8A630}"/>
              </a:ext>
            </a:extLst>
          </p:cNvPr>
          <p:cNvCxnSpPr>
            <a:cxnSpLocks/>
          </p:cNvCxnSpPr>
          <p:nvPr/>
        </p:nvCxnSpPr>
        <p:spPr>
          <a:xfrm flipH="1">
            <a:off x="9027163" y="2186734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4B1C97-93C3-40CB-9543-0E50CE205B2B}"/>
              </a:ext>
            </a:extLst>
          </p:cNvPr>
          <p:cNvCxnSpPr>
            <a:cxnSpLocks/>
          </p:cNvCxnSpPr>
          <p:nvPr/>
        </p:nvCxnSpPr>
        <p:spPr>
          <a:xfrm flipH="1">
            <a:off x="9457666" y="2174622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FD83800-0758-447B-841D-A898077CF54D}"/>
              </a:ext>
            </a:extLst>
          </p:cNvPr>
          <p:cNvCxnSpPr>
            <a:cxnSpLocks/>
          </p:cNvCxnSpPr>
          <p:nvPr/>
        </p:nvCxnSpPr>
        <p:spPr>
          <a:xfrm flipH="1">
            <a:off x="9024312" y="2194627"/>
            <a:ext cx="433355" cy="56202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2CB21BA-B722-441F-BF21-3CC9DE7736DC}"/>
              </a:ext>
            </a:extLst>
          </p:cNvPr>
          <p:cNvCxnSpPr>
            <a:cxnSpLocks/>
          </p:cNvCxnSpPr>
          <p:nvPr/>
        </p:nvCxnSpPr>
        <p:spPr>
          <a:xfrm>
            <a:off x="9028588" y="2201639"/>
            <a:ext cx="433355" cy="54990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AFFD639-E2E5-4414-906A-3D22612ECDA8}"/>
              </a:ext>
            </a:extLst>
          </p:cNvPr>
          <p:cNvCxnSpPr>
            <a:cxnSpLocks/>
          </p:cNvCxnSpPr>
          <p:nvPr/>
        </p:nvCxnSpPr>
        <p:spPr>
          <a:xfrm flipH="1">
            <a:off x="9888170" y="2190160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E053A7E-2529-4668-9FB2-DB01205408E8}"/>
              </a:ext>
            </a:extLst>
          </p:cNvPr>
          <p:cNvCxnSpPr>
            <a:cxnSpLocks/>
          </p:cNvCxnSpPr>
          <p:nvPr/>
        </p:nvCxnSpPr>
        <p:spPr>
          <a:xfrm flipH="1">
            <a:off x="10318673" y="2178048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EADEF66-0399-46D9-B443-EC6389063AAB}"/>
              </a:ext>
            </a:extLst>
          </p:cNvPr>
          <p:cNvCxnSpPr>
            <a:cxnSpLocks/>
          </p:cNvCxnSpPr>
          <p:nvPr/>
        </p:nvCxnSpPr>
        <p:spPr>
          <a:xfrm flipH="1">
            <a:off x="9885319" y="2198053"/>
            <a:ext cx="433355" cy="56202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954E3A3-B01F-46EC-87AC-76EA2192728F}"/>
              </a:ext>
            </a:extLst>
          </p:cNvPr>
          <p:cNvCxnSpPr>
            <a:cxnSpLocks/>
          </p:cNvCxnSpPr>
          <p:nvPr/>
        </p:nvCxnSpPr>
        <p:spPr>
          <a:xfrm>
            <a:off x="9889595" y="2205065"/>
            <a:ext cx="433355" cy="54990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5BBC315-3C32-4623-B2EE-25C8AEE963C7}"/>
              </a:ext>
            </a:extLst>
          </p:cNvPr>
          <p:cNvCxnSpPr>
            <a:cxnSpLocks/>
          </p:cNvCxnSpPr>
          <p:nvPr/>
        </p:nvCxnSpPr>
        <p:spPr>
          <a:xfrm flipH="1">
            <a:off x="8958688" y="3147787"/>
            <a:ext cx="937724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6865885-46EF-486C-AF54-8F39CD534979}"/>
              </a:ext>
            </a:extLst>
          </p:cNvPr>
          <p:cNvCxnSpPr>
            <a:cxnSpLocks/>
          </p:cNvCxnSpPr>
          <p:nvPr/>
        </p:nvCxnSpPr>
        <p:spPr>
          <a:xfrm>
            <a:off x="9024001" y="3147787"/>
            <a:ext cx="87241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F22E916-4598-4A9B-B2D5-05985E98F4DB}"/>
              </a:ext>
            </a:extLst>
          </p:cNvPr>
          <p:cNvCxnSpPr>
            <a:cxnSpLocks/>
          </p:cNvCxnSpPr>
          <p:nvPr/>
        </p:nvCxnSpPr>
        <p:spPr>
          <a:xfrm flipH="1">
            <a:off x="9021151" y="3147787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4C00AC4-4878-4505-BBA0-47AC80407098}"/>
              </a:ext>
            </a:extLst>
          </p:cNvPr>
          <p:cNvCxnSpPr>
            <a:cxnSpLocks/>
          </p:cNvCxnSpPr>
          <p:nvPr/>
        </p:nvCxnSpPr>
        <p:spPr>
          <a:xfrm flipH="1">
            <a:off x="9894987" y="3155680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92820B0-E44C-4274-A931-160F843A244B}"/>
              </a:ext>
            </a:extLst>
          </p:cNvPr>
          <p:cNvCxnSpPr>
            <a:cxnSpLocks/>
          </p:cNvCxnSpPr>
          <p:nvPr/>
        </p:nvCxnSpPr>
        <p:spPr>
          <a:xfrm flipH="1">
            <a:off x="9393468" y="3152888"/>
            <a:ext cx="937724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FC71094-7224-4A3B-AB07-D082354EA149}"/>
              </a:ext>
            </a:extLst>
          </p:cNvPr>
          <p:cNvCxnSpPr>
            <a:cxnSpLocks/>
          </p:cNvCxnSpPr>
          <p:nvPr/>
        </p:nvCxnSpPr>
        <p:spPr>
          <a:xfrm>
            <a:off x="9458781" y="3152888"/>
            <a:ext cx="87241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DDE10C-0B1F-4DE1-ADF0-C080733E92D6}"/>
              </a:ext>
            </a:extLst>
          </p:cNvPr>
          <p:cNvCxnSpPr>
            <a:cxnSpLocks/>
          </p:cNvCxnSpPr>
          <p:nvPr/>
        </p:nvCxnSpPr>
        <p:spPr>
          <a:xfrm flipH="1">
            <a:off x="9455931" y="3152888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3381FFD-8927-4D3C-8FB4-DEA800817158}"/>
              </a:ext>
            </a:extLst>
          </p:cNvPr>
          <p:cNvCxnSpPr>
            <a:cxnSpLocks/>
          </p:cNvCxnSpPr>
          <p:nvPr/>
        </p:nvCxnSpPr>
        <p:spPr>
          <a:xfrm flipH="1">
            <a:off x="10329767" y="3160781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E1A18D8-0B42-4323-9AFE-8E73C600C9EC}"/>
              </a:ext>
            </a:extLst>
          </p:cNvPr>
          <p:cNvSpPr txBox="1"/>
          <p:nvPr/>
        </p:nvSpPr>
        <p:spPr>
          <a:xfrm>
            <a:off x="10385379" y="2460195"/>
            <a:ext cx="1632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W2_0, W2_0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CE6F84-18AE-444A-83C3-56E07531B0B6}"/>
              </a:ext>
            </a:extLst>
          </p:cNvPr>
          <p:cNvSpPr txBox="1"/>
          <p:nvPr/>
        </p:nvSpPr>
        <p:spPr>
          <a:xfrm>
            <a:off x="10393655" y="3316938"/>
            <a:ext cx="1632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W4_0, W4_1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7C72644-1AD0-4937-8182-33A62630F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643312"/>
              </p:ext>
            </p:extLst>
          </p:nvPr>
        </p:nvGraphicFramePr>
        <p:xfrm>
          <a:off x="869880" y="644908"/>
          <a:ext cx="85478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39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51807C90-FB36-4B26-86FE-E0F4F4C54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565384"/>
              </p:ext>
            </p:extLst>
          </p:nvPr>
        </p:nvGraphicFramePr>
        <p:xfrm>
          <a:off x="869880" y="1605961"/>
          <a:ext cx="85478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39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DF2723A-0545-4EF5-89B1-51429E0BA7F8}"/>
              </a:ext>
            </a:extLst>
          </p:cNvPr>
          <p:cNvCxnSpPr>
            <a:cxnSpLocks/>
          </p:cNvCxnSpPr>
          <p:nvPr/>
        </p:nvCxnSpPr>
        <p:spPr>
          <a:xfrm flipH="1">
            <a:off x="1074377" y="1041148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F604040-F119-4D3B-9A42-0EFD775C7880}"/>
              </a:ext>
            </a:extLst>
          </p:cNvPr>
          <p:cNvCxnSpPr>
            <a:cxnSpLocks/>
          </p:cNvCxnSpPr>
          <p:nvPr/>
        </p:nvCxnSpPr>
        <p:spPr>
          <a:xfrm flipH="1">
            <a:off x="1504880" y="1029036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09E3811-AE3C-4991-B417-7FFCFC3D124C}"/>
              </a:ext>
            </a:extLst>
          </p:cNvPr>
          <p:cNvCxnSpPr>
            <a:cxnSpLocks/>
          </p:cNvCxnSpPr>
          <p:nvPr/>
        </p:nvCxnSpPr>
        <p:spPr>
          <a:xfrm flipH="1">
            <a:off x="1071526" y="1049041"/>
            <a:ext cx="433355" cy="56202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65BCD9B-D190-4FDF-AECA-2E9E6C9666E0}"/>
              </a:ext>
            </a:extLst>
          </p:cNvPr>
          <p:cNvCxnSpPr>
            <a:cxnSpLocks/>
          </p:cNvCxnSpPr>
          <p:nvPr/>
        </p:nvCxnSpPr>
        <p:spPr>
          <a:xfrm>
            <a:off x="1075802" y="1056053"/>
            <a:ext cx="433355" cy="54990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AFD2935-D43B-4A80-A83C-9346E4735F8A}"/>
              </a:ext>
            </a:extLst>
          </p:cNvPr>
          <p:cNvSpPr txBox="1"/>
          <p:nvPr/>
        </p:nvSpPr>
        <p:spPr>
          <a:xfrm>
            <a:off x="1804495" y="1178783"/>
            <a:ext cx="849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WN_k</a:t>
            </a:r>
            <a:endParaRPr lang="en-US" dirty="0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E2BB8285-0D9B-40FE-BC8C-D8A7AC21A6DB}"/>
              </a:ext>
            </a:extLst>
          </p:cNvPr>
          <p:cNvSpPr/>
          <p:nvPr/>
        </p:nvSpPr>
        <p:spPr>
          <a:xfrm rot="5400000">
            <a:off x="2103505" y="2190261"/>
            <a:ext cx="541176" cy="5499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9FC2BA-75C4-4E9D-85CA-AC2CE3271BAC}"/>
              </a:ext>
            </a:extLst>
          </p:cNvPr>
          <p:cNvSpPr txBox="1"/>
          <p:nvPr/>
        </p:nvSpPr>
        <p:spPr>
          <a:xfrm>
            <a:off x="1724669" y="671816"/>
            <a:ext cx="1069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a0, b0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182456-41BC-4953-8828-AFA4C53C5CCB}"/>
              </a:ext>
            </a:extLst>
          </p:cNvPr>
          <p:cNvSpPr txBox="1"/>
          <p:nvPr/>
        </p:nvSpPr>
        <p:spPr>
          <a:xfrm>
            <a:off x="1759852" y="1620625"/>
            <a:ext cx="1069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a1, b1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62B6C0-FE9E-44BC-84FE-787357B02587}"/>
              </a:ext>
            </a:extLst>
          </p:cNvPr>
          <p:cNvSpPr txBox="1"/>
          <p:nvPr/>
        </p:nvSpPr>
        <p:spPr>
          <a:xfrm>
            <a:off x="246757" y="2270498"/>
            <a:ext cx="511724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Consolas" panose="020B0609020204030204" pitchFamily="49" charset="0"/>
              </a:rPr>
              <a:t>Butterfly: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a1 = a0 + w*b0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b1 = a0 – w*b0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w: </a:t>
            </a:r>
            <a:r>
              <a:rPr lang="en-US" sz="1200" dirty="0" err="1">
                <a:latin typeface="Consolas" panose="020B0609020204030204" pitchFamily="49" charset="0"/>
              </a:rPr>
              <a:t>WN_k</a:t>
            </a:r>
            <a:r>
              <a:rPr lang="en-US" sz="1200" dirty="0">
                <a:latin typeface="Consolas" panose="020B0609020204030204" pitchFamily="49" charset="0"/>
              </a:rPr>
              <a:t>, W(</a:t>
            </a:r>
            <a:r>
              <a:rPr lang="en-US" sz="1200" dirty="0" err="1">
                <a:latin typeface="Consolas" panose="020B0609020204030204" pitchFamily="49" charset="0"/>
              </a:rPr>
              <a:t>N,k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W(N, k): </a:t>
            </a:r>
            <a:r>
              <a:rPr lang="pt-BR" sz="1200" dirty="0">
                <a:latin typeface="Consolas" panose="020B0609020204030204" pitchFamily="49" charset="0"/>
              </a:rPr>
              <a:t>e^(  -2PI*k/N * i)=cos</a:t>
            </a:r>
            <a:r>
              <a:rPr lang="en-US" altLang="zh-CN" sz="1200" dirty="0">
                <a:latin typeface="Consolas" panose="020B0609020204030204" pitchFamily="49" charset="0"/>
              </a:rPr>
              <a:t>+</a:t>
            </a:r>
            <a:r>
              <a:rPr lang="pt-BR" sz="1200" dirty="0">
                <a:latin typeface="Consolas" panose="020B0609020204030204" pitchFamily="49" charset="0"/>
              </a:rPr>
              <a:t>sin*i, theta=</a:t>
            </a:r>
            <a:r>
              <a:rPr lang="en-US" altLang="zh-CN" sz="1200" dirty="0">
                <a:latin typeface="Consolas" panose="020B0609020204030204" pitchFamily="49" charset="0"/>
              </a:rPr>
              <a:t>-</a:t>
            </a:r>
            <a:r>
              <a:rPr lang="pt-BR" sz="1200" dirty="0">
                <a:latin typeface="Consolas" panose="020B0609020204030204" pitchFamily="49" charset="0"/>
              </a:rPr>
              <a:t>2*PI*k/N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-&gt;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a1 = a0_r+a0_i*i+ (cos</a:t>
            </a:r>
            <a:r>
              <a:rPr lang="en-US" altLang="zh-CN" sz="1200" dirty="0">
                <a:latin typeface="Consolas" panose="020B0609020204030204" pitchFamily="49" charset="0"/>
              </a:rPr>
              <a:t>+</a:t>
            </a:r>
            <a:r>
              <a:rPr lang="pt-BR" sz="1200" dirty="0">
                <a:latin typeface="Consolas" panose="020B0609020204030204" pitchFamily="49" charset="0"/>
              </a:rPr>
              <a:t>sin*i)*(b0_r+b0_i*i)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b1 = a0_r+a0_i*i-(cos</a:t>
            </a:r>
            <a:r>
              <a:rPr lang="en-US" altLang="zh-CN" sz="1200" dirty="0">
                <a:latin typeface="Consolas" panose="020B0609020204030204" pitchFamily="49" charset="0"/>
              </a:rPr>
              <a:t>+</a:t>
            </a:r>
            <a:r>
              <a:rPr lang="pt-BR" sz="1200" dirty="0">
                <a:latin typeface="Consolas" panose="020B0609020204030204" pitchFamily="49" charset="0"/>
              </a:rPr>
              <a:t>sin*i)*(b0_r+b0_i*i)</a:t>
            </a:r>
          </a:p>
          <a:p>
            <a:endParaRPr lang="pt-BR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a1 = a0_r+cos*b0_r</a:t>
            </a:r>
            <a:r>
              <a:rPr lang="en-US" altLang="zh-CN" sz="1200" dirty="0">
                <a:latin typeface="Consolas" panose="020B0609020204030204" pitchFamily="49" charset="0"/>
              </a:rPr>
              <a:t>-</a:t>
            </a:r>
            <a:r>
              <a:rPr lang="en-US" sz="1200" dirty="0">
                <a:latin typeface="Consolas" panose="020B0609020204030204" pitchFamily="49" charset="0"/>
              </a:rPr>
              <a:t>sin*b0_i + (a0_i+cos*b0_i</a:t>
            </a:r>
            <a:r>
              <a:rPr lang="en-US" altLang="zh-CN" sz="1200" dirty="0">
                <a:latin typeface="Consolas" panose="020B0609020204030204" pitchFamily="49" charset="0"/>
              </a:rPr>
              <a:t>+</a:t>
            </a:r>
            <a:r>
              <a:rPr lang="en-US" sz="1200" dirty="0">
                <a:latin typeface="Consolas" panose="020B0609020204030204" pitchFamily="49" charset="0"/>
              </a:rPr>
              <a:t>sin*b0_r)*</a:t>
            </a:r>
            <a:r>
              <a:rPr lang="en-US" sz="1200" dirty="0" err="1">
                <a:latin typeface="Consolas" panose="020B0609020204030204" pitchFamily="49" charset="0"/>
              </a:rPr>
              <a:t>i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b1 = a0_r-cos*b0_r</a:t>
            </a:r>
            <a:r>
              <a:rPr lang="en-US" altLang="zh-CN" sz="1200" dirty="0">
                <a:latin typeface="Consolas" panose="020B0609020204030204" pitchFamily="49" charset="0"/>
              </a:rPr>
              <a:t>+</a:t>
            </a:r>
            <a:r>
              <a:rPr lang="en-US" sz="1200" dirty="0">
                <a:latin typeface="Consolas" panose="020B0609020204030204" pitchFamily="49" charset="0"/>
              </a:rPr>
              <a:t>sin*b0_i + (a0_i-cos*b0_i</a:t>
            </a:r>
            <a:r>
              <a:rPr lang="en-US" altLang="zh-CN" sz="1200" dirty="0">
                <a:latin typeface="Consolas" panose="020B0609020204030204" pitchFamily="49" charset="0"/>
              </a:rPr>
              <a:t>-</a:t>
            </a:r>
            <a:r>
              <a:rPr lang="en-US" sz="1200" dirty="0">
                <a:latin typeface="Consolas" panose="020B0609020204030204" pitchFamily="49" charset="0"/>
              </a:rPr>
              <a:t>sin*b0_r)*</a:t>
            </a:r>
            <a:r>
              <a:rPr lang="en-US" sz="1200" dirty="0" err="1">
                <a:latin typeface="Consolas" panose="020B0609020204030204" pitchFamily="49" charset="0"/>
              </a:rPr>
              <a:t>i</a:t>
            </a:r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761F3C9-6D49-451A-9833-6D46507EE0E5}"/>
              </a:ext>
            </a:extLst>
          </p:cNvPr>
          <p:cNvCxnSpPr>
            <a:cxnSpLocks/>
          </p:cNvCxnSpPr>
          <p:nvPr/>
        </p:nvCxnSpPr>
        <p:spPr>
          <a:xfrm flipH="1">
            <a:off x="5840290" y="3165435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3566E15-7295-4BD3-BAA8-904BF15DB0F0}"/>
              </a:ext>
            </a:extLst>
          </p:cNvPr>
          <p:cNvCxnSpPr>
            <a:cxnSpLocks/>
          </p:cNvCxnSpPr>
          <p:nvPr/>
        </p:nvCxnSpPr>
        <p:spPr>
          <a:xfrm flipH="1">
            <a:off x="6270793" y="3153323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95667AA-DAF0-4499-8935-EB41C6059DB5}"/>
              </a:ext>
            </a:extLst>
          </p:cNvPr>
          <p:cNvCxnSpPr>
            <a:cxnSpLocks/>
          </p:cNvCxnSpPr>
          <p:nvPr/>
        </p:nvCxnSpPr>
        <p:spPr>
          <a:xfrm flipH="1">
            <a:off x="5837439" y="3173328"/>
            <a:ext cx="433355" cy="56202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CCE48E9-22E3-401D-B8D5-26898300EC83}"/>
              </a:ext>
            </a:extLst>
          </p:cNvPr>
          <p:cNvCxnSpPr>
            <a:cxnSpLocks/>
          </p:cNvCxnSpPr>
          <p:nvPr/>
        </p:nvCxnSpPr>
        <p:spPr>
          <a:xfrm>
            <a:off x="5841715" y="3180340"/>
            <a:ext cx="433355" cy="54990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FB7ADA3-0A30-409C-8FB1-019C02F45073}"/>
              </a:ext>
            </a:extLst>
          </p:cNvPr>
          <p:cNvCxnSpPr>
            <a:cxnSpLocks/>
          </p:cNvCxnSpPr>
          <p:nvPr/>
        </p:nvCxnSpPr>
        <p:spPr>
          <a:xfrm flipH="1">
            <a:off x="6690321" y="3141219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8558450-CCFC-4CA1-8D13-F296781DB714}"/>
              </a:ext>
            </a:extLst>
          </p:cNvPr>
          <p:cNvCxnSpPr>
            <a:cxnSpLocks/>
          </p:cNvCxnSpPr>
          <p:nvPr/>
        </p:nvCxnSpPr>
        <p:spPr>
          <a:xfrm flipH="1">
            <a:off x="7120824" y="3129107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577D955-B575-459D-9B44-3944B63E0BDC}"/>
              </a:ext>
            </a:extLst>
          </p:cNvPr>
          <p:cNvCxnSpPr>
            <a:cxnSpLocks/>
          </p:cNvCxnSpPr>
          <p:nvPr/>
        </p:nvCxnSpPr>
        <p:spPr>
          <a:xfrm flipH="1">
            <a:off x="6687470" y="3149112"/>
            <a:ext cx="433355" cy="56202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0F4386B-CCB9-4715-8B7B-23F30F069F76}"/>
              </a:ext>
            </a:extLst>
          </p:cNvPr>
          <p:cNvCxnSpPr>
            <a:cxnSpLocks/>
          </p:cNvCxnSpPr>
          <p:nvPr/>
        </p:nvCxnSpPr>
        <p:spPr>
          <a:xfrm>
            <a:off x="6691746" y="3156124"/>
            <a:ext cx="433355" cy="54990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05A0480-F975-46C7-8701-64AC87B9B043}"/>
              </a:ext>
            </a:extLst>
          </p:cNvPr>
          <p:cNvSpPr txBox="1"/>
          <p:nvPr/>
        </p:nvSpPr>
        <p:spPr>
          <a:xfrm>
            <a:off x="7226721" y="2458176"/>
            <a:ext cx="1632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W2_0, W2_0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E2F47D-FF2E-4C60-9323-E17818662E3C}"/>
              </a:ext>
            </a:extLst>
          </p:cNvPr>
          <p:cNvSpPr txBox="1"/>
          <p:nvPr/>
        </p:nvSpPr>
        <p:spPr>
          <a:xfrm>
            <a:off x="7238353" y="3357671"/>
            <a:ext cx="1632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W4_0, W4_1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7BE2983-D3BA-4955-A9DC-F73EEC70BE5F}"/>
              </a:ext>
            </a:extLst>
          </p:cNvPr>
          <p:cNvSpPr txBox="1"/>
          <p:nvPr/>
        </p:nvSpPr>
        <p:spPr>
          <a:xfrm>
            <a:off x="8963517" y="566263"/>
            <a:ext cx="213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Cooley-</a:t>
            </a:r>
            <a:r>
              <a:rPr lang="en-US" dirty="0" err="1"/>
              <a:t>tukey</a:t>
            </a:r>
            <a:r>
              <a:rPr lang="en-US" dirty="0"/>
              <a:t> (4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6801C606-AD7C-483E-A22A-03203803D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235806"/>
              </p:ext>
            </p:extLst>
          </p:nvPr>
        </p:nvGraphicFramePr>
        <p:xfrm>
          <a:off x="8807725" y="998521"/>
          <a:ext cx="1709576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39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2E2726D-E519-40AE-8383-70A5E24B9EFC}"/>
              </a:ext>
            </a:extLst>
          </p:cNvPr>
          <p:cNvCxnSpPr>
            <a:cxnSpLocks/>
          </p:cNvCxnSpPr>
          <p:nvPr/>
        </p:nvCxnSpPr>
        <p:spPr>
          <a:xfrm>
            <a:off x="9650433" y="1423801"/>
            <a:ext cx="0" cy="27793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C12F1D3-D1A6-4786-BA4A-5D21D89C331C}"/>
              </a:ext>
            </a:extLst>
          </p:cNvPr>
          <p:cNvSpPr txBox="1"/>
          <p:nvPr/>
        </p:nvSpPr>
        <p:spPr>
          <a:xfrm>
            <a:off x="9854092" y="1370374"/>
            <a:ext cx="179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Bit-reverse</a:t>
            </a:r>
            <a:endParaRPr lang="en-US" dirty="0"/>
          </a:p>
        </p:txBody>
      </p: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5D210948-35D1-4BA1-B89C-573DF2C48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781877"/>
              </p:ext>
            </p:extLst>
          </p:nvPr>
        </p:nvGraphicFramePr>
        <p:xfrm>
          <a:off x="5638644" y="4561718"/>
          <a:ext cx="1709576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39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42739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15596C1-2E25-40AF-A54E-26412C4A6ADB}"/>
              </a:ext>
            </a:extLst>
          </p:cNvPr>
          <p:cNvCxnSpPr>
            <a:cxnSpLocks/>
          </p:cNvCxnSpPr>
          <p:nvPr/>
        </p:nvCxnSpPr>
        <p:spPr>
          <a:xfrm>
            <a:off x="6440092" y="4238501"/>
            <a:ext cx="0" cy="27793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AC23E59-AB39-418C-8E7C-8186A2771F37}"/>
              </a:ext>
            </a:extLst>
          </p:cNvPr>
          <p:cNvSpPr txBox="1"/>
          <p:nvPr/>
        </p:nvSpPr>
        <p:spPr>
          <a:xfrm>
            <a:off x="6493432" y="4199324"/>
            <a:ext cx="179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Bit-reverse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C0C61D-56CD-474C-80FF-6086AD81D178}"/>
              </a:ext>
            </a:extLst>
          </p:cNvPr>
          <p:cNvSpPr txBox="1"/>
          <p:nvPr/>
        </p:nvSpPr>
        <p:spPr>
          <a:xfrm>
            <a:off x="5600661" y="1320930"/>
            <a:ext cx="2644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Cooley-</a:t>
            </a:r>
            <a:r>
              <a:rPr lang="en-US" dirty="0" err="1"/>
              <a:t>tukey</a:t>
            </a:r>
            <a:r>
              <a:rPr lang="en-US" dirty="0"/>
              <a:t>-r (4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171E8E-8C80-4CED-A556-99E09B1CDFBD}"/>
              </a:ext>
            </a:extLst>
          </p:cNvPr>
          <p:cNvSpPr txBox="1"/>
          <p:nvPr/>
        </p:nvSpPr>
        <p:spPr>
          <a:xfrm>
            <a:off x="2854215" y="138792"/>
            <a:ext cx="171778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butterfly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FD4661D-82D9-416B-B1CA-328BCF27A4A6}"/>
              </a:ext>
            </a:extLst>
          </p:cNvPr>
          <p:cNvSpPr/>
          <p:nvPr/>
        </p:nvSpPr>
        <p:spPr>
          <a:xfrm>
            <a:off x="321354" y="4999218"/>
            <a:ext cx="4655386" cy="15696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#define BUFL2(</a:t>
            </a:r>
            <a:r>
              <a:rPr lang="en-US" sz="1600" dirty="0" err="1">
                <a:latin typeface="Consolas" panose="020B0609020204030204" pitchFamily="49" charset="0"/>
              </a:rPr>
              <a:t>x,y,w</a:t>
            </a:r>
            <a:r>
              <a:rPr lang="en-US" sz="1600" dirty="0">
                <a:latin typeface="Consolas" panose="020B0609020204030204" pitchFamily="49" charset="0"/>
              </a:rPr>
              <a:t>)                \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do{                             \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complex_t</a:t>
            </a:r>
            <a:r>
              <a:rPr lang="en-US" sz="1600" dirty="0">
                <a:latin typeface="Consolas" panose="020B0609020204030204" pitchFamily="49" charset="0"/>
              </a:rPr>
              <a:t>&lt;T&gt; temp = (x);    \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(x) = (x) + (y)*(w);        \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(y) = temp-(y)*(w);         \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}while(0)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95C0646-9A88-4F6F-8B4B-567D599F8621}"/>
              </a:ext>
            </a:extLst>
          </p:cNvPr>
          <p:cNvSpPr txBox="1"/>
          <p:nvPr/>
        </p:nvSpPr>
        <p:spPr>
          <a:xfrm>
            <a:off x="5055833" y="5984103"/>
            <a:ext cx="50461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For in-place butterfly operation, an extra “temp”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vadiable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(register) is needed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F724787-1452-4C46-A50F-B269F2ED91E5}"/>
              </a:ext>
            </a:extLst>
          </p:cNvPr>
          <p:cNvSpPr/>
          <p:nvPr/>
        </p:nvSpPr>
        <p:spPr>
          <a:xfrm>
            <a:off x="2649047" y="5511800"/>
            <a:ext cx="642793" cy="2722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89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C95698-148D-4BE7-8A98-68DE2BF11B02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appendix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667940-60F4-4683-9CE9-B44DFDA6CE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62730"/>
              </p:ext>
            </p:extLst>
          </p:nvPr>
        </p:nvGraphicFramePr>
        <p:xfrm>
          <a:off x="1275460" y="1617573"/>
          <a:ext cx="318899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62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C8E351-AAB3-45F4-B51C-E8A306F69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355470"/>
              </p:ext>
            </p:extLst>
          </p:nvPr>
        </p:nvGraphicFramePr>
        <p:xfrm>
          <a:off x="7037237" y="1626179"/>
          <a:ext cx="32004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DDFBACF-4089-4763-ACF4-15CE75A39B27}"/>
              </a:ext>
            </a:extLst>
          </p:cNvPr>
          <p:cNvCxnSpPr>
            <a:cxnSpLocks/>
          </p:cNvCxnSpPr>
          <p:nvPr/>
        </p:nvCxnSpPr>
        <p:spPr>
          <a:xfrm flipH="1">
            <a:off x="7223198" y="2034531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7023169-1392-481E-A4A6-C7876C334B16}"/>
              </a:ext>
            </a:extLst>
          </p:cNvPr>
          <p:cNvCxnSpPr>
            <a:cxnSpLocks/>
          </p:cNvCxnSpPr>
          <p:nvPr/>
        </p:nvCxnSpPr>
        <p:spPr>
          <a:xfrm flipH="1">
            <a:off x="7653701" y="2022419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75A5096-08E2-4806-9C72-A95E6DE002B3}"/>
              </a:ext>
            </a:extLst>
          </p:cNvPr>
          <p:cNvCxnSpPr>
            <a:cxnSpLocks/>
          </p:cNvCxnSpPr>
          <p:nvPr/>
        </p:nvCxnSpPr>
        <p:spPr>
          <a:xfrm flipH="1">
            <a:off x="7220347" y="2042424"/>
            <a:ext cx="433355" cy="56202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B39E7A-2536-4F5D-A59B-BE8DD7C88A96}"/>
              </a:ext>
            </a:extLst>
          </p:cNvPr>
          <p:cNvCxnSpPr>
            <a:cxnSpLocks/>
          </p:cNvCxnSpPr>
          <p:nvPr/>
        </p:nvCxnSpPr>
        <p:spPr>
          <a:xfrm>
            <a:off x="7224623" y="2049436"/>
            <a:ext cx="433355" cy="54990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1B21B03-E45B-466E-94A1-5AB142806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311563"/>
              </p:ext>
            </p:extLst>
          </p:nvPr>
        </p:nvGraphicFramePr>
        <p:xfrm>
          <a:off x="7037237" y="2618097"/>
          <a:ext cx="319754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693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0F24609-69B2-4A38-B221-C2FA88E0FA81}"/>
              </a:ext>
            </a:extLst>
          </p:cNvPr>
          <p:cNvCxnSpPr>
            <a:cxnSpLocks/>
          </p:cNvCxnSpPr>
          <p:nvPr/>
        </p:nvCxnSpPr>
        <p:spPr>
          <a:xfrm flipH="1">
            <a:off x="8025631" y="2025925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9692EA-602E-420E-A528-97009DD6C030}"/>
              </a:ext>
            </a:extLst>
          </p:cNvPr>
          <p:cNvCxnSpPr>
            <a:cxnSpLocks/>
          </p:cNvCxnSpPr>
          <p:nvPr/>
        </p:nvCxnSpPr>
        <p:spPr>
          <a:xfrm flipH="1">
            <a:off x="8456134" y="2013813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A713DE-0D5B-48B4-95F1-C3EF3CE983FF}"/>
              </a:ext>
            </a:extLst>
          </p:cNvPr>
          <p:cNvCxnSpPr>
            <a:cxnSpLocks/>
          </p:cNvCxnSpPr>
          <p:nvPr/>
        </p:nvCxnSpPr>
        <p:spPr>
          <a:xfrm flipH="1">
            <a:off x="8022780" y="2033818"/>
            <a:ext cx="433355" cy="56202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2DA0108-B0E2-4920-9AAB-74E7813F0D3D}"/>
              </a:ext>
            </a:extLst>
          </p:cNvPr>
          <p:cNvCxnSpPr>
            <a:cxnSpLocks/>
          </p:cNvCxnSpPr>
          <p:nvPr/>
        </p:nvCxnSpPr>
        <p:spPr>
          <a:xfrm>
            <a:off x="8027056" y="2040830"/>
            <a:ext cx="433355" cy="54990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9F6283-00FD-4318-A267-D0BE69880A3A}"/>
              </a:ext>
            </a:extLst>
          </p:cNvPr>
          <p:cNvCxnSpPr>
            <a:cxnSpLocks/>
          </p:cNvCxnSpPr>
          <p:nvPr/>
        </p:nvCxnSpPr>
        <p:spPr>
          <a:xfrm flipH="1">
            <a:off x="8810824" y="2034531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7047C4-6CFD-4C3C-80BA-3674C5DB43BF}"/>
              </a:ext>
            </a:extLst>
          </p:cNvPr>
          <p:cNvCxnSpPr>
            <a:cxnSpLocks/>
          </p:cNvCxnSpPr>
          <p:nvPr/>
        </p:nvCxnSpPr>
        <p:spPr>
          <a:xfrm flipH="1">
            <a:off x="9241327" y="2022419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13F323-FD54-4759-94D1-7251C21BD1F5}"/>
              </a:ext>
            </a:extLst>
          </p:cNvPr>
          <p:cNvCxnSpPr>
            <a:cxnSpLocks/>
          </p:cNvCxnSpPr>
          <p:nvPr/>
        </p:nvCxnSpPr>
        <p:spPr>
          <a:xfrm flipH="1">
            <a:off x="8807973" y="2042424"/>
            <a:ext cx="433355" cy="56202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32D3006-2008-4CFD-AB1F-22D37F6808BB}"/>
              </a:ext>
            </a:extLst>
          </p:cNvPr>
          <p:cNvCxnSpPr>
            <a:cxnSpLocks/>
          </p:cNvCxnSpPr>
          <p:nvPr/>
        </p:nvCxnSpPr>
        <p:spPr>
          <a:xfrm>
            <a:off x="8812249" y="2049436"/>
            <a:ext cx="433355" cy="54990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416EBB5-AD98-4831-BD1C-3FA45D8E9C36}"/>
              </a:ext>
            </a:extLst>
          </p:cNvPr>
          <p:cNvCxnSpPr>
            <a:cxnSpLocks/>
          </p:cNvCxnSpPr>
          <p:nvPr/>
        </p:nvCxnSpPr>
        <p:spPr>
          <a:xfrm flipH="1">
            <a:off x="9631913" y="2025925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D836B33-5E61-4FEF-BB9F-870C1FCE494D}"/>
              </a:ext>
            </a:extLst>
          </p:cNvPr>
          <p:cNvCxnSpPr>
            <a:cxnSpLocks/>
          </p:cNvCxnSpPr>
          <p:nvPr/>
        </p:nvCxnSpPr>
        <p:spPr>
          <a:xfrm flipH="1">
            <a:off x="10062416" y="2013813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AC4BF3D-9093-4DFC-A286-83ADDD9E9A7D}"/>
              </a:ext>
            </a:extLst>
          </p:cNvPr>
          <p:cNvCxnSpPr>
            <a:cxnSpLocks/>
          </p:cNvCxnSpPr>
          <p:nvPr/>
        </p:nvCxnSpPr>
        <p:spPr>
          <a:xfrm flipH="1">
            <a:off x="9629062" y="2033818"/>
            <a:ext cx="433355" cy="56202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F031464-64B1-4E24-8FC2-CD2507380893}"/>
              </a:ext>
            </a:extLst>
          </p:cNvPr>
          <p:cNvCxnSpPr>
            <a:cxnSpLocks/>
          </p:cNvCxnSpPr>
          <p:nvPr/>
        </p:nvCxnSpPr>
        <p:spPr>
          <a:xfrm>
            <a:off x="9633338" y="2040830"/>
            <a:ext cx="433355" cy="54990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50D1A8F-126F-4254-83FE-9478E7795E05}"/>
              </a:ext>
            </a:extLst>
          </p:cNvPr>
          <p:cNvCxnSpPr>
            <a:cxnSpLocks/>
          </p:cNvCxnSpPr>
          <p:nvPr/>
        </p:nvCxnSpPr>
        <p:spPr>
          <a:xfrm flipH="1">
            <a:off x="7151280" y="3023601"/>
            <a:ext cx="937724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FA0C13D-7FD7-4996-912A-7CE5225B70AE}"/>
              </a:ext>
            </a:extLst>
          </p:cNvPr>
          <p:cNvCxnSpPr>
            <a:cxnSpLocks/>
          </p:cNvCxnSpPr>
          <p:nvPr/>
        </p:nvCxnSpPr>
        <p:spPr>
          <a:xfrm>
            <a:off x="7216593" y="3023601"/>
            <a:ext cx="87241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7E490B1-C314-4C4F-9263-09852BAFFF43}"/>
              </a:ext>
            </a:extLst>
          </p:cNvPr>
          <p:cNvCxnSpPr>
            <a:cxnSpLocks/>
          </p:cNvCxnSpPr>
          <p:nvPr/>
        </p:nvCxnSpPr>
        <p:spPr>
          <a:xfrm flipH="1">
            <a:off x="7213743" y="3023601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106F11D-1130-4A6E-8189-1CD831568C5F}"/>
              </a:ext>
            </a:extLst>
          </p:cNvPr>
          <p:cNvCxnSpPr>
            <a:cxnSpLocks/>
          </p:cNvCxnSpPr>
          <p:nvPr/>
        </p:nvCxnSpPr>
        <p:spPr>
          <a:xfrm flipH="1">
            <a:off x="8087579" y="3031494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C1FD4FC-5C6A-44A9-BB74-38B7B635210F}"/>
              </a:ext>
            </a:extLst>
          </p:cNvPr>
          <p:cNvCxnSpPr>
            <a:cxnSpLocks/>
          </p:cNvCxnSpPr>
          <p:nvPr/>
        </p:nvCxnSpPr>
        <p:spPr>
          <a:xfrm flipH="1">
            <a:off x="7586060" y="3028702"/>
            <a:ext cx="937724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5F817B8-24E5-4748-9CE3-AB91B19C21F7}"/>
              </a:ext>
            </a:extLst>
          </p:cNvPr>
          <p:cNvCxnSpPr>
            <a:cxnSpLocks/>
          </p:cNvCxnSpPr>
          <p:nvPr/>
        </p:nvCxnSpPr>
        <p:spPr>
          <a:xfrm>
            <a:off x="7651373" y="3028702"/>
            <a:ext cx="87241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16C20BD-8BAD-4B00-99F3-365442F532D1}"/>
              </a:ext>
            </a:extLst>
          </p:cNvPr>
          <p:cNvCxnSpPr>
            <a:cxnSpLocks/>
          </p:cNvCxnSpPr>
          <p:nvPr/>
        </p:nvCxnSpPr>
        <p:spPr>
          <a:xfrm flipH="1">
            <a:off x="7648523" y="3028702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5E4F281-BEF9-4F74-9E89-7E395AFA1FBA}"/>
              </a:ext>
            </a:extLst>
          </p:cNvPr>
          <p:cNvCxnSpPr>
            <a:cxnSpLocks/>
          </p:cNvCxnSpPr>
          <p:nvPr/>
        </p:nvCxnSpPr>
        <p:spPr>
          <a:xfrm flipH="1">
            <a:off x="8503697" y="3036595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4CEC44-8527-47C5-B378-A31CE4EF3B01}"/>
              </a:ext>
            </a:extLst>
          </p:cNvPr>
          <p:cNvCxnSpPr>
            <a:cxnSpLocks/>
          </p:cNvCxnSpPr>
          <p:nvPr/>
        </p:nvCxnSpPr>
        <p:spPr>
          <a:xfrm flipH="1">
            <a:off x="8709999" y="3023601"/>
            <a:ext cx="937724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C23A67A-BE3C-4AE8-864E-73FD72BFB8CD}"/>
              </a:ext>
            </a:extLst>
          </p:cNvPr>
          <p:cNvCxnSpPr>
            <a:cxnSpLocks/>
          </p:cNvCxnSpPr>
          <p:nvPr/>
        </p:nvCxnSpPr>
        <p:spPr>
          <a:xfrm>
            <a:off x="8775312" y="3023601"/>
            <a:ext cx="87241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5F3A1F0-9FC7-42B2-8EC1-0E90AE8D7314}"/>
              </a:ext>
            </a:extLst>
          </p:cNvPr>
          <p:cNvCxnSpPr>
            <a:cxnSpLocks/>
          </p:cNvCxnSpPr>
          <p:nvPr/>
        </p:nvCxnSpPr>
        <p:spPr>
          <a:xfrm flipH="1">
            <a:off x="8772462" y="3023601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EE99964-C351-4F64-B685-1014B9DB8432}"/>
              </a:ext>
            </a:extLst>
          </p:cNvPr>
          <p:cNvCxnSpPr>
            <a:cxnSpLocks/>
          </p:cNvCxnSpPr>
          <p:nvPr/>
        </p:nvCxnSpPr>
        <p:spPr>
          <a:xfrm flipH="1">
            <a:off x="9646298" y="3031494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9778440-F512-4B5C-A101-2369A2BFE10C}"/>
              </a:ext>
            </a:extLst>
          </p:cNvPr>
          <p:cNvCxnSpPr>
            <a:cxnSpLocks/>
          </p:cNvCxnSpPr>
          <p:nvPr/>
        </p:nvCxnSpPr>
        <p:spPr>
          <a:xfrm flipH="1">
            <a:off x="9144779" y="3028702"/>
            <a:ext cx="937724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37D91CA-6CEC-40BD-A8ED-18D720EB0A94}"/>
              </a:ext>
            </a:extLst>
          </p:cNvPr>
          <p:cNvCxnSpPr>
            <a:cxnSpLocks/>
          </p:cNvCxnSpPr>
          <p:nvPr/>
        </p:nvCxnSpPr>
        <p:spPr>
          <a:xfrm>
            <a:off x="9210092" y="3028702"/>
            <a:ext cx="87241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94FF127-75C7-4ADD-9538-8CCF05F38BF8}"/>
              </a:ext>
            </a:extLst>
          </p:cNvPr>
          <p:cNvCxnSpPr>
            <a:cxnSpLocks/>
          </p:cNvCxnSpPr>
          <p:nvPr/>
        </p:nvCxnSpPr>
        <p:spPr>
          <a:xfrm flipH="1">
            <a:off x="9207242" y="3028702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DD095DA-1A0F-46FD-96A1-6EBC9B36C3F2}"/>
              </a:ext>
            </a:extLst>
          </p:cNvPr>
          <p:cNvCxnSpPr>
            <a:cxnSpLocks/>
          </p:cNvCxnSpPr>
          <p:nvPr/>
        </p:nvCxnSpPr>
        <p:spPr>
          <a:xfrm flipH="1">
            <a:off x="10062416" y="3036595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1F99ED52-A4D4-4956-A9C3-ACF7989E4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054444"/>
              </p:ext>
            </p:extLst>
          </p:nvPr>
        </p:nvGraphicFramePr>
        <p:xfrm>
          <a:off x="7037237" y="3608666"/>
          <a:ext cx="319754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693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5E8C0EE0-354B-4AE3-A07D-900FE55D3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957967"/>
              </p:ext>
            </p:extLst>
          </p:nvPr>
        </p:nvGraphicFramePr>
        <p:xfrm>
          <a:off x="7026480" y="4599235"/>
          <a:ext cx="319754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693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D90BE02-1BE3-4F66-B662-0688C118FBE2}"/>
              </a:ext>
            </a:extLst>
          </p:cNvPr>
          <p:cNvCxnSpPr>
            <a:cxnSpLocks/>
          </p:cNvCxnSpPr>
          <p:nvPr/>
        </p:nvCxnSpPr>
        <p:spPr>
          <a:xfrm flipH="1">
            <a:off x="7223978" y="4012701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690D346-38F2-4304-AE34-FA461E319E4D}"/>
              </a:ext>
            </a:extLst>
          </p:cNvPr>
          <p:cNvCxnSpPr>
            <a:cxnSpLocks/>
          </p:cNvCxnSpPr>
          <p:nvPr/>
        </p:nvCxnSpPr>
        <p:spPr>
          <a:xfrm flipH="1">
            <a:off x="7213743" y="4025158"/>
            <a:ext cx="1594230" cy="56015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98675DC-2286-4439-973E-FDFBDB2A5FE3}"/>
              </a:ext>
            </a:extLst>
          </p:cNvPr>
          <p:cNvCxnSpPr>
            <a:cxnSpLocks/>
          </p:cNvCxnSpPr>
          <p:nvPr/>
        </p:nvCxnSpPr>
        <p:spPr>
          <a:xfrm flipH="1">
            <a:off x="7645672" y="4004906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CD3211A-9C5F-459B-8D02-C3F81A7A3A12}"/>
              </a:ext>
            </a:extLst>
          </p:cNvPr>
          <p:cNvCxnSpPr>
            <a:cxnSpLocks/>
          </p:cNvCxnSpPr>
          <p:nvPr/>
        </p:nvCxnSpPr>
        <p:spPr>
          <a:xfrm flipH="1">
            <a:off x="7635437" y="4017363"/>
            <a:ext cx="1594230" cy="56015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18FFD2F-AC5D-4BA7-8A3C-4F6B108672EE}"/>
              </a:ext>
            </a:extLst>
          </p:cNvPr>
          <p:cNvCxnSpPr>
            <a:cxnSpLocks/>
          </p:cNvCxnSpPr>
          <p:nvPr/>
        </p:nvCxnSpPr>
        <p:spPr>
          <a:xfrm flipH="1">
            <a:off x="8054151" y="4004906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B9A3F3C-B6C3-4CDB-8829-BA32AD1B65BC}"/>
              </a:ext>
            </a:extLst>
          </p:cNvPr>
          <p:cNvCxnSpPr>
            <a:cxnSpLocks/>
          </p:cNvCxnSpPr>
          <p:nvPr/>
        </p:nvCxnSpPr>
        <p:spPr>
          <a:xfrm flipH="1">
            <a:off x="8043916" y="4017363"/>
            <a:ext cx="1594230" cy="56015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33E00D0-4E80-4D1A-A0C4-9CEDB3A552BC}"/>
              </a:ext>
            </a:extLst>
          </p:cNvPr>
          <p:cNvCxnSpPr>
            <a:cxnSpLocks/>
          </p:cNvCxnSpPr>
          <p:nvPr/>
        </p:nvCxnSpPr>
        <p:spPr>
          <a:xfrm flipH="1">
            <a:off x="8425945" y="4004906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E311D85-A952-4B13-BEA9-39FE2EF7A94F}"/>
              </a:ext>
            </a:extLst>
          </p:cNvPr>
          <p:cNvCxnSpPr>
            <a:cxnSpLocks/>
          </p:cNvCxnSpPr>
          <p:nvPr/>
        </p:nvCxnSpPr>
        <p:spPr>
          <a:xfrm flipH="1">
            <a:off x="8415710" y="4017363"/>
            <a:ext cx="1594230" cy="56015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1807060-FA2B-4437-A863-E6F1EF064D78}"/>
              </a:ext>
            </a:extLst>
          </p:cNvPr>
          <p:cNvCxnSpPr>
            <a:cxnSpLocks/>
          </p:cNvCxnSpPr>
          <p:nvPr/>
        </p:nvCxnSpPr>
        <p:spPr>
          <a:xfrm>
            <a:off x="7247695" y="4004906"/>
            <a:ext cx="1568701" cy="5943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40B74E5-6792-4321-A74A-7B0F4EC0CCA5}"/>
              </a:ext>
            </a:extLst>
          </p:cNvPr>
          <p:cNvCxnSpPr>
            <a:cxnSpLocks/>
          </p:cNvCxnSpPr>
          <p:nvPr/>
        </p:nvCxnSpPr>
        <p:spPr>
          <a:xfrm flipH="1">
            <a:off x="8790483" y="4012701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42D65B1-D2EA-46DF-B6BF-318D7AC1992F}"/>
              </a:ext>
            </a:extLst>
          </p:cNvPr>
          <p:cNvCxnSpPr>
            <a:cxnSpLocks/>
          </p:cNvCxnSpPr>
          <p:nvPr/>
        </p:nvCxnSpPr>
        <p:spPr>
          <a:xfrm>
            <a:off x="7677561" y="3997942"/>
            <a:ext cx="1568701" cy="5943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E6D48A7-020F-44AC-8B5F-A48EAA711A30}"/>
              </a:ext>
            </a:extLst>
          </p:cNvPr>
          <p:cNvCxnSpPr>
            <a:cxnSpLocks/>
          </p:cNvCxnSpPr>
          <p:nvPr/>
        </p:nvCxnSpPr>
        <p:spPr>
          <a:xfrm>
            <a:off x="8067832" y="3997942"/>
            <a:ext cx="1568701" cy="5943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9873339-63E7-4716-B4A0-DF512DF474DE}"/>
              </a:ext>
            </a:extLst>
          </p:cNvPr>
          <p:cNvCxnSpPr>
            <a:cxnSpLocks/>
          </p:cNvCxnSpPr>
          <p:nvPr/>
        </p:nvCxnSpPr>
        <p:spPr>
          <a:xfrm>
            <a:off x="8419787" y="3997942"/>
            <a:ext cx="1568701" cy="5943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D9F63B0-58E4-4D34-A073-D82FEB954C22}"/>
              </a:ext>
            </a:extLst>
          </p:cNvPr>
          <p:cNvCxnSpPr>
            <a:cxnSpLocks/>
          </p:cNvCxnSpPr>
          <p:nvPr/>
        </p:nvCxnSpPr>
        <p:spPr>
          <a:xfrm flipH="1">
            <a:off x="9211517" y="4023292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8BF4E2A-76E2-46B6-BDF9-D57CD69D91AD}"/>
              </a:ext>
            </a:extLst>
          </p:cNvPr>
          <p:cNvCxnSpPr>
            <a:cxnSpLocks/>
          </p:cNvCxnSpPr>
          <p:nvPr/>
        </p:nvCxnSpPr>
        <p:spPr>
          <a:xfrm flipH="1">
            <a:off x="9621948" y="4021609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4F38D00-FBFD-4D10-96E3-1D5F99326FDB}"/>
              </a:ext>
            </a:extLst>
          </p:cNvPr>
          <p:cNvCxnSpPr>
            <a:cxnSpLocks/>
          </p:cNvCxnSpPr>
          <p:nvPr/>
        </p:nvCxnSpPr>
        <p:spPr>
          <a:xfrm flipH="1">
            <a:off x="9991462" y="4040430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DD3C0D0-92A6-4893-9FD4-3BD5B07ABB27}"/>
              </a:ext>
            </a:extLst>
          </p:cNvPr>
          <p:cNvSpPr txBox="1"/>
          <p:nvPr/>
        </p:nvSpPr>
        <p:spPr>
          <a:xfrm>
            <a:off x="10022244" y="2175656"/>
            <a:ext cx="2201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W2_0, W2_0, W2_0, W2_0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33670BB-F997-4422-9450-140D0B5BBB5A}"/>
              </a:ext>
            </a:extLst>
          </p:cNvPr>
          <p:cNvSpPr txBox="1"/>
          <p:nvPr/>
        </p:nvSpPr>
        <p:spPr>
          <a:xfrm>
            <a:off x="10032597" y="3176838"/>
            <a:ext cx="23587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W4_0, W4_1, W4_0, W4_1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FEE6991-E09F-404A-AA77-E5F7DD036BB9}"/>
              </a:ext>
            </a:extLst>
          </p:cNvPr>
          <p:cNvSpPr txBox="1"/>
          <p:nvPr/>
        </p:nvSpPr>
        <p:spPr>
          <a:xfrm>
            <a:off x="10042115" y="4193667"/>
            <a:ext cx="2399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W8_0, W8_1, W8_2, W8_3 </a:t>
            </a:r>
          </a:p>
        </p:txBody>
      </p:sp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2AE3F65C-A791-46BE-A0F4-A40EBDFB0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666326"/>
              </p:ext>
            </p:extLst>
          </p:nvPr>
        </p:nvGraphicFramePr>
        <p:xfrm>
          <a:off x="1275460" y="2618097"/>
          <a:ext cx="318899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62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C29E89F8-AB95-4DE9-BF23-43029D0A9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733017"/>
              </p:ext>
            </p:extLst>
          </p:nvPr>
        </p:nvGraphicFramePr>
        <p:xfrm>
          <a:off x="1275460" y="3596307"/>
          <a:ext cx="318899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62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22C90E55-92DB-4644-94D0-EBC3DAE6E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701715"/>
              </p:ext>
            </p:extLst>
          </p:nvPr>
        </p:nvGraphicFramePr>
        <p:xfrm>
          <a:off x="1291894" y="4569719"/>
          <a:ext cx="318899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62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87865D7-D9A7-43BC-B070-F1F369518727}"/>
              </a:ext>
            </a:extLst>
          </p:cNvPr>
          <p:cNvCxnSpPr>
            <a:cxnSpLocks/>
          </p:cNvCxnSpPr>
          <p:nvPr/>
        </p:nvCxnSpPr>
        <p:spPr>
          <a:xfrm flipH="1">
            <a:off x="1411007" y="2013813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5147733-6BEE-4240-B141-50AF35466860}"/>
              </a:ext>
            </a:extLst>
          </p:cNvPr>
          <p:cNvCxnSpPr>
            <a:cxnSpLocks/>
          </p:cNvCxnSpPr>
          <p:nvPr/>
        </p:nvCxnSpPr>
        <p:spPr>
          <a:xfrm flipH="1">
            <a:off x="1400772" y="2026270"/>
            <a:ext cx="1594230" cy="56015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A37896B-7BD0-4051-92E4-C845936512E5}"/>
              </a:ext>
            </a:extLst>
          </p:cNvPr>
          <p:cNvCxnSpPr>
            <a:cxnSpLocks/>
          </p:cNvCxnSpPr>
          <p:nvPr/>
        </p:nvCxnSpPr>
        <p:spPr>
          <a:xfrm flipH="1">
            <a:off x="1832701" y="2006018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449FFED-A411-420D-9AC6-8EDB5B09F431}"/>
              </a:ext>
            </a:extLst>
          </p:cNvPr>
          <p:cNvCxnSpPr>
            <a:cxnSpLocks/>
          </p:cNvCxnSpPr>
          <p:nvPr/>
        </p:nvCxnSpPr>
        <p:spPr>
          <a:xfrm flipH="1">
            <a:off x="1822466" y="2018475"/>
            <a:ext cx="1594230" cy="56015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91EC7E8-9AD3-4CAB-A7A9-CEEFC9A354B8}"/>
              </a:ext>
            </a:extLst>
          </p:cNvPr>
          <p:cNvCxnSpPr>
            <a:cxnSpLocks/>
          </p:cNvCxnSpPr>
          <p:nvPr/>
        </p:nvCxnSpPr>
        <p:spPr>
          <a:xfrm flipH="1">
            <a:off x="2241180" y="2006018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88BEEB0-C57D-4A0E-A7B5-74A4D6C75C0D}"/>
              </a:ext>
            </a:extLst>
          </p:cNvPr>
          <p:cNvCxnSpPr>
            <a:cxnSpLocks/>
          </p:cNvCxnSpPr>
          <p:nvPr/>
        </p:nvCxnSpPr>
        <p:spPr>
          <a:xfrm flipH="1">
            <a:off x="2230945" y="2018475"/>
            <a:ext cx="1594230" cy="56015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3DB0F6B-6132-430A-B3F3-D8BB09F01FB8}"/>
              </a:ext>
            </a:extLst>
          </p:cNvPr>
          <p:cNvCxnSpPr>
            <a:cxnSpLocks/>
          </p:cNvCxnSpPr>
          <p:nvPr/>
        </p:nvCxnSpPr>
        <p:spPr>
          <a:xfrm flipH="1">
            <a:off x="2612974" y="2006018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14BE24B-55B5-4A3E-A0CD-D12DD52B9D0B}"/>
              </a:ext>
            </a:extLst>
          </p:cNvPr>
          <p:cNvCxnSpPr>
            <a:cxnSpLocks/>
          </p:cNvCxnSpPr>
          <p:nvPr/>
        </p:nvCxnSpPr>
        <p:spPr>
          <a:xfrm flipH="1">
            <a:off x="2602739" y="2018475"/>
            <a:ext cx="1594230" cy="56015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11995C8-CB7C-4D31-BEC6-7F27825B2A57}"/>
              </a:ext>
            </a:extLst>
          </p:cNvPr>
          <p:cNvCxnSpPr>
            <a:cxnSpLocks/>
          </p:cNvCxnSpPr>
          <p:nvPr/>
        </p:nvCxnSpPr>
        <p:spPr>
          <a:xfrm>
            <a:off x="1434724" y="2006018"/>
            <a:ext cx="1568701" cy="5943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47A5688-CB98-4729-BC0B-B7950032673A}"/>
              </a:ext>
            </a:extLst>
          </p:cNvPr>
          <p:cNvCxnSpPr>
            <a:cxnSpLocks/>
          </p:cNvCxnSpPr>
          <p:nvPr/>
        </p:nvCxnSpPr>
        <p:spPr>
          <a:xfrm flipH="1">
            <a:off x="2977512" y="2013813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8FBDA54-3D10-4720-AF4C-1A41F3E1A2C3}"/>
              </a:ext>
            </a:extLst>
          </p:cNvPr>
          <p:cNvCxnSpPr>
            <a:cxnSpLocks/>
          </p:cNvCxnSpPr>
          <p:nvPr/>
        </p:nvCxnSpPr>
        <p:spPr>
          <a:xfrm>
            <a:off x="1864590" y="1999054"/>
            <a:ext cx="1568701" cy="5943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E4BE5B6-184D-48DA-8B7C-274494228338}"/>
              </a:ext>
            </a:extLst>
          </p:cNvPr>
          <p:cNvCxnSpPr>
            <a:cxnSpLocks/>
          </p:cNvCxnSpPr>
          <p:nvPr/>
        </p:nvCxnSpPr>
        <p:spPr>
          <a:xfrm>
            <a:off x="2254861" y="1999054"/>
            <a:ext cx="1568701" cy="5943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D9D597F-89B0-4321-A383-962E2337A728}"/>
              </a:ext>
            </a:extLst>
          </p:cNvPr>
          <p:cNvCxnSpPr>
            <a:cxnSpLocks/>
          </p:cNvCxnSpPr>
          <p:nvPr/>
        </p:nvCxnSpPr>
        <p:spPr>
          <a:xfrm>
            <a:off x="2606816" y="1999054"/>
            <a:ext cx="1568701" cy="5943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D74F59F-081A-4B76-A4BB-0EC911342D1C}"/>
              </a:ext>
            </a:extLst>
          </p:cNvPr>
          <p:cNvCxnSpPr>
            <a:cxnSpLocks/>
          </p:cNvCxnSpPr>
          <p:nvPr/>
        </p:nvCxnSpPr>
        <p:spPr>
          <a:xfrm flipH="1">
            <a:off x="3398546" y="2024404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3FB5AEF-D11E-47EB-AA01-422C50F8C286}"/>
              </a:ext>
            </a:extLst>
          </p:cNvPr>
          <p:cNvCxnSpPr>
            <a:cxnSpLocks/>
          </p:cNvCxnSpPr>
          <p:nvPr/>
        </p:nvCxnSpPr>
        <p:spPr>
          <a:xfrm flipH="1">
            <a:off x="3808977" y="2022721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450CA2A-351C-4C15-AC83-7DD2842D4310}"/>
              </a:ext>
            </a:extLst>
          </p:cNvPr>
          <p:cNvCxnSpPr>
            <a:cxnSpLocks/>
          </p:cNvCxnSpPr>
          <p:nvPr/>
        </p:nvCxnSpPr>
        <p:spPr>
          <a:xfrm flipH="1">
            <a:off x="4178491" y="2041542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A71B585-440E-4A60-B924-FB5D4145596F}"/>
              </a:ext>
            </a:extLst>
          </p:cNvPr>
          <p:cNvCxnSpPr>
            <a:cxnSpLocks/>
          </p:cNvCxnSpPr>
          <p:nvPr/>
        </p:nvCxnSpPr>
        <p:spPr>
          <a:xfrm flipH="1">
            <a:off x="1347118" y="3004382"/>
            <a:ext cx="937724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79035F68-0019-47D8-967C-60845EEA96D6}"/>
              </a:ext>
            </a:extLst>
          </p:cNvPr>
          <p:cNvCxnSpPr>
            <a:cxnSpLocks/>
          </p:cNvCxnSpPr>
          <p:nvPr/>
        </p:nvCxnSpPr>
        <p:spPr>
          <a:xfrm>
            <a:off x="1412431" y="3004382"/>
            <a:ext cx="87241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C8767C7-57EE-40A8-855F-FC853E10CF3A}"/>
              </a:ext>
            </a:extLst>
          </p:cNvPr>
          <p:cNvCxnSpPr>
            <a:cxnSpLocks/>
          </p:cNvCxnSpPr>
          <p:nvPr/>
        </p:nvCxnSpPr>
        <p:spPr>
          <a:xfrm flipH="1">
            <a:off x="1409581" y="3004382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6CAE331-EE3B-472D-92F7-E6B8D4D75E23}"/>
              </a:ext>
            </a:extLst>
          </p:cNvPr>
          <p:cNvCxnSpPr>
            <a:cxnSpLocks/>
          </p:cNvCxnSpPr>
          <p:nvPr/>
        </p:nvCxnSpPr>
        <p:spPr>
          <a:xfrm flipH="1">
            <a:off x="2283417" y="3012275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11EB588-D920-4C3F-BAA6-0614C9DB47A1}"/>
              </a:ext>
            </a:extLst>
          </p:cNvPr>
          <p:cNvCxnSpPr>
            <a:cxnSpLocks/>
          </p:cNvCxnSpPr>
          <p:nvPr/>
        </p:nvCxnSpPr>
        <p:spPr>
          <a:xfrm flipH="1">
            <a:off x="1781898" y="3009483"/>
            <a:ext cx="937724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BFE3264-C5DB-48E1-9FED-547DF4F3E39F}"/>
              </a:ext>
            </a:extLst>
          </p:cNvPr>
          <p:cNvCxnSpPr>
            <a:cxnSpLocks/>
          </p:cNvCxnSpPr>
          <p:nvPr/>
        </p:nvCxnSpPr>
        <p:spPr>
          <a:xfrm>
            <a:off x="1847211" y="3009483"/>
            <a:ext cx="87241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4551D52-BB32-4A18-8C02-AC0D70D2A5DA}"/>
              </a:ext>
            </a:extLst>
          </p:cNvPr>
          <p:cNvCxnSpPr>
            <a:cxnSpLocks/>
          </p:cNvCxnSpPr>
          <p:nvPr/>
        </p:nvCxnSpPr>
        <p:spPr>
          <a:xfrm flipH="1">
            <a:off x="1844361" y="3009483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18B7092-DE9F-43AB-9969-7E4670B234C2}"/>
              </a:ext>
            </a:extLst>
          </p:cNvPr>
          <p:cNvCxnSpPr>
            <a:cxnSpLocks/>
          </p:cNvCxnSpPr>
          <p:nvPr/>
        </p:nvCxnSpPr>
        <p:spPr>
          <a:xfrm flipH="1">
            <a:off x="2699535" y="3017376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D23FDF2-8D2B-4B23-BBC1-5058360148FD}"/>
              </a:ext>
            </a:extLst>
          </p:cNvPr>
          <p:cNvCxnSpPr>
            <a:cxnSpLocks/>
          </p:cNvCxnSpPr>
          <p:nvPr/>
        </p:nvCxnSpPr>
        <p:spPr>
          <a:xfrm flipH="1">
            <a:off x="2905837" y="3004382"/>
            <a:ext cx="937724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C15F6D9-47E7-4577-9E99-1405CFC8036D}"/>
              </a:ext>
            </a:extLst>
          </p:cNvPr>
          <p:cNvCxnSpPr>
            <a:cxnSpLocks/>
          </p:cNvCxnSpPr>
          <p:nvPr/>
        </p:nvCxnSpPr>
        <p:spPr>
          <a:xfrm>
            <a:off x="2971150" y="3004382"/>
            <a:ext cx="87241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055EB1F-92C6-4F63-B60C-5D888C5DC1AB}"/>
              </a:ext>
            </a:extLst>
          </p:cNvPr>
          <p:cNvCxnSpPr>
            <a:cxnSpLocks/>
          </p:cNvCxnSpPr>
          <p:nvPr/>
        </p:nvCxnSpPr>
        <p:spPr>
          <a:xfrm flipH="1">
            <a:off x="2968300" y="3004382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619FDC7-0655-4709-9112-3D364639D000}"/>
              </a:ext>
            </a:extLst>
          </p:cNvPr>
          <p:cNvCxnSpPr>
            <a:cxnSpLocks/>
          </p:cNvCxnSpPr>
          <p:nvPr/>
        </p:nvCxnSpPr>
        <p:spPr>
          <a:xfrm flipH="1">
            <a:off x="3842136" y="3012275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962514F-93C6-4EAB-8BDF-253706C6BD81}"/>
              </a:ext>
            </a:extLst>
          </p:cNvPr>
          <p:cNvCxnSpPr>
            <a:cxnSpLocks/>
          </p:cNvCxnSpPr>
          <p:nvPr/>
        </p:nvCxnSpPr>
        <p:spPr>
          <a:xfrm flipH="1">
            <a:off x="3340617" y="3009483"/>
            <a:ext cx="937724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4FCC0C2-5704-44CC-9C43-6C968597E0E2}"/>
              </a:ext>
            </a:extLst>
          </p:cNvPr>
          <p:cNvCxnSpPr>
            <a:cxnSpLocks/>
          </p:cNvCxnSpPr>
          <p:nvPr/>
        </p:nvCxnSpPr>
        <p:spPr>
          <a:xfrm>
            <a:off x="3405930" y="3009483"/>
            <a:ext cx="87241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B2EB909-3730-4160-8156-527C50834C1C}"/>
              </a:ext>
            </a:extLst>
          </p:cNvPr>
          <p:cNvCxnSpPr>
            <a:cxnSpLocks/>
          </p:cNvCxnSpPr>
          <p:nvPr/>
        </p:nvCxnSpPr>
        <p:spPr>
          <a:xfrm flipH="1">
            <a:off x="3403080" y="3009483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8C98376-FDE6-4856-BBF1-B5FC4397124B}"/>
              </a:ext>
            </a:extLst>
          </p:cNvPr>
          <p:cNvCxnSpPr>
            <a:cxnSpLocks/>
          </p:cNvCxnSpPr>
          <p:nvPr/>
        </p:nvCxnSpPr>
        <p:spPr>
          <a:xfrm flipH="1">
            <a:off x="4258254" y="3017376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696FD7FB-9475-4B71-9041-08BF05969DAA}"/>
              </a:ext>
            </a:extLst>
          </p:cNvPr>
          <p:cNvSpPr txBox="1"/>
          <p:nvPr/>
        </p:nvSpPr>
        <p:spPr>
          <a:xfrm>
            <a:off x="4185071" y="2175656"/>
            <a:ext cx="754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W2_0*4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27A17D6-68E1-40D0-AF0F-7567DBF7B5BE}"/>
              </a:ext>
            </a:extLst>
          </p:cNvPr>
          <p:cNvCxnSpPr>
            <a:cxnSpLocks/>
          </p:cNvCxnSpPr>
          <p:nvPr/>
        </p:nvCxnSpPr>
        <p:spPr>
          <a:xfrm flipH="1">
            <a:off x="1438480" y="4004906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0C72602-448B-482E-BBD3-2AC38686FFB8}"/>
              </a:ext>
            </a:extLst>
          </p:cNvPr>
          <p:cNvCxnSpPr>
            <a:cxnSpLocks/>
          </p:cNvCxnSpPr>
          <p:nvPr/>
        </p:nvCxnSpPr>
        <p:spPr>
          <a:xfrm flipH="1">
            <a:off x="1868983" y="3992794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B9986A0F-5CCE-4EB1-A508-F898CEAA2AAF}"/>
              </a:ext>
            </a:extLst>
          </p:cNvPr>
          <p:cNvCxnSpPr>
            <a:cxnSpLocks/>
          </p:cNvCxnSpPr>
          <p:nvPr/>
        </p:nvCxnSpPr>
        <p:spPr>
          <a:xfrm flipH="1">
            <a:off x="1435629" y="4012799"/>
            <a:ext cx="433355" cy="56202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E7D51F72-10AA-4EAF-A813-70A9453C68A5}"/>
              </a:ext>
            </a:extLst>
          </p:cNvPr>
          <p:cNvCxnSpPr>
            <a:cxnSpLocks/>
          </p:cNvCxnSpPr>
          <p:nvPr/>
        </p:nvCxnSpPr>
        <p:spPr>
          <a:xfrm>
            <a:off x="1439905" y="4019811"/>
            <a:ext cx="433355" cy="54990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4EDFBFF-361F-45BA-821F-114E5D1EBA1F}"/>
              </a:ext>
            </a:extLst>
          </p:cNvPr>
          <p:cNvCxnSpPr>
            <a:cxnSpLocks/>
          </p:cNvCxnSpPr>
          <p:nvPr/>
        </p:nvCxnSpPr>
        <p:spPr>
          <a:xfrm flipH="1">
            <a:off x="2240913" y="3996300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23953A75-66AE-4EDA-ABBC-661D10AFF5AF}"/>
              </a:ext>
            </a:extLst>
          </p:cNvPr>
          <p:cNvCxnSpPr>
            <a:cxnSpLocks/>
          </p:cNvCxnSpPr>
          <p:nvPr/>
        </p:nvCxnSpPr>
        <p:spPr>
          <a:xfrm flipH="1">
            <a:off x="2671416" y="3984188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79FFF5F-843E-429F-8A31-187EE4C5CA79}"/>
              </a:ext>
            </a:extLst>
          </p:cNvPr>
          <p:cNvCxnSpPr>
            <a:cxnSpLocks/>
          </p:cNvCxnSpPr>
          <p:nvPr/>
        </p:nvCxnSpPr>
        <p:spPr>
          <a:xfrm flipH="1">
            <a:off x="2238062" y="4004193"/>
            <a:ext cx="433355" cy="56202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9C7CD10-B855-42C3-8855-D8889C4831FD}"/>
              </a:ext>
            </a:extLst>
          </p:cNvPr>
          <p:cNvCxnSpPr>
            <a:cxnSpLocks/>
          </p:cNvCxnSpPr>
          <p:nvPr/>
        </p:nvCxnSpPr>
        <p:spPr>
          <a:xfrm>
            <a:off x="2242338" y="4011205"/>
            <a:ext cx="433355" cy="54990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6F2DA61-DBE6-4393-9499-E4C4025A6480}"/>
              </a:ext>
            </a:extLst>
          </p:cNvPr>
          <p:cNvCxnSpPr>
            <a:cxnSpLocks/>
          </p:cNvCxnSpPr>
          <p:nvPr/>
        </p:nvCxnSpPr>
        <p:spPr>
          <a:xfrm flipH="1">
            <a:off x="3026106" y="4004906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55EE0E58-4D83-41BA-8618-263377C9F611}"/>
              </a:ext>
            </a:extLst>
          </p:cNvPr>
          <p:cNvCxnSpPr>
            <a:cxnSpLocks/>
          </p:cNvCxnSpPr>
          <p:nvPr/>
        </p:nvCxnSpPr>
        <p:spPr>
          <a:xfrm flipH="1">
            <a:off x="3456609" y="3992794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E5F71648-518C-4209-BAD2-97F90867D282}"/>
              </a:ext>
            </a:extLst>
          </p:cNvPr>
          <p:cNvCxnSpPr>
            <a:cxnSpLocks/>
          </p:cNvCxnSpPr>
          <p:nvPr/>
        </p:nvCxnSpPr>
        <p:spPr>
          <a:xfrm flipH="1">
            <a:off x="3023255" y="4012799"/>
            <a:ext cx="433355" cy="56202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BDE82BF-CB58-418B-8EC5-35C14B3BB247}"/>
              </a:ext>
            </a:extLst>
          </p:cNvPr>
          <p:cNvCxnSpPr>
            <a:cxnSpLocks/>
          </p:cNvCxnSpPr>
          <p:nvPr/>
        </p:nvCxnSpPr>
        <p:spPr>
          <a:xfrm>
            <a:off x="3027531" y="4019811"/>
            <a:ext cx="433355" cy="54990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6A84A78-44AD-4973-8185-CEAC03952FA5}"/>
              </a:ext>
            </a:extLst>
          </p:cNvPr>
          <p:cNvCxnSpPr>
            <a:cxnSpLocks/>
          </p:cNvCxnSpPr>
          <p:nvPr/>
        </p:nvCxnSpPr>
        <p:spPr>
          <a:xfrm flipH="1">
            <a:off x="3847195" y="3996300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51E5C658-AD30-4FA5-86AE-0E934E400803}"/>
              </a:ext>
            </a:extLst>
          </p:cNvPr>
          <p:cNvCxnSpPr>
            <a:cxnSpLocks/>
          </p:cNvCxnSpPr>
          <p:nvPr/>
        </p:nvCxnSpPr>
        <p:spPr>
          <a:xfrm flipH="1">
            <a:off x="4277698" y="3984188"/>
            <a:ext cx="2851" cy="5648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FF7ABF6-C033-49D0-82DE-136766CBF98B}"/>
              </a:ext>
            </a:extLst>
          </p:cNvPr>
          <p:cNvCxnSpPr>
            <a:cxnSpLocks/>
          </p:cNvCxnSpPr>
          <p:nvPr/>
        </p:nvCxnSpPr>
        <p:spPr>
          <a:xfrm flipH="1">
            <a:off x="3844344" y="4004193"/>
            <a:ext cx="433355" cy="56202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3F501296-2C97-4A38-AB15-E261D7F612DD}"/>
              </a:ext>
            </a:extLst>
          </p:cNvPr>
          <p:cNvCxnSpPr>
            <a:cxnSpLocks/>
          </p:cNvCxnSpPr>
          <p:nvPr/>
        </p:nvCxnSpPr>
        <p:spPr>
          <a:xfrm>
            <a:off x="3848620" y="4011205"/>
            <a:ext cx="433355" cy="54990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4B677FE-3ADB-4F12-92E9-9FEA42A29747}"/>
              </a:ext>
            </a:extLst>
          </p:cNvPr>
          <p:cNvSpPr txBox="1"/>
          <p:nvPr/>
        </p:nvSpPr>
        <p:spPr>
          <a:xfrm>
            <a:off x="4329243" y="3054050"/>
            <a:ext cx="885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W4_0*2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W4_1*2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E894BD9-E7BD-4438-9246-3F4D21AEDA02}"/>
              </a:ext>
            </a:extLst>
          </p:cNvPr>
          <p:cNvSpPr txBox="1"/>
          <p:nvPr/>
        </p:nvSpPr>
        <p:spPr>
          <a:xfrm>
            <a:off x="4420197" y="3869704"/>
            <a:ext cx="10368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W8_0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W8_2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W8_1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W8_3 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C00B28B-6BA1-457C-9EE1-324ECD0A269A}"/>
              </a:ext>
            </a:extLst>
          </p:cNvPr>
          <p:cNvSpPr txBox="1"/>
          <p:nvPr/>
        </p:nvSpPr>
        <p:spPr>
          <a:xfrm>
            <a:off x="7977457" y="508124"/>
            <a:ext cx="225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Cooley-</a:t>
            </a:r>
            <a:r>
              <a:rPr lang="en-US" dirty="0" err="1"/>
              <a:t>tukey</a:t>
            </a:r>
            <a:r>
              <a:rPr lang="en-US" dirty="0"/>
              <a:t> (8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graphicFrame>
        <p:nvGraphicFramePr>
          <p:cNvPr id="116" name="Table 115">
            <a:extLst>
              <a:ext uri="{FF2B5EF4-FFF2-40B4-BE49-F238E27FC236}">
                <a16:creationId xmlns:a16="http://schemas.microsoft.com/office/drawing/2014/main" id="{6D68A46F-F015-4BEF-AAE8-8EE34C9F7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584896"/>
              </p:ext>
            </p:extLst>
          </p:nvPr>
        </p:nvGraphicFramePr>
        <p:xfrm>
          <a:off x="7026480" y="851132"/>
          <a:ext cx="318899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62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39862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44338CA-8B84-4C93-BF58-549A39DD972E}"/>
              </a:ext>
            </a:extLst>
          </p:cNvPr>
          <p:cNvCxnSpPr>
            <a:cxnSpLocks/>
          </p:cNvCxnSpPr>
          <p:nvPr/>
        </p:nvCxnSpPr>
        <p:spPr>
          <a:xfrm>
            <a:off x="8622818" y="1303016"/>
            <a:ext cx="0" cy="27793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6EDCAF8E-3E82-48B1-88D2-762644B16199}"/>
              </a:ext>
            </a:extLst>
          </p:cNvPr>
          <p:cNvSpPr txBox="1"/>
          <p:nvPr/>
        </p:nvSpPr>
        <p:spPr>
          <a:xfrm>
            <a:off x="8826477" y="1249589"/>
            <a:ext cx="179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Bit-reverse</a:t>
            </a:r>
            <a:endParaRPr lang="en-US" dirty="0"/>
          </a:p>
        </p:txBody>
      </p:sp>
      <p:graphicFrame>
        <p:nvGraphicFramePr>
          <p:cNvPr id="119" name="Table 118">
            <a:extLst>
              <a:ext uri="{FF2B5EF4-FFF2-40B4-BE49-F238E27FC236}">
                <a16:creationId xmlns:a16="http://schemas.microsoft.com/office/drawing/2014/main" id="{A07BE130-A97A-4E5F-8648-6B8A4D1A0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323130"/>
              </p:ext>
            </p:extLst>
          </p:nvPr>
        </p:nvGraphicFramePr>
        <p:xfrm>
          <a:off x="1271184" y="5287037"/>
          <a:ext cx="319754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693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399693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6FEBE7DE-DBCF-4AB5-BC43-A3C45E22B43B}"/>
              </a:ext>
            </a:extLst>
          </p:cNvPr>
          <p:cNvCxnSpPr>
            <a:cxnSpLocks/>
          </p:cNvCxnSpPr>
          <p:nvPr/>
        </p:nvCxnSpPr>
        <p:spPr>
          <a:xfrm>
            <a:off x="2869956" y="4987531"/>
            <a:ext cx="0" cy="27793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49B5D49E-858B-4481-AABB-31348D283D39}"/>
              </a:ext>
            </a:extLst>
          </p:cNvPr>
          <p:cNvSpPr txBox="1"/>
          <p:nvPr/>
        </p:nvSpPr>
        <p:spPr>
          <a:xfrm>
            <a:off x="2992161" y="4987531"/>
            <a:ext cx="179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Bit-reverse</a:t>
            </a:r>
            <a:endParaRPr lang="en-US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DB54D3D-F92F-413E-9F64-2248F4610167}"/>
              </a:ext>
            </a:extLst>
          </p:cNvPr>
          <p:cNvSpPr txBox="1"/>
          <p:nvPr/>
        </p:nvSpPr>
        <p:spPr>
          <a:xfrm>
            <a:off x="1721626" y="1216565"/>
            <a:ext cx="2368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Cooley-</a:t>
            </a:r>
            <a:r>
              <a:rPr lang="en-US" dirty="0" err="1"/>
              <a:t>tukey</a:t>
            </a:r>
            <a:r>
              <a:rPr lang="en-US" dirty="0"/>
              <a:t>-r (8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740EEC6-3027-43AE-AFDC-2186401E8A2B}"/>
              </a:ext>
            </a:extLst>
          </p:cNvPr>
          <p:cNvSpPr txBox="1"/>
          <p:nvPr/>
        </p:nvSpPr>
        <p:spPr>
          <a:xfrm>
            <a:off x="2854215" y="138792"/>
            <a:ext cx="171778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butterfly</a:t>
            </a:r>
          </a:p>
        </p:txBody>
      </p:sp>
    </p:spTree>
    <p:extLst>
      <p:ext uri="{BB962C8B-B14F-4D97-AF65-F5344CB8AC3E}">
        <p14:creationId xmlns:p14="http://schemas.microsoft.com/office/powerpoint/2010/main" val="3403270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114539-58E3-46AB-AD89-E0DF4508DA5A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appendix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DC34DD-3F08-4722-907D-CC15762C2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403890"/>
              </p:ext>
            </p:extLst>
          </p:nvPr>
        </p:nvGraphicFramePr>
        <p:xfrm>
          <a:off x="386436" y="1099028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26B37F-4042-4033-B6F2-EA5C2773A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38302"/>
              </p:ext>
            </p:extLst>
          </p:nvPr>
        </p:nvGraphicFramePr>
        <p:xfrm>
          <a:off x="386436" y="2052339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ACFBA2-639B-4877-9770-F8F4D75F0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332154"/>
              </p:ext>
            </p:extLst>
          </p:nvPr>
        </p:nvGraphicFramePr>
        <p:xfrm>
          <a:off x="386436" y="3026552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D22EFA0-0985-4344-A7FA-F8A3CA49A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595435"/>
              </p:ext>
            </p:extLst>
          </p:nvPr>
        </p:nvGraphicFramePr>
        <p:xfrm>
          <a:off x="386436" y="4000765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994A57-4794-455E-A394-AE3652CF5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965266"/>
              </p:ext>
            </p:extLst>
          </p:nvPr>
        </p:nvGraphicFramePr>
        <p:xfrm>
          <a:off x="386436" y="4974978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E1AEBAE-5130-41B8-A52A-67E10A9DD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624235"/>
              </p:ext>
            </p:extLst>
          </p:nvPr>
        </p:nvGraphicFramePr>
        <p:xfrm>
          <a:off x="6353936" y="1099028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F2A39E1-D7D2-4992-9E27-8275542E7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15574"/>
              </p:ext>
            </p:extLst>
          </p:nvPr>
        </p:nvGraphicFramePr>
        <p:xfrm>
          <a:off x="6353936" y="2052339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D6D5AE8-198F-4FD0-A81C-4D68F175BD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748905"/>
              </p:ext>
            </p:extLst>
          </p:nvPr>
        </p:nvGraphicFramePr>
        <p:xfrm>
          <a:off x="6353936" y="3005650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53D9445-698F-44A4-8A04-B7271E6DB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435226"/>
              </p:ext>
            </p:extLst>
          </p:nvPr>
        </p:nvGraphicFramePr>
        <p:xfrm>
          <a:off x="6353936" y="4000765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BA4D5AF-62A1-4B70-9AAD-322A710D0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563034"/>
              </p:ext>
            </p:extLst>
          </p:nvPr>
        </p:nvGraphicFramePr>
        <p:xfrm>
          <a:off x="6353936" y="4974978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46268E-B645-404D-8834-B9377FCC45A4}"/>
              </a:ext>
            </a:extLst>
          </p:cNvPr>
          <p:cNvCxnSpPr>
            <a:cxnSpLocks/>
          </p:cNvCxnSpPr>
          <p:nvPr/>
        </p:nvCxnSpPr>
        <p:spPr>
          <a:xfrm flipH="1">
            <a:off x="6479051" y="135244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A9AC303-E59E-4F1F-A3E3-128EE951C2C7}"/>
              </a:ext>
            </a:extLst>
          </p:cNvPr>
          <p:cNvCxnSpPr>
            <a:cxnSpLocks/>
          </p:cNvCxnSpPr>
          <p:nvPr/>
        </p:nvCxnSpPr>
        <p:spPr>
          <a:xfrm flipH="1">
            <a:off x="6770881" y="135244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77478B1-8E46-46D2-92B6-17F52905D1AE}"/>
              </a:ext>
            </a:extLst>
          </p:cNvPr>
          <p:cNvCxnSpPr>
            <a:cxnSpLocks/>
          </p:cNvCxnSpPr>
          <p:nvPr/>
        </p:nvCxnSpPr>
        <p:spPr>
          <a:xfrm flipH="1">
            <a:off x="7052042" y="135244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CB685A-2582-4A15-AE0F-2AE5E237FC27}"/>
              </a:ext>
            </a:extLst>
          </p:cNvPr>
          <p:cNvCxnSpPr>
            <a:cxnSpLocks/>
          </p:cNvCxnSpPr>
          <p:nvPr/>
        </p:nvCxnSpPr>
        <p:spPr>
          <a:xfrm flipH="1">
            <a:off x="7324058" y="135070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617B9C9-7789-4244-8788-E6AB9D3756E2}"/>
              </a:ext>
            </a:extLst>
          </p:cNvPr>
          <p:cNvCxnSpPr>
            <a:cxnSpLocks/>
          </p:cNvCxnSpPr>
          <p:nvPr/>
        </p:nvCxnSpPr>
        <p:spPr>
          <a:xfrm flipH="1">
            <a:off x="7609792" y="134025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505C728-3EC1-46D2-93A2-A09699451706}"/>
              </a:ext>
            </a:extLst>
          </p:cNvPr>
          <p:cNvCxnSpPr>
            <a:cxnSpLocks/>
          </p:cNvCxnSpPr>
          <p:nvPr/>
        </p:nvCxnSpPr>
        <p:spPr>
          <a:xfrm flipH="1">
            <a:off x="7901622" y="134025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9F561A2-C05D-480A-883A-A8E165D35D71}"/>
              </a:ext>
            </a:extLst>
          </p:cNvPr>
          <p:cNvCxnSpPr>
            <a:cxnSpLocks/>
          </p:cNvCxnSpPr>
          <p:nvPr/>
        </p:nvCxnSpPr>
        <p:spPr>
          <a:xfrm flipH="1">
            <a:off x="8175163" y="134025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72A5E4F-B477-4C3C-80D2-31F608338B4B}"/>
              </a:ext>
            </a:extLst>
          </p:cNvPr>
          <p:cNvCxnSpPr>
            <a:cxnSpLocks/>
          </p:cNvCxnSpPr>
          <p:nvPr/>
        </p:nvCxnSpPr>
        <p:spPr>
          <a:xfrm flipH="1">
            <a:off x="8448703" y="135070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2791D1-9141-40DC-8DF5-1EC15C7F4F00}"/>
              </a:ext>
            </a:extLst>
          </p:cNvPr>
          <p:cNvCxnSpPr>
            <a:cxnSpLocks/>
          </p:cNvCxnSpPr>
          <p:nvPr/>
        </p:nvCxnSpPr>
        <p:spPr>
          <a:xfrm flipH="1">
            <a:off x="8740532" y="135331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14AF6F-E4D2-4559-93F4-07C76FEE9623}"/>
              </a:ext>
            </a:extLst>
          </p:cNvPr>
          <p:cNvCxnSpPr>
            <a:cxnSpLocks/>
          </p:cNvCxnSpPr>
          <p:nvPr/>
        </p:nvCxnSpPr>
        <p:spPr>
          <a:xfrm flipH="1">
            <a:off x="9032362" y="135331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CE4B622-A100-48EB-8EAC-DF762AE9EDFA}"/>
              </a:ext>
            </a:extLst>
          </p:cNvPr>
          <p:cNvCxnSpPr>
            <a:cxnSpLocks/>
          </p:cNvCxnSpPr>
          <p:nvPr/>
        </p:nvCxnSpPr>
        <p:spPr>
          <a:xfrm flipH="1">
            <a:off x="9305903" y="135331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31B8326-D58F-4D4C-9482-752053BDCDDB}"/>
              </a:ext>
            </a:extLst>
          </p:cNvPr>
          <p:cNvCxnSpPr>
            <a:cxnSpLocks/>
          </p:cNvCxnSpPr>
          <p:nvPr/>
        </p:nvCxnSpPr>
        <p:spPr>
          <a:xfrm flipH="1">
            <a:off x="9585539" y="135157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EFBF0F9-A4A4-4796-BF88-ADB3DFFDC53F}"/>
              </a:ext>
            </a:extLst>
          </p:cNvPr>
          <p:cNvCxnSpPr>
            <a:cxnSpLocks/>
          </p:cNvCxnSpPr>
          <p:nvPr/>
        </p:nvCxnSpPr>
        <p:spPr>
          <a:xfrm flipH="1">
            <a:off x="9871273" y="134112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5BD406F-996B-41FF-B55E-E1C7FB9FF992}"/>
              </a:ext>
            </a:extLst>
          </p:cNvPr>
          <p:cNvCxnSpPr>
            <a:cxnSpLocks/>
          </p:cNvCxnSpPr>
          <p:nvPr/>
        </p:nvCxnSpPr>
        <p:spPr>
          <a:xfrm flipH="1">
            <a:off x="10163103" y="134112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FF5D445-518E-4480-A7B7-B9E9383D1B51}"/>
              </a:ext>
            </a:extLst>
          </p:cNvPr>
          <p:cNvCxnSpPr>
            <a:cxnSpLocks/>
          </p:cNvCxnSpPr>
          <p:nvPr/>
        </p:nvCxnSpPr>
        <p:spPr>
          <a:xfrm flipH="1">
            <a:off x="10436644" y="134112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DE9F26-F53C-41EF-973E-16CE46CA1509}"/>
              </a:ext>
            </a:extLst>
          </p:cNvPr>
          <p:cNvCxnSpPr>
            <a:cxnSpLocks/>
          </p:cNvCxnSpPr>
          <p:nvPr/>
        </p:nvCxnSpPr>
        <p:spPr>
          <a:xfrm flipH="1">
            <a:off x="10710184" y="133938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A5D60D9-84B8-4B19-BAE1-8925E705CCA1}"/>
              </a:ext>
            </a:extLst>
          </p:cNvPr>
          <p:cNvCxnSpPr>
            <a:cxnSpLocks/>
          </p:cNvCxnSpPr>
          <p:nvPr/>
        </p:nvCxnSpPr>
        <p:spPr>
          <a:xfrm flipH="1">
            <a:off x="6472954" y="1361156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1E6667A-CAB9-4C24-B99A-2159CA1E2712}"/>
              </a:ext>
            </a:extLst>
          </p:cNvPr>
          <p:cNvCxnSpPr>
            <a:cxnSpLocks/>
          </p:cNvCxnSpPr>
          <p:nvPr/>
        </p:nvCxnSpPr>
        <p:spPr>
          <a:xfrm>
            <a:off x="6479051" y="1357238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F018ECE-5D22-4A45-98E2-D3BC715A4DA9}"/>
              </a:ext>
            </a:extLst>
          </p:cNvPr>
          <p:cNvCxnSpPr>
            <a:cxnSpLocks/>
          </p:cNvCxnSpPr>
          <p:nvPr/>
        </p:nvCxnSpPr>
        <p:spPr>
          <a:xfrm>
            <a:off x="7042180" y="1359502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A232703-63B0-436A-921E-5D2D7E854CE0}"/>
              </a:ext>
            </a:extLst>
          </p:cNvPr>
          <p:cNvCxnSpPr>
            <a:cxnSpLocks/>
          </p:cNvCxnSpPr>
          <p:nvPr/>
        </p:nvCxnSpPr>
        <p:spPr>
          <a:xfrm>
            <a:off x="7611314" y="1366164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6315E35-A619-434D-AB54-D955F443453E}"/>
              </a:ext>
            </a:extLst>
          </p:cNvPr>
          <p:cNvCxnSpPr>
            <a:cxnSpLocks/>
          </p:cNvCxnSpPr>
          <p:nvPr/>
        </p:nvCxnSpPr>
        <p:spPr>
          <a:xfrm>
            <a:off x="8178006" y="1365161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5337C97-1A59-4DE4-B255-C18AA31D71DB}"/>
              </a:ext>
            </a:extLst>
          </p:cNvPr>
          <p:cNvCxnSpPr>
            <a:cxnSpLocks/>
          </p:cNvCxnSpPr>
          <p:nvPr/>
        </p:nvCxnSpPr>
        <p:spPr>
          <a:xfrm>
            <a:off x="8741954" y="1365931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BFC3809-3F84-4C8A-A86C-CA6FFE809FC4}"/>
              </a:ext>
            </a:extLst>
          </p:cNvPr>
          <p:cNvCxnSpPr>
            <a:cxnSpLocks/>
          </p:cNvCxnSpPr>
          <p:nvPr/>
        </p:nvCxnSpPr>
        <p:spPr>
          <a:xfrm>
            <a:off x="9303093" y="1365452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9A3BE88-1542-4FED-90EA-07983DAD4BC5}"/>
              </a:ext>
            </a:extLst>
          </p:cNvPr>
          <p:cNvCxnSpPr>
            <a:cxnSpLocks/>
          </p:cNvCxnSpPr>
          <p:nvPr/>
        </p:nvCxnSpPr>
        <p:spPr>
          <a:xfrm>
            <a:off x="9874320" y="1353317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66CDD5E-D80C-4FAF-846B-87A6074A6224}"/>
              </a:ext>
            </a:extLst>
          </p:cNvPr>
          <p:cNvCxnSpPr>
            <a:cxnSpLocks/>
          </p:cNvCxnSpPr>
          <p:nvPr/>
        </p:nvCxnSpPr>
        <p:spPr>
          <a:xfrm>
            <a:off x="10432921" y="1355132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16ACD71-F357-4471-9F53-D9EA98FDEC21}"/>
              </a:ext>
            </a:extLst>
          </p:cNvPr>
          <p:cNvCxnSpPr>
            <a:cxnSpLocks/>
          </p:cNvCxnSpPr>
          <p:nvPr/>
        </p:nvCxnSpPr>
        <p:spPr>
          <a:xfrm flipH="1">
            <a:off x="7026394" y="1362376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75AD0EB-EF71-4105-9C77-D37E0000818D}"/>
              </a:ext>
            </a:extLst>
          </p:cNvPr>
          <p:cNvCxnSpPr>
            <a:cxnSpLocks/>
          </p:cNvCxnSpPr>
          <p:nvPr/>
        </p:nvCxnSpPr>
        <p:spPr>
          <a:xfrm flipH="1">
            <a:off x="7591001" y="1369079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6DAF802-5C12-4A4F-AC43-0A4DC2368760}"/>
              </a:ext>
            </a:extLst>
          </p:cNvPr>
          <p:cNvCxnSpPr>
            <a:cxnSpLocks/>
          </p:cNvCxnSpPr>
          <p:nvPr/>
        </p:nvCxnSpPr>
        <p:spPr>
          <a:xfrm flipH="1">
            <a:off x="8157034" y="1366860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8C25883-B3A3-4734-8B0C-95FF4D034681}"/>
              </a:ext>
            </a:extLst>
          </p:cNvPr>
          <p:cNvCxnSpPr>
            <a:cxnSpLocks/>
          </p:cNvCxnSpPr>
          <p:nvPr/>
        </p:nvCxnSpPr>
        <p:spPr>
          <a:xfrm flipH="1">
            <a:off x="8731043" y="1360939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D3ED0C3-DD9A-42EA-B5F1-A4CC283E03F1}"/>
              </a:ext>
            </a:extLst>
          </p:cNvPr>
          <p:cNvCxnSpPr>
            <a:cxnSpLocks/>
          </p:cNvCxnSpPr>
          <p:nvPr/>
        </p:nvCxnSpPr>
        <p:spPr>
          <a:xfrm flipH="1">
            <a:off x="9279279" y="1361592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05FAA6C-F21A-481D-8EBE-B0C9DBEB62EC}"/>
              </a:ext>
            </a:extLst>
          </p:cNvPr>
          <p:cNvCxnSpPr>
            <a:cxnSpLocks/>
          </p:cNvCxnSpPr>
          <p:nvPr/>
        </p:nvCxnSpPr>
        <p:spPr>
          <a:xfrm flipH="1">
            <a:off x="9865651" y="1357238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27576CB-7038-426B-83AB-092F7BAF2D99}"/>
              </a:ext>
            </a:extLst>
          </p:cNvPr>
          <p:cNvCxnSpPr>
            <a:cxnSpLocks/>
          </p:cNvCxnSpPr>
          <p:nvPr/>
        </p:nvCxnSpPr>
        <p:spPr>
          <a:xfrm flipH="1">
            <a:off x="10423778" y="1361634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A630772-61AF-4165-A408-E04DE7624EEF}"/>
              </a:ext>
            </a:extLst>
          </p:cNvPr>
          <p:cNvCxnSpPr>
            <a:cxnSpLocks/>
          </p:cNvCxnSpPr>
          <p:nvPr/>
        </p:nvCxnSpPr>
        <p:spPr>
          <a:xfrm flipH="1">
            <a:off x="6495669" y="230633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DCF7224-0E39-4448-AAED-246DAF05F8C9}"/>
              </a:ext>
            </a:extLst>
          </p:cNvPr>
          <p:cNvCxnSpPr>
            <a:cxnSpLocks/>
          </p:cNvCxnSpPr>
          <p:nvPr/>
        </p:nvCxnSpPr>
        <p:spPr>
          <a:xfrm flipH="1">
            <a:off x="6787499" y="230633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B5BC4EB-A6DC-461E-9E93-DCB3864CE62A}"/>
              </a:ext>
            </a:extLst>
          </p:cNvPr>
          <p:cNvCxnSpPr>
            <a:cxnSpLocks/>
          </p:cNvCxnSpPr>
          <p:nvPr/>
        </p:nvCxnSpPr>
        <p:spPr>
          <a:xfrm flipH="1">
            <a:off x="7340676" y="230459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022EDD9-ED38-4FB3-86B3-708C74BF4BC9}"/>
              </a:ext>
            </a:extLst>
          </p:cNvPr>
          <p:cNvCxnSpPr>
            <a:cxnSpLocks/>
          </p:cNvCxnSpPr>
          <p:nvPr/>
        </p:nvCxnSpPr>
        <p:spPr>
          <a:xfrm flipH="1">
            <a:off x="7918240" y="229414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A8D5311-E51C-4D27-B660-ADCEB2ABBF3F}"/>
              </a:ext>
            </a:extLst>
          </p:cNvPr>
          <p:cNvCxnSpPr>
            <a:cxnSpLocks/>
          </p:cNvCxnSpPr>
          <p:nvPr/>
        </p:nvCxnSpPr>
        <p:spPr>
          <a:xfrm flipH="1">
            <a:off x="8191781" y="229414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071C513-FDE9-4FC5-8FF0-189177935E56}"/>
              </a:ext>
            </a:extLst>
          </p:cNvPr>
          <p:cNvCxnSpPr>
            <a:cxnSpLocks/>
          </p:cNvCxnSpPr>
          <p:nvPr/>
        </p:nvCxnSpPr>
        <p:spPr>
          <a:xfrm flipH="1">
            <a:off x="8465321" y="230459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00CD096-D847-41D7-88C3-BB37629AECBA}"/>
              </a:ext>
            </a:extLst>
          </p:cNvPr>
          <p:cNvCxnSpPr>
            <a:cxnSpLocks/>
          </p:cNvCxnSpPr>
          <p:nvPr/>
        </p:nvCxnSpPr>
        <p:spPr>
          <a:xfrm flipH="1">
            <a:off x="8757150" y="230721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7824BBA-B8B4-43A8-BA8B-850307E88356}"/>
              </a:ext>
            </a:extLst>
          </p:cNvPr>
          <p:cNvCxnSpPr>
            <a:cxnSpLocks/>
          </p:cNvCxnSpPr>
          <p:nvPr/>
        </p:nvCxnSpPr>
        <p:spPr>
          <a:xfrm flipH="1">
            <a:off x="9048980" y="230721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1AA60B9-1EF4-4B55-BA85-52EA7542D105}"/>
              </a:ext>
            </a:extLst>
          </p:cNvPr>
          <p:cNvCxnSpPr>
            <a:cxnSpLocks/>
          </p:cNvCxnSpPr>
          <p:nvPr/>
        </p:nvCxnSpPr>
        <p:spPr>
          <a:xfrm flipH="1">
            <a:off x="9322521" y="230721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E5CE318-2358-4F8F-8DD7-DBA9F70C4C4E}"/>
              </a:ext>
            </a:extLst>
          </p:cNvPr>
          <p:cNvCxnSpPr>
            <a:cxnSpLocks/>
          </p:cNvCxnSpPr>
          <p:nvPr/>
        </p:nvCxnSpPr>
        <p:spPr>
          <a:xfrm flipH="1">
            <a:off x="9602157" y="230546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85F6D10-5590-408D-A096-3AC777B651CE}"/>
              </a:ext>
            </a:extLst>
          </p:cNvPr>
          <p:cNvCxnSpPr>
            <a:cxnSpLocks/>
          </p:cNvCxnSpPr>
          <p:nvPr/>
        </p:nvCxnSpPr>
        <p:spPr>
          <a:xfrm flipH="1">
            <a:off x="9887891" y="229501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8A77E19-5755-42AA-B0EE-5F33D2C4106A}"/>
              </a:ext>
            </a:extLst>
          </p:cNvPr>
          <p:cNvCxnSpPr>
            <a:cxnSpLocks/>
          </p:cNvCxnSpPr>
          <p:nvPr/>
        </p:nvCxnSpPr>
        <p:spPr>
          <a:xfrm flipH="1">
            <a:off x="10179721" y="229501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0D111BE-7E96-4B64-A504-31FA88A09203}"/>
              </a:ext>
            </a:extLst>
          </p:cNvPr>
          <p:cNvCxnSpPr>
            <a:cxnSpLocks/>
          </p:cNvCxnSpPr>
          <p:nvPr/>
        </p:nvCxnSpPr>
        <p:spPr>
          <a:xfrm flipH="1">
            <a:off x="10453262" y="229501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41E146D-A90C-42EE-88C7-D5585258FE7A}"/>
              </a:ext>
            </a:extLst>
          </p:cNvPr>
          <p:cNvCxnSpPr>
            <a:cxnSpLocks/>
          </p:cNvCxnSpPr>
          <p:nvPr/>
        </p:nvCxnSpPr>
        <p:spPr>
          <a:xfrm flipH="1">
            <a:off x="10726802" y="229327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41D5C35-7E97-4DCB-A137-CDDC89BF956F}"/>
              </a:ext>
            </a:extLst>
          </p:cNvPr>
          <p:cNvCxnSpPr>
            <a:cxnSpLocks/>
          </p:cNvCxnSpPr>
          <p:nvPr/>
        </p:nvCxnSpPr>
        <p:spPr>
          <a:xfrm flipH="1">
            <a:off x="6495669" y="328868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F1517DE-FEB8-4B0E-BEF0-8E9F3BBFCF25}"/>
              </a:ext>
            </a:extLst>
          </p:cNvPr>
          <p:cNvCxnSpPr>
            <a:cxnSpLocks/>
          </p:cNvCxnSpPr>
          <p:nvPr/>
        </p:nvCxnSpPr>
        <p:spPr>
          <a:xfrm flipH="1">
            <a:off x="6787499" y="328868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599EFB1-9EDA-4889-A2F4-0E88A511764C}"/>
              </a:ext>
            </a:extLst>
          </p:cNvPr>
          <p:cNvCxnSpPr>
            <a:cxnSpLocks/>
          </p:cNvCxnSpPr>
          <p:nvPr/>
        </p:nvCxnSpPr>
        <p:spPr>
          <a:xfrm flipH="1">
            <a:off x="7340676" y="328693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0179808-58D9-4E2F-97D0-E44E134B48BD}"/>
              </a:ext>
            </a:extLst>
          </p:cNvPr>
          <p:cNvCxnSpPr>
            <a:cxnSpLocks/>
          </p:cNvCxnSpPr>
          <p:nvPr/>
        </p:nvCxnSpPr>
        <p:spPr>
          <a:xfrm flipH="1">
            <a:off x="7918240" y="327648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97F4DA2-11CB-4484-9DE9-F901C1E0F02A}"/>
              </a:ext>
            </a:extLst>
          </p:cNvPr>
          <p:cNvCxnSpPr>
            <a:cxnSpLocks/>
          </p:cNvCxnSpPr>
          <p:nvPr/>
        </p:nvCxnSpPr>
        <p:spPr>
          <a:xfrm flipH="1">
            <a:off x="8191781" y="327648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1CD6F40-D5B3-46E6-A606-2337EF15C4BE}"/>
              </a:ext>
            </a:extLst>
          </p:cNvPr>
          <p:cNvCxnSpPr>
            <a:cxnSpLocks/>
          </p:cNvCxnSpPr>
          <p:nvPr/>
        </p:nvCxnSpPr>
        <p:spPr>
          <a:xfrm flipH="1">
            <a:off x="8465321" y="328693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F42C4DD-9F9B-4DF2-996F-46365DBF10C5}"/>
              </a:ext>
            </a:extLst>
          </p:cNvPr>
          <p:cNvCxnSpPr>
            <a:cxnSpLocks/>
          </p:cNvCxnSpPr>
          <p:nvPr/>
        </p:nvCxnSpPr>
        <p:spPr>
          <a:xfrm flipH="1">
            <a:off x="8757150" y="328955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04A9D6C-91F2-4B55-8281-98BFDFCFFEB1}"/>
              </a:ext>
            </a:extLst>
          </p:cNvPr>
          <p:cNvCxnSpPr>
            <a:cxnSpLocks/>
          </p:cNvCxnSpPr>
          <p:nvPr/>
        </p:nvCxnSpPr>
        <p:spPr>
          <a:xfrm flipH="1">
            <a:off x="9048980" y="328955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DCBCE94-311D-4237-A48E-65CEF920F228}"/>
              </a:ext>
            </a:extLst>
          </p:cNvPr>
          <p:cNvCxnSpPr>
            <a:cxnSpLocks/>
          </p:cNvCxnSpPr>
          <p:nvPr/>
        </p:nvCxnSpPr>
        <p:spPr>
          <a:xfrm flipH="1">
            <a:off x="9322521" y="328955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039B8FB-9723-4EDF-890C-C11FF84FB7E7}"/>
              </a:ext>
            </a:extLst>
          </p:cNvPr>
          <p:cNvCxnSpPr>
            <a:cxnSpLocks/>
          </p:cNvCxnSpPr>
          <p:nvPr/>
        </p:nvCxnSpPr>
        <p:spPr>
          <a:xfrm flipH="1">
            <a:off x="9602157" y="328781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855AFF7-5C4E-4CA2-9244-09AE1E0E20F9}"/>
              </a:ext>
            </a:extLst>
          </p:cNvPr>
          <p:cNvCxnSpPr>
            <a:cxnSpLocks/>
          </p:cNvCxnSpPr>
          <p:nvPr/>
        </p:nvCxnSpPr>
        <p:spPr>
          <a:xfrm flipH="1">
            <a:off x="9887891" y="327735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E2A4605-006B-47B2-803A-04256F6BD313}"/>
              </a:ext>
            </a:extLst>
          </p:cNvPr>
          <p:cNvCxnSpPr>
            <a:cxnSpLocks/>
          </p:cNvCxnSpPr>
          <p:nvPr/>
        </p:nvCxnSpPr>
        <p:spPr>
          <a:xfrm flipH="1">
            <a:off x="10179721" y="327735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FC1851C-3023-4E35-BA5C-A4176E1945FF}"/>
              </a:ext>
            </a:extLst>
          </p:cNvPr>
          <p:cNvCxnSpPr>
            <a:cxnSpLocks/>
          </p:cNvCxnSpPr>
          <p:nvPr/>
        </p:nvCxnSpPr>
        <p:spPr>
          <a:xfrm flipH="1">
            <a:off x="10453262" y="327735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D7A6151-0F99-40F7-96EE-361EB5BD4AF8}"/>
              </a:ext>
            </a:extLst>
          </p:cNvPr>
          <p:cNvCxnSpPr>
            <a:cxnSpLocks/>
          </p:cNvCxnSpPr>
          <p:nvPr/>
        </p:nvCxnSpPr>
        <p:spPr>
          <a:xfrm flipH="1">
            <a:off x="10726802" y="327561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0425C03-8F95-4FF4-8F37-B87BDA2A18DF}"/>
              </a:ext>
            </a:extLst>
          </p:cNvPr>
          <p:cNvCxnSpPr>
            <a:cxnSpLocks/>
          </p:cNvCxnSpPr>
          <p:nvPr/>
        </p:nvCxnSpPr>
        <p:spPr>
          <a:xfrm flipH="1">
            <a:off x="6503143" y="427421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CB2C203-C4E0-4B1A-8F06-D99C0677F0DC}"/>
              </a:ext>
            </a:extLst>
          </p:cNvPr>
          <p:cNvCxnSpPr>
            <a:cxnSpLocks/>
          </p:cNvCxnSpPr>
          <p:nvPr/>
        </p:nvCxnSpPr>
        <p:spPr>
          <a:xfrm flipH="1">
            <a:off x="6794973" y="427421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D4ADEF7-A925-4F4B-AF79-0C812A06A2DD}"/>
              </a:ext>
            </a:extLst>
          </p:cNvPr>
          <p:cNvCxnSpPr>
            <a:cxnSpLocks/>
          </p:cNvCxnSpPr>
          <p:nvPr/>
        </p:nvCxnSpPr>
        <p:spPr>
          <a:xfrm flipH="1">
            <a:off x="7348150" y="427247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3CA559A-597A-44CD-A858-1AED94BEE870}"/>
              </a:ext>
            </a:extLst>
          </p:cNvPr>
          <p:cNvCxnSpPr>
            <a:cxnSpLocks/>
          </p:cNvCxnSpPr>
          <p:nvPr/>
        </p:nvCxnSpPr>
        <p:spPr>
          <a:xfrm flipH="1">
            <a:off x="7925714" y="426202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AA1FC9D-3D7E-48BD-8624-B386E8D63002}"/>
              </a:ext>
            </a:extLst>
          </p:cNvPr>
          <p:cNvCxnSpPr>
            <a:cxnSpLocks/>
          </p:cNvCxnSpPr>
          <p:nvPr/>
        </p:nvCxnSpPr>
        <p:spPr>
          <a:xfrm flipH="1">
            <a:off x="8199255" y="426202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CF7FF50-17FF-4CBC-A83D-6D441E20BAF7}"/>
              </a:ext>
            </a:extLst>
          </p:cNvPr>
          <p:cNvCxnSpPr>
            <a:cxnSpLocks/>
          </p:cNvCxnSpPr>
          <p:nvPr/>
        </p:nvCxnSpPr>
        <p:spPr>
          <a:xfrm flipH="1">
            <a:off x="8472795" y="427247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9C40067-5D80-4257-A559-09FC51711D59}"/>
              </a:ext>
            </a:extLst>
          </p:cNvPr>
          <p:cNvCxnSpPr>
            <a:cxnSpLocks/>
          </p:cNvCxnSpPr>
          <p:nvPr/>
        </p:nvCxnSpPr>
        <p:spPr>
          <a:xfrm flipH="1">
            <a:off x="8764624" y="427508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4FCFB1E-BCD2-4840-BEFF-C05F7EA77EC3}"/>
              </a:ext>
            </a:extLst>
          </p:cNvPr>
          <p:cNvCxnSpPr>
            <a:cxnSpLocks/>
          </p:cNvCxnSpPr>
          <p:nvPr/>
        </p:nvCxnSpPr>
        <p:spPr>
          <a:xfrm flipH="1">
            <a:off x="9056454" y="427508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B23347A-D1EA-47A3-B5AB-5FD98270AA85}"/>
              </a:ext>
            </a:extLst>
          </p:cNvPr>
          <p:cNvCxnSpPr>
            <a:cxnSpLocks/>
          </p:cNvCxnSpPr>
          <p:nvPr/>
        </p:nvCxnSpPr>
        <p:spPr>
          <a:xfrm flipH="1">
            <a:off x="9329995" y="427508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BDED28F-4A42-424A-91DE-74A55304ADC9}"/>
              </a:ext>
            </a:extLst>
          </p:cNvPr>
          <p:cNvCxnSpPr>
            <a:cxnSpLocks/>
          </p:cNvCxnSpPr>
          <p:nvPr/>
        </p:nvCxnSpPr>
        <p:spPr>
          <a:xfrm flipH="1">
            <a:off x="9609631" y="427334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68DA5A8-5AE5-4255-BC8B-C6C870CEAF6B}"/>
              </a:ext>
            </a:extLst>
          </p:cNvPr>
          <p:cNvCxnSpPr>
            <a:cxnSpLocks/>
          </p:cNvCxnSpPr>
          <p:nvPr/>
        </p:nvCxnSpPr>
        <p:spPr>
          <a:xfrm flipH="1">
            <a:off x="9895365" y="426289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396DE052-15C1-4588-988B-5046EBD5B512}"/>
              </a:ext>
            </a:extLst>
          </p:cNvPr>
          <p:cNvCxnSpPr>
            <a:cxnSpLocks/>
          </p:cNvCxnSpPr>
          <p:nvPr/>
        </p:nvCxnSpPr>
        <p:spPr>
          <a:xfrm flipH="1">
            <a:off x="10187195" y="426289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13A9505-1074-4A99-91A4-C0596E8D6B56}"/>
              </a:ext>
            </a:extLst>
          </p:cNvPr>
          <p:cNvCxnSpPr>
            <a:cxnSpLocks/>
          </p:cNvCxnSpPr>
          <p:nvPr/>
        </p:nvCxnSpPr>
        <p:spPr>
          <a:xfrm flipH="1">
            <a:off x="10460736" y="426289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D567FA9-36A0-4CC6-A115-FA42F046EEB1}"/>
              </a:ext>
            </a:extLst>
          </p:cNvPr>
          <p:cNvCxnSpPr>
            <a:cxnSpLocks/>
          </p:cNvCxnSpPr>
          <p:nvPr/>
        </p:nvCxnSpPr>
        <p:spPr>
          <a:xfrm flipH="1">
            <a:off x="10734276" y="426115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BBC1D7B-B4DE-4157-BE6B-31FE41AB9997}"/>
              </a:ext>
            </a:extLst>
          </p:cNvPr>
          <p:cNvCxnSpPr>
            <a:cxnSpLocks/>
          </p:cNvCxnSpPr>
          <p:nvPr/>
        </p:nvCxnSpPr>
        <p:spPr>
          <a:xfrm flipH="1">
            <a:off x="7053209" y="231054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D14C611-BE2B-4D08-957D-6D59FC0BF624}"/>
              </a:ext>
            </a:extLst>
          </p:cNvPr>
          <p:cNvCxnSpPr>
            <a:cxnSpLocks/>
          </p:cNvCxnSpPr>
          <p:nvPr/>
        </p:nvCxnSpPr>
        <p:spPr>
          <a:xfrm flipH="1">
            <a:off x="7610959" y="229835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7655A086-6835-4896-8D59-71240515BF2D}"/>
              </a:ext>
            </a:extLst>
          </p:cNvPr>
          <p:cNvCxnSpPr>
            <a:cxnSpLocks/>
          </p:cNvCxnSpPr>
          <p:nvPr/>
        </p:nvCxnSpPr>
        <p:spPr>
          <a:xfrm flipH="1">
            <a:off x="7053929" y="328693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4C24E32-A2D0-4274-80E1-438F9ACBBA4E}"/>
              </a:ext>
            </a:extLst>
          </p:cNvPr>
          <p:cNvCxnSpPr>
            <a:cxnSpLocks/>
          </p:cNvCxnSpPr>
          <p:nvPr/>
        </p:nvCxnSpPr>
        <p:spPr>
          <a:xfrm flipH="1">
            <a:off x="7611679" y="327474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1FD9294-98BC-4A11-9CEB-AC848D3AA6A6}"/>
              </a:ext>
            </a:extLst>
          </p:cNvPr>
          <p:cNvCxnSpPr>
            <a:cxnSpLocks/>
          </p:cNvCxnSpPr>
          <p:nvPr/>
        </p:nvCxnSpPr>
        <p:spPr>
          <a:xfrm flipH="1">
            <a:off x="7050223" y="426941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654E0BA0-8FC7-4553-A9E7-CA54DC7F7A4D}"/>
              </a:ext>
            </a:extLst>
          </p:cNvPr>
          <p:cNvCxnSpPr>
            <a:cxnSpLocks/>
          </p:cNvCxnSpPr>
          <p:nvPr/>
        </p:nvCxnSpPr>
        <p:spPr>
          <a:xfrm flipH="1">
            <a:off x="7607973" y="425722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E8DB2D4-7533-4A96-B5D5-874EEE39E23B}"/>
              </a:ext>
            </a:extLst>
          </p:cNvPr>
          <p:cNvCxnSpPr>
            <a:cxnSpLocks/>
          </p:cNvCxnSpPr>
          <p:nvPr/>
        </p:nvCxnSpPr>
        <p:spPr>
          <a:xfrm>
            <a:off x="6500346" y="2321217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54DACCB-C4E9-4B4F-8474-721490C4510A}"/>
              </a:ext>
            </a:extLst>
          </p:cNvPr>
          <p:cNvCxnSpPr>
            <a:cxnSpLocks/>
          </p:cNvCxnSpPr>
          <p:nvPr/>
        </p:nvCxnSpPr>
        <p:spPr>
          <a:xfrm>
            <a:off x="6789207" y="2321217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86C31A1-102A-4CD2-BA95-F49DF5929D1B}"/>
              </a:ext>
            </a:extLst>
          </p:cNvPr>
          <p:cNvCxnSpPr>
            <a:cxnSpLocks/>
          </p:cNvCxnSpPr>
          <p:nvPr/>
        </p:nvCxnSpPr>
        <p:spPr>
          <a:xfrm>
            <a:off x="7628039" y="2323177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EAC89A1-5AD8-48CB-B3BE-25295CEE16E1}"/>
              </a:ext>
            </a:extLst>
          </p:cNvPr>
          <p:cNvCxnSpPr>
            <a:cxnSpLocks/>
          </p:cNvCxnSpPr>
          <p:nvPr/>
        </p:nvCxnSpPr>
        <p:spPr>
          <a:xfrm>
            <a:off x="7916900" y="2323177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AF482A0-731B-4BF1-80CC-3CD703D277F1}"/>
              </a:ext>
            </a:extLst>
          </p:cNvPr>
          <p:cNvCxnSpPr>
            <a:cxnSpLocks/>
          </p:cNvCxnSpPr>
          <p:nvPr/>
        </p:nvCxnSpPr>
        <p:spPr>
          <a:xfrm>
            <a:off x="8771128" y="2323912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590DD3E1-F844-456B-8AB5-5A41F4AC8436}"/>
              </a:ext>
            </a:extLst>
          </p:cNvPr>
          <p:cNvCxnSpPr>
            <a:cxnSpLocks/>
          </p:cNvCxnSpPr>
          <p:nvPr/>
        </p:nvCxnSpPr>
        <p:spPr>
          <a:xfrm>
            <a:off x="9059989" y="2323912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EDDDDAE3-0E2B-4708-ABF1-6BB6D3CD4819}"/>
              </a:ext>
            </a:extLst>
          </p:cNvPr>
          <p:cNvCxnSpPr>
            <a:cxnSpLocks/>
          </p:cNvCxnSpPr>
          <p:nvPr/>
        </p:nvCxnSpPr>
        <p:spPr>
          <a:xfrm>
            <a:off x="9906139" y="2322382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B3D5282-8286-4C76-8727-C0E58D310D53}"/>
              </a:ext>
            </a:extLst>
          </p:cNvPr>
          <p:cNvCxnSpPr>
            <a:cxnSpLocks/>
          </p:cNvCxnSpPr>
          <p:nvPr/>
        </p:nvCxnSpPr>
        <p:spPr>
          <a:xfrm>
            <a:off x="10195000" y="2322382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9F15434D-FD9C-4924-BDEF-86D6D7037B10}"/>
              </a:ext>
            </a:extLst>
          </p:cNvPr>
          <p:cNvCxnSpPr>
            <a:cxnSpLocks/>
          </p:cNvCxnSpPr>
          <p:nvPr/>
        </p:nvCxnSpPr>
        <p:spPr>
          <a:xfrm flipH="1">
            <a:off x="6493409" y="2320134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B6AFC8B-5C39-4585-9B22-F309F08E8F7C}"/>
              </a:ext>
            </a:extLst>
          </p:cNvPr>
          <p:cNvCxnSpPr>
            <a:cxnSpLocks/>
          </p:cNvCxnSpPr>
          <p:nvPr/>
        </p:nvCxnSpPr>
        <p:spPr>
          <a:xfrm flipH="1">
            <a:off x="6788084" y="2316208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4BD670A-B84F-471D-9623-4DC2ECE9AFE8}"/>
              </a:ext>
            </a:extLst>
          </p:cNvPr>
          <p:cNvCxnSpPr>
            <a:cxnSpLocks/>
          </p:cNvCxnSpPr>
          <p:nvPr/>
        </p:nvCxnSpPr>
        <p:spPr>
          <a:xfrm flipH="1">
            <a:off x="7615621" y="2317430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4E79BFC-58E3-4017-9FD5-54B6B8DBCAF5}"/>
              </a:ext>
            </a:extLst>
          </p:cNvPr>
          <p:cNvCxnSpPr>
            <a:cxnSpLocks/>
          </p:cNvCxnSpPr>
          <p:nvPr/>
        </p:nvCxnSpPr>
        <p:spPr>
          <a:xfrm flipH="1">
            <a:off x="7910296" y="2313504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E4F56E7-8821-4CDD-B986-3F2B4B0AFB04}"/>
              </a:ext>
            </a:extLst>
          </p:cNvPr>
          <p:cNvCxnSpPr>
            <a:cxnSpLocks/>
          </p:cNvCxnSpPr>
          <p:nvPr/>
        </p:nvCxnSpPr>
        <p:spPr>
          <a:xfrm flipH="1">
            <a:off x="8753011" y="2320037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94436C5-6B5C-4DDA-BDEF-43440237A7D7}"/>
              </a:ext>
            </a:extLst>
          </p:cNvPr>
          <p:cNvCxnSpPr>
            <a:cxnSpLocks/>
          </p:cNvCxnSpPr>
          <p:nvPr/>
        </p:nvCxnSpPr>
        <p:spPr>
          <a:xfrm flipH="1">
            <a:off x="9047686" y="2316111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EBD52ECC-DDED-4ADC-8DCC-B71F04EFB4DF}"/>
              </a:ext>
            </a:extLst>
          </p:cNvPr>
          <p:cNvCxnSpPr>
            <a:cxnSpLocks/>
          </p:cNvCxnSpPr>
          <p:nvPr/>
        </p:nvCxnSpPr>
        <p:spPr>
          <a:xfrm flipH="1">
            <a:off x="9892727" y="2320037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8A4E0F3-142F-4A6E-94CE-532D9460AAF8}"/>
              </a:ext>
            </a:extLst>
          </p:cNvPr>
          <p:cNvCxnSpPr>
            <a:cxnSpLocks/>
          </p:cNvCxnSpPr>
          <p:nvPr/>
        </p:nvCxnSpPr>
        <p:spPr>
          <a:xfrm flipH="1">
            <a:off x="10187402" y="2316111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839069C-75C4-47A6-9955-A56B84F2A588}"/>
              </a:ext>
            </a:extLst>
          </p:cNvPr>
          <p:cNvCxnSpPr>
            <a:cxnSpLocks/>
          </p:cNvCxnSpPr>
          <p:nvPr/>
        </p:nvCxnSpPr>
        <p:spPr>
          <a:xfrm>
            <a:off x="6498008" y="3282155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0DD8D689-033D-4FB8-A44D-872DEC8DD35F}"/>
              </a:ext>
            </a:extLst>
          </p:cNvPr>
          <p:cNvCxnSpPr>
            <a:cxnSpLocks/>
          </p:cNvCxnSpPr>
          <p:nvPr/>
        </p:nvCxnSpPr>
        <p:spPr>
          <a:xfrm>
            <a:off x="6808127" y="3288680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C10D65CD-C997-46AD-89EB-AE4CFEF26940}"/>
              </a:ext>
            </a:extLst>
          </p:cNvPr>
          <p:cNvCxnSpPr>
            <a:cxnSpLocks/>
          </p:cNvCxnSpPr>
          <p:nvPr/>
        </p:nvCxnSpPr>
        <p:spPr>
          <a:xfrm>
            <a:off x="7058955" y="3288680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B629F17-9B11-4EA9-90E3-67C7B65F3EDD}"/>
              </a:ext>
            </a:extLst>
          </p:cNvPr>
          <p:cNvCxnSpPr>
            <a:cxnSpLocks/>
          </p:cNvCxnSpPr>
          <p:nvPr/>
        </p:nvCxnSpPr>
        <p:spPr>
          <a:xfrm>
            <a:off x="7347436" y="3286939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9D03E11D-15FF-4E76-8B83-AE0620F3C169}"/>
              </a:ext>
            </a:extLst>
          </p:cNvPr>
          <p:cNvCxnSpPr>
            <a:cxnSpLocks/>
          </p:cNvCxnSpPr>
          <p:nvPr/>
        </p:nvCxnSpPr>
        <p:spPr>
          <a:xfrm>
            <a:off x="8763909" y="3290620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1621F1B-800C-424E-9AB9-4F8F6581BB59}"/>
              </a:ext>
            </a:extLst>
          </p:cNvPr>
          <p:cNvCxnSpPr>
            <a:cxnSpLocks/>
          </p:cNvCxnSpPr>
          <p:nvPr/>
        </p:nvCxnSpPr>
        <p:spPr>
          <a:xfrm>
            <a:off x="9074028" y="3297145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D621A16F-C20A-4BF5-8C17-41C257F35773}"/>
              </a:ext>
            </a:extLst>
          </p:cNvPr>
          <p:cNvCxnSpPr>
            <a:cxnSpLocks/>
          </p:cNvCxnSpPr>
          <p:nvPr/>
        </p:nvCxnSpPr>
        <p:spPr>
          <a:xfrm>
            <a:off x="9324856" y="3297145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5FE5715-6F96-442B-8B62-E1747C34BB72}"/>
              </a:ext>
            </a:extLst>
          </p:cNvPr>
          <p:cNvCxnSpPr>
            <a:cxnSpLocks/>
          </p:cNvCxnSpPr>
          <p:nvPr/>
        </p:nvCxnSpPr>
        <p:spPr>
          <a:xfrm>
            <a:off x="9613337" y="3295404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8A48FE59-0D75-4F81-A958-6F569905DFAC}"/>
              </a:ext>
            </a:extLst>
          </p:cNvPr>
          <p:cNvCxnSpPr>
            <a:cxnSpLocks/>
          </p:cNvCxnSpPr>
          <p:nvPr/>
        </p:nvCxnSpPr>
        <p:spPr>
          <a:xfrm flipH="1">
            <a:off x="6497050" y="3278229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79BEDDD4-2375-4DA6-8FE6-4198C7209371}"/>
              </a:ext>
            </a:extLst>
          </p:cNvPr>
          <p:cNvCxnSpPr>
            <a:cxnSpLocks/>
          </p:cNvCxnSpPr>
          <p:nvPr/>
        </p:nvCxnSpPr>
        <p:spPr>
          <a:xfrm flipH="1">
            <a:off x="6788578" y="3278229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C209275E-071B-466C-8C97-CB0DE5F75FAF}"/>
              </a:ext>
            </a:extLst>
          </p:cNvPr>
          <p:cNvCxnSpPr>
            <a:cxnSpLocks/>
          </p:cNvCxnSpPr>
          <p:nvPr/>
        </p:nvCxnSpPr>
        <p:spPr>
          <a:xfrm flipH="1">
            <a:off x="7059701" y="3278013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2BE1934F-A699-4EE9-8674-0B92DF418E36}"/>
              </a:ext>
            </a:extLst>
          </p:cNvPr>
          <p:cNvCxnSpPr>
            <a:cxnSpLocks/>
          </p:cNvCxnSpPr>
          <p:nvPr/>
        </p:nvCxnSpPr>
        <p:spPr>
          <a:xfrm flipH="1">
            <a:off x="7332712" y="3273225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52EEA9DE-5A60-4B81-8C79-B8341F173AA0}"/>
              </a:ext>
            </a:extLst>
          </p:cNvPr>
          <p:cNvCxnSpPr>
            <a:cxnSpLocks/>
          </p:cNvCxnSpPr>
          <p:nvPr/>
        </p:nvCxnSpPr>
        <p:spPr>
          <a:xfrm flipH="1">
            <a:off x="8763909" y="3282155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5C3A7E9A-820A-4898-81A2-AE19F7DD4A62}"/>
              </a:ext>
            </a:extLst>
          </p:cNvPr>
          <p:cNvCxnSpPr>
            <a:cxnSpLocks/>
          </p:cNvCxnSpPr>
          <p:nvPr/>
        </p:nvCxnSpPr>
        <p:spPr>
          <a:xfrm flipH="1">
            <a:off x="9055437" y="3282155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67E20D0C-7FFD-4A30-869A-4D9C1C8C7CF7}"/>
              </a:ext>
            </a:extLst>
          </p:cNvPr>
          <p:cNvCxnSpPr>
            <a:cxnSpLocks/>
          </p:cNvCxnSpPr>
          <p:nvPr/>
        </p:nvCxnSpPr>
        <p:spPr>
          <a:xfrm flipH="1">
            <a:off x="9326560" y="3281939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75B2AD4-9959-4AE1-8049-035A86BD8061}"/>
              </a:ext>
            </a:extLst>
          </p:cNvPr>
          <p:cNvCxnSpPr>
            <a:cxnSpLocks/>
          </p:cNvCxnSpPr>
          <p:nvPr/>
        </p:nvCxnSpPr>
        <p:spPr>
          <a:xfrm flipH="1">
            <a:off x="9599571" y="3277151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C9ABC1F1-F194-4359-BCC2-2DE33F5D91E0}"/>
              </a:ext>
            </a:extLst>
          </p:cNvPr>
          <p:cNvCxnSpPr>
            <a:cxnSpLocks/>
          </p:cNvCxnSpPr>
          <p:nvPr/>
        </p:nvCxnSpPr>
        <p:spPr>
          <a:xfrm flipH="1">
            <a:off x="6493409" y="4275955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248E47C-6B5F-4D79-9DFB-2CFD01C70BEB}"/>
              </a:ext>
            </a:extLst>
          </p:cNvPr>
          <p:cNvCxnSpPr>
            <a:cxnSpLocks/>
          </p:cNvCxnSpPr>
          <p:nvPr/>
        </p:nvCxnSpPr>
        <p:spPr>
          <a:xfrm flipH="1">
            <a:off x="6802298" y="4269418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A89D8660-4237-4E0E-99B5-A5891BF1D554}"/>
              </a:ext>
            </a:extLst>
          </p:cNvPr>
          <p:cNvCxnSpPr>
            <a:cxnSpLocks/>
          </p:cNvCxnSpPr>
          <p:nvPr/>
        </p:nvCxnSpPr>
        <p:spPr>
          <a:xfrm flipH="1">
            <a:off x="7057309" y="4269418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76E76CDD-092E-491E-8911-41FC08B2BCF6}"/>
              </a:ext>
            </a:extLst>
          </p:cNvPr>
          <p:cNvCxnSpPr>
            <a:cxnSpLocks/>
          </p:cNvCxnSpPr>
          <p:nvPr/>
        </p:nvCxnSpPr>
        <p:spPr>
          <a:xfrm flipH="1">
            <a:off x="7355357" y="4275955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B1F858B8-AE80-406D-8C61-3A2BCA68BB03}"/>
              </a:ext>
            </a:extLst>
          </p:cNvPr>
          <p:cNvCxnSpPr>
            <a:cxnSpLocks/>
          </p:cNvCxnSpPr>
          <p:nvPr/>
        </p:nvCxnSpPr>
        <p:spPr>
          <a:xfrm flipH="1">
            <a:off x="7620675" y="4268128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120CB957-2FB3-4C53-B42D-09CC0B17C506}"/>
              </a:ext>
            </a:extLst>
          </p:cNvPr>
          <p:cNvCxnSpPr>
            <a:cxnSpLocks/>
          </p:cNvCxnSpPr>
          <p:nvPr/>
        </p:nvCxnSpPr>
        <p:spPr>
          <a:xfrm flipH="1">
            <a:off x="7929564" y="4261591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044EB9BA-C378-4937-ACC9-6EB99331CB15}"/>
              </a:ext>
            </a:extLst>
          </p:cNvPr>
          <p:cNvCxnSpPr>
            <a:cxnSpLocks/>
          </p:cNvCxnSpPr>
          <p:nvPr/>
        </p:nvCxnSpPr>
        <p:spPr>
          <a:xfrm flipH="1">
            <a:off x="8184575" y="4261591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1293305B-5F64-43FF-8B88-612D47C978F1}"/>
              </a:ext>
            </a:extLst>
          </p:cNvPr>
          <p:cNvCxnSpPr>
            <a:cxnSpLocks/>
          </p:cNvCxnSpPr>
          <p:nvPr/>
        </p:nvCxnSpPr>
        <p:spPr>
          <a:xfrm flipH="1">
            <a:off x="8482623" y="4268128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00B05B6A-8DAE-48DB-B224-AA5CCCA98B14}"/>
              </a:ext>
            </a:extLst>
          </p:cNvPr>
          <p:cNvCxnSpPr>
            <a:cxnSpLocks/>
          </p:cNvCxnSpPr>
          <p:nvPr/>
        </p:nvCxnSpPr>
        <p:spPr>
          <a:xfrm>
            <a:off x="6506993" y="4275085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1D56FEF6-2F3B-415E-9371-3A78574CF0CF}"/>
              </a:ext>
            </a:extLst>
          </p:cNvPr>
          <p:cNvCxnSpPr>
            <a:cxnSpLocks/>
          </p:cNvCxnSpPr>
          <p:nvPr/>
        </p:nvCxnSpPr>
        <p:spPr>
          <a:xfrm>
            <a:off x="6800894" y="4275085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DD9DC56C-902F-4093-800A-42FF878D61B1}"/>
              </a:ext>
            </a:extLst>
          </p:cNvPr>
          <p:cNvCxnSpPr>
            <a:cxnSpLocks/>
          </p:cNvCxnSpPr>
          <p:nvPr/>
        </p:nvCxnSpPr>
        <p:spPr>
          <a:xfrm>
            <a:off x="7055919" y="4275084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DEE41DCC-D34C-4192-AC2B-BEB6C3CF71AA}"/>
              </a:ext>
            </a:extLst>
          </p:cNvPr>
          <p:cNvCxnSpPr>
            <a:cxnSpLocks/>
          </p:cNvCxnSpPr>
          <p:nvPr/>
        </p:nvCxnSpPr>
        <p:spPr>
          <a:xfrm>
            <a:off x="7360530" y="4275083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B87CADC9-7AAA-4903-BB61-126FF3C8D7AA}"/>
              </a:ext>
            </a:extLst>
          </p:cNvPr>
          <p:cNvCxnSpPr>
            <a:cxnSpLocks/>
          </p:cNvCxnSpPr>
          <p:nvPr/>
        </p:nvCxnSpPr>
        <p:spPr>
          <a:xfrm>
            <a:off x="7607833" y="4268175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991BBC1A-2D7A-4145-ACE3-AFCA40BACBFA}"/>
              </a:ext>
            </a:extLst>
          </p:cNvPr>
          <p:cNvCxnSpPr>
            <a:cxnSpLocks/>
          </p:cNvCxnSpPr>
          <p:nvPr/>
        </p:nvCxnSpPr>
        <p:spPr>
          <a:xfrm>
            <a:off x="7901734" y="4268175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EFE30C1A-3A98-4A8F-9FB7-637182C5A38D}"/>
              </a:ext>
            </a:extLst>
          </p:cNvPr>
          <p:cNvCxnSpPr>
            <a:cxnSpLocks/>
          </p:cNvCxnSpPr>
          <p:nvPr/>
        </p:nvCxnSpPr>
        <p:spPr>
          <a:xfrm>
            <a:off x="8156759" y="4268174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69FDAF4-F3B5-4329-86B0-85C544B7F207}"/>
              </a:ext>
            </a:extLst>
          </p:cNvPr>
          <p:cNvCxnSpPr>
            <a:cxnSpLocks/>
          </p:cNvCxnSpPr>
          <p:nvPr/>
        </p:nvCxnSpPr>
        <p:spPr>
          <a:xfrm>
            <a:off x="8461370" y="4268173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46A5D075-1441-4526-B61A-9DDA73BA0AB9}"/>
              </a:ext>
            </a:extLst>
          </p:cNvPr>
          <p:cNvCxnSpPr>
            <a:cxnSpLocks/>
          </p:cNvCxnSpPr>
          <p:nvPr/>
        </p:nvCxnSpPr>
        <p:spPr>
          <a:xfrm flipH="1">
            <a:off x="484547" y="135637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0E41763D-1389-4607-802D-9E8E56847426}"/>
              </a:ext>
            </a:extLst>
          </p:cNvPr>
          <p:cNvCxnSpPr>
            <a:cxnSpLocks/>
          </p:cNvCxnSpPr>
          <p:nvPr/>
        </p:nvCxnSpPr>
        <p:spPr>
          <a:xfrm flipH="1">
            <a:off x="776377" y="135637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A783140B-B770-4EC8-A4B1-9F416E812D0A}"/>
              </a:ext>
            </a:extLst>
          </p:cNvPr>
          <p:cNvCxnSpPr>
            <a:cxnSpLocks/>
          </p:cNvCxnSpPr>
          <p:nvPr/>
        </p:nvCxnSpPr>
        <p:spPr>
          <a:xfrm flipH="1">
            <a:off x="1329554" y="135463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CCA63BD7-F8F0-4400-922C-0B826506EDB6}"/>
              </a:ext>
            </a:extLst>
          </p:cNvPr>
          <p:cNvCxnSpPr>
            <a:cxnSpLocks/>
          </p:cNvCxnSpPr>
          <p:nvPr/>
        </p:nvCxnSpPr>
        <p:spPr>
          <a:xfrm flipH="1">
            <a:off x="1907118" y="134418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3A987978-68E7-481B-BD4A-E7E70F28D0D5}"/>
              </a:ext>
            </a:extLst>
          </p:cNvPr>
          <p:cNvCxnSpPr>
            <a:cxnSpLocks/>
          </p:cNvCxnSpPr>
          <p:nvPr/>
        </p:nvCxnSpPr>
        <p:spPr>
          <a:xfrm flipH="1">
            <a:off x="2180659" y="134418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E0D81E5C-9530-45CC-8B35-1681DC099971}"/>
              </a:ext>
            </a:extLst>
          </p:cNvPr>
          <p:cNvCxnSpPr>
            <a:cxnSpLocks/>
          </p:cNvCxnSpPr>
          <p:nvPr/>
        </p:nvCxnSpPr>
        <p:spPr>
          <a:xfrm flipH="1">
            <a:off x="2454199" y="135463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5249A177-E6FE-4EC4-9912-C17A78FC4954}"/>
              </a:ext>
            </a:extLst>
          </p:cNvPr>
          <p:cNvCxnSpPr>
            <a:cxnSpLocks/>
          </p:cNvCxnSpPr>
          <p:nvPr/>
        </p:nvCxnSpPr>
        <p:spPr>
          <a:xfrm flipH="1">
            <a:off x="2746028" y="135724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2D527EF1-72DE-4D0D-84EF-97C47C0ADB9D}"/>
              </a:ext>
            </a:extLst>
          </p:cNvPr>
          <p:cNvCxnSpPr>
            <a:cxnSpLocks/>
          </p:cNvCxnSpPr>
          <p:nvPr/>
        </p:nvCxnSpPr>
        <p:spPr>
          <a:xfrm flipH="1">
            <a:off x="3037858" y="135724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D7B4E084-A978-44A0-B442-2045926AD5FB}"/>
              </a:ext>
            </a:extLst>
          </p:cNvPr>
          <p:cNvCxnSpPr>
            <a:cxnSpLocks/>
          </p:cNvCxnSpPr>
          <p:nvPr/>
        </p:nvCxnSpPr>
        <p:spPr>
          <a:xfrm flipH="1">
            <a:off x="3311399" y="135724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3CA8C9E2-D3DF-4DD4-8320-E3FD82BDA55E}"/>
              </a:ext>
            </a:extLst>
          </p:cNvPr>
          <p:cNvCxnSpPr>
            <a:cxnSpLocks/>
          </p:cNvCxnSpPr>
          <p:nvPr/>
        </p:nvCxnSpPr>
        <p:spPr>
          <a:xfrm flipH="1">
            <a:off x="3591035" y="135550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D19F3E0D-0E7D-453F-98B8-A9C0CF08DC1A}"/>
              </a:ext>
            </a:extLst>
          </p:cNvPr>
          <p:cNvCxnSpPr>
            <a:cxnSpLocks/>
          </p:cNvCxnSpPr>
          <p:nvPr/>
        </p:nvCxnSpPr>
        <p:spPr>
          <a:xfrm flipH="1">
            <a:off x="3876769" y="134505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5BAEB81E-5209-49AB-9852-3075C991C791}"/>
              </a:ext>
            </a:extLst>
          </p:cNvPr>
          <p:cNvCxnSpPr>
            <a:cxnSpLocks/>
          </p:cNvCxnSpPr>
          <p:nvPr/>
        </p:nvCxnSpPr>
        <p:spPr>
          <a:xfrm flipH="1">
            <a:off x="4168599" y="134505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DBBDDA2B-C8E9-4D26-B53D-A5DED0A5CFCC}"/>
              </a:ext>
            </a:extLst>
          </p:cNvPr>
          <p:cNvCxnSpPr>
            <a:cxnSpLocks/>
          </p:cNvCxnSpPr>
          <p:nvPr/>
        </p:nvCxnSpPr>
        <p:spPr>
          <a:xfrm flipH="1">
            <a:off x="4442140" y="134505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2CF5C12F-C388-429F-BCF4-DBB7483B95BB}"/>
              </a:ext>
            </a:extLst>
          </p:cNvPr>
          <p:cNvCxnSpPr>
            <a:cxnSpLocks/>
          </p:cNvCxnSpPr>
          <p:nvPr/>
        </p:nvCxnSpPr>
        <p:spPr>
          <a:xfrm flipH="1">
            <a:off x="4715680" y="134331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BD3D9874-EC23-4449-BB4F-E18D1E776AE2}"/>
              </a:ext>
            </a:extLst>
          </p:cNvPr>
          <p:cNvCxnSpPr>
            <a:cxnSpLocks/>
          </p:cNvCxnSpPr>
          <p:nvPr/>
        </p:nvCxnSpPr>
        <p:spPr>
          <a:xfrm flipH="1">
            <a:off x="1031627" y="135157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A713871C-A711-4D7A-98E0-71EDBAF03FF5}"/>
              </a:ext>
            </a:extLst>
          </p:cNvPr>
          <p:cNvCxnSpPr>
            <a:cxnSpLocks/>
          </p:cNvCxnSpPr>
          <p:nvPr/>
        </p:nvCxnSpPr>
        <p:spPr>
          <a:xfrm flipH="1">
            <a:off x="1589377" y="133938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0650DB20-AC17-40F3-AB3F-290E661A3DBD}"/>
              </a:ext>
            </a:extLst>
          </p:cNvPr>
          <p:cNvCxnSpPr>
            <a:cxnSpLocks/>
          </p:cNvCxnSpPr>
          <p:nvPr/>
        </p:nvCxnSpPr>
        <p:spPr>
          <a:xfrm flipH="1">
            <a:off x="474813" y="1358113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62B3C8D0-198A-4112-A41A-12D9CF25F53E}"/>
              </a:ext>
            </a:extLst>
          </p:cNvPr>
          <p:cNvCxnSpPr>
            <a:cxnSpLocks/>
          </p:cNvCxnSpPr>
          <p:nvPr/>
        </p:nvCxnSpPr>
        <p:spPr>
          <a:xfrm flipH="1">
            <a:off x="783702" y="1351576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EA8BAE4B-E46A-4985-930D-A7E7855CC6B0}"/>
              </a:ext>
            </a:extLst>
          </p:cNvPr>
          <p:cNvCxnSpPr>
            <a:cxnSpLocks/>
          </p:cNvCxnSpPr>
          <p:nvPr/>
        </p:nvCxnSpPr>
        <p:spPr>
          <a:xfrm flipH="1">
            <a:off x="1038713" y="1351576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EFDED64F-D9B8-4985-B96C-8B67F77B9AAB}"/>
              </a:ext>
            </a:extLst>
          </p:cNvPr>
          <p:cNvCxnSpPr>
            <a:cxnSpLocks/>
          </p:cNvCxnSpPr>
          <p:nvPr/>
        </p:nvCxnSpPr>
        <p:spPr>
          <a:xfrm flipH="1">
            <a:off x="1336761" y="1358113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90EAE3CF-2BD7-4DCE-BDE9-438660FCE0F1}"/>
              </a:ext>
            </a:extLst>
          </p:cNvPr>
          <p:cNvCxnSpPr>
            <a:cxnSpLocks/>
          </p:cNvCxnSpPr>
          <p:nvPr/>
        </p:nvCxnSpPr>
        <p:spPr>
          <a:xfrm flipH="1">
            <a:off x="1602079" y="1350286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5FDA7A25-6AC6-44FA-8A00-5E5C59F66B98}"/>
              </a:ext>
            </a:extLst>
          </p:cNvPr>
          <p:cNvCxnSpPr>
            <a:cxnSpLocks/>
          </p:cNvCxnSpPr>
          <p:nvPr/>
        </p:nvCxnSpPr>
        <p:spPr>
          <a:xfrm flipH="1">
            <a:off x="1910968" y="1343749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5DCC6D2D-CE9A-4E68-861A-A78ABE493EB9}"/>
              </a:ext>
            </a:extLst>
          </p:cNvPr>
          <p:cNvCxnSpPr>
            <a:cxnSpLocks/>
          </p:cNvCxnSpPr>
          <p:nvPr/>
        </p:nvCxnSpPr>
        <p:spPr>
          <a:xfrm flipH="1">
            <a:off x="2165979" y="1343749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B20D3509-0672-4980-801E-EB1BCD73A2CB}"/>
              </a:ext>
            </a:extLst>
          </p:cNvPr>
          <p:cNvCxnSpPr>
            <a:cxnSpLocks/>
          </p:cNvCxnSpPr>
          <p:nvPr/>
        </p:nvCxnSpPr>
        <p:spPr>
          <a:xfrm flipH="1">
            <a:off x="2464027" y="1350286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480AD4D4-4810-463C-BDE5-97C21F343158}"/>
              </a:ext>
            </a:extLst>
          </p:cNvPr>
          <p:cNvCxnSpPr>
            <a:cxnSpLocks/>
          </p:cNvCxnSpPr>
          <p:nvPr/>
        </p:nvCxnSpPr>
        <p:spPr>
          <a:xfrm>
            <a:off x="488397" y="1357243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9D98511B-99BF-4BFB-9EC3-C9F5B6F82DA2}"/>
              </a:ext>
            </a:extLst>
          </p:cNvPr>
          <p:cNvCxnSpPr>
            <a:cxnSpLocks/>
          </p:cNvCxnSpPr>
          <p:nvPr/>
        </p:nvCxnSpPr>
        <p:spPr>
          <a:xfrm>
            <a:off x="782298" y="1357243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2579ADD8-0054-41DC-A706-6A0C216415DC}"/>
              </a:ext>
            </a:extLst>
          </p:cNvPr>
          <p:cNvCxnSpPr>
            <a:cxnSpLocks/>
          </p:cNvCxnSpPr>
          <p:nvPr/>
        </p:nvCxnSpPr>
        <p:spPr>
          <a:xfrm>
            <a:off x="1037323" y="1357242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774EB6D9-742F-4F88-B46F-E30C300BC8A4}"/>
              </a:ext>
            </a:extLst>
          </p:cNvPr>
          <p:cNvCxnSpPr>
            <a:cxnSpLocks/>
          </p:cNvCxnSpPr>
          <p:nvPr/>
        </p:nvCxnSpPr>
        <p:spPr>
          <a:xfrm>
            <a:off x="1341934" y="1357241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955D039E-6794-42D6-ADE0-D4427F9C638F}"/>
              </a:ext>
            </a:extLst>
          </p:cNvPr>
          <p:cNvCxnSpPr>
            <a:cxnSpLocks/>
          </p:cNvCxnSpPr>
          <p:nvPr/>
        </p:nvCxnSpPr>
        <p:spPr>
          <a:xfrm>
            <a:off x="1589237" y="1350333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D507BEA9-9958-4751-9866-6A1A2EDE7196}"/>
              </a:ext>
            </a:extLst>
          </p:cNvPr>
          <p:cNvCxnSpPr>
            <a:cxnSpLocks/>
          </p:cNvCxnSpPr>
          <p:nvPr/>
        </p:nvCxnSpPr>
        <p:spPr>
          <a:xfrm>
            <a:off x="1883138" y="1350333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53A36F93-3496-48B4-BE74-CE098FB969C0}"/>
              </a:ext>
            </a:extLst>
          </p:cNvPr>
          <p:cNvCxnSpPr>
            <a:cxnSpLocks/>
          </p:cNvCxnSpPr>
          <p:nvPr/>
        </p:nvCxnSpPr>
        <p:spPr>
          <a:xfrm>
            <a:off x="2138163" y="1350332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B1303ED1-63DD-4735-80F1-0A88F6C3CB69}"/>
              </a:ext>
            </a:extLst>
          </p:cNvPr>
          <p:cNvCxnSpPr>
            <a:cxnSpLocks/>
          </p:cNvCxnSpPr>
          <p:nvPr/>
        </p:nvCxnSpPr>
        <p:spPr>
          <a:xfrm>
            <a:off x="2442774" y="1350331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904281BD-C3F4-4ADE-8000-DB9715D2753B}"/>
              </a:ext>
            </a:extLst>
          </p:cNvPr>
          <p:cNvCxnSpPr>
            <a:cxnSpLocks/>
          </p:cNvCxnSpPr>
          <p:nvPr/>
        </p:nvCxnSpPr>
        <p:spPr>
          <a:xfrm flipH="1">
            <a:off x="493525" y="232580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4E26D614-935A-4D99-A994-C03BBF91D538}"/>
              </a:ext>
            </a:extLst>
          </p:cNvPr>
          <p:cNvCxnSpPr>
            <a:cxnSpLocks/>
          </p:cNvCxnSpPr>
          <p:nvPr/>
        </p:nvCxnSpPr>
        <p:spPr>
          <a:xfrm flipH="1">
            <a:off x="785355" y="232580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42C66FF0-81DE-4EF5-B6F6-C6357C2EAACC}"/>
              </a:ext>
            </a:extLst>
          </p:cNvPr>
          <p:cNvCxnSpPr>
            <a:cxnSpLocks/>
          </p:cNvCxnSpPr>
          <p:nvPr/>
        </p:nvCxnSpPr>
        <p:spPr>
          <a:xfrm flipH="1">
            <a:off x="1338532" y="232406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45F68FEB-1C88-43CD-A28A-6FCFD50F2386}"/>
              </a:ext>
            </a:extLst>
          </p:cNvPr>
          <p:cNvCxnSpPr>
            <a:cxnSpLocks/>
          </p:cNvCxnSpPr>
          <p:nvPr/>
        </p:nvCxnSpPr>
        <p:spPr>
          <a:xfrm flipH="1">
            <a:off x="1916096" y="231360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915F0946-6556-438D-84E3-2FCFEB0CCF3B}"/>
              </a:ext>
            </a:extLst>
          </p:cNvPr>
          <p:cNvCxnSpPr>
            <a:cxnSpLocks/>
          </p:cNvCxnSpPr>
          <p:nvPr/>
        </p:nvCxnSpPr>
        <p:spPr>
          <a:xfrm flipH="1">
            <a:off x="2189637" y="231360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30C1404A-B47A-43AF-AD67-9E512BC0EFE8}"/>
              </a:ext>
            </a:extLst>
          </p:cNvPr>
          <p:cNvCxnSpPr>
            <a:cxnSpLocks/>
          </p:cNvCxnSpPr>
          <p:nvPr/>
        </p:nvCxnSpPr>
        <p:spPr>
          <a:xfrm flipH="1">
            <a:off x="2463177" y="232406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8A30EFC2-27DD-424B-A9FA-FAF03345E244}"/>
              </a:ext>
            </a:extLst>
          </p:cNvPr>
          <p:cNvCxnSpPr>
            <a:cxnSpLocks/>
          </p:cNvCxnSpPr>
          <p:nvPr/>
        </p:nvCxnSpPr>
        <p:spPr>
          <a:xfrm flipH="1">
            <a:off x="2755006" y="232667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9339E87A-0651-4F60-9A80-4598D589D155}"/>
              </a:ext>
            </a:extLst>
          </p:cNvPr>
          <p:cNvCxnSpPr>
            <a:cxnSpLocks/>
          </p:cNvCxnSpPr>
          <p:nvPr/>
        </p:nvCxnSpPr>
        <p:spPr>
          <a:xfrm flipH="1">
            <a:off x="3046836" y="232667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5296C7EA-256D-41B1-9CFC-7CCE84BD5194}"/>
              </a:ext>
            </a:extLst>
          </p:cNvPr>
          <p:cNvCxnSpPr>
            <a:cxnSpLocks/>
          </p:cNvCxnSpPr>
          <p:nvPr/>
        </p:nvCxnSpPr>
        <p:spPr>
          <a:xfrm flipH="1">
            <a:off x="3320377" y="232667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BCC9F435-4BBA-4EE3-9750-79E9FD1DD416}"/>
              </a:ext>
            </a:extLst>
          </p:cNvPr>
          <p:cNvCxnSpPr>
            <a:cxnSpLocks/>
          </p:cNvCxnSpPr>
          <p:nvPr/>
        </p:nvCxnSpPr>
        <p:spPr>
          <a:xfrm flipH="1">
            <a:off x="3600013" y="232493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96A92D85-7106-42D5-9B44-6B1650FBB097}"/>
              </a:ext>
            </a:extLst>
          </p:cNvPr>
          <p:cNvCxnSpPr>
            <a:cxnSpLocks/>
          </p:cNvCxnSpPr>
          <p:nvPr/>
        </p:nvCxnSpPr>
        <p:spPr>
          <a:xfrm flipH="1">
            <a:off x="3885747" y="231448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5BB5483F-4668-4C7C-A518-7D204218046B}"/>
              </a:ext>
            </a:extLst>
          </p:cNvPr>
          <p:cNvCxnSpPr>
            <a:cxnSpLocks/>
          </p:cNvCxnSpPr>
          <p:nvPr/>
        </p:nvCxnSpPr>
        <p:spPr>
          <a:xfrm flipH="1">
            <a:off x="4177577" y="231448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D1016EA9-279D-4963-B181-4744C954F62C}"/>
              </a:ext>
            </a:extLst>
          </p:cNvPr>
          <p:cNvCxnSpPr>
            <a:cxnSpLocks/>
          </p:cNvCxnSpPr>
          <p:nvPr/>
        </p:nvCxnSpPr>
        <p:spPr>
          <a:xfrm flipH="1">
            <a:off x="4451118" y="231448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7BE223E8-91D3-45AC-9039-8E9E55DC5BFA}"/>
              </a:ext>
            </a:extLst>
          </p:cNvPr>
          <p:cNvCxnSpPr>
            <a:cxnSpLocks/>
          </p:cNvCxnSpPr>
          <p:nvPr/>
        </p:nvCxnSpPr>
        <p:spPr>
          <a:xfrm flipH="1">
            <a:off x="4724658" y="231273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4E727185-5835-46CA-BAB9-C7CE21F6E7D0}"/>
              </a:ext>
            </a:extLst>
          </p:cNvPr>
          <p:cNvCxnSpPr>
            <a:cxnSpLocks/>
          </p:cNvCxnSpPr>
          <p:nvPr/>
        </p:nvCxnSpPr>
        <p:spPr>
          <a:xfrm flipH="1">
            <a:off x="1051785" y="232406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FE03420C-74C6-424A-BAE1-DFEDF7E27A61}"/>
              </a:ext>
            </a:extLst>
          </p:cNvPr>
          <p:cNvCxnSpPr>
            <a:cxnSpLocks/>
          </p:cNvCxnSpPr>
          <p:nvPr/>
        </p:nvCxnSpPr>
        <p:spPr>
          <a:xfrm flipH="1">
            <a:off x="1609535" y="231186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86E98ACC-CA07-4255-B4E7-E89F26AAC70C}"/>
              </a:ext>
            </a:extLst>
          </p:cNvPr>
          <p:cNvCxnSpPr>
            <a:cxnSpLocks/>
          </p:cNvCxnSpPr>
          <p:nvPr/>
        </p:nvCxnSpPr>
        <p:spPr>
          <a:xfrm>
            <a:off x="495864" y="2319276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39662494-6F68-40E5-AECC-985A8BA762BA}"/>
              </a:ext>
            </a:extLst>
          </p:cNvPr>
          <p:cNvCxnSpPr>
            <a:cxnSpLocks/>
          </p:cNvCxnSpPr>
          <p:nvPr/>
        </p:nvCxnSpPr>
        <p:spPr>
          <a:xfrm>
            <a:off x="805983" y="2325801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F6156C2D-5ECA-4376-9B9E-036675090004}"/>
              </a:ext>
            </a:extLst>
          </p:cNvPr>
          <p:cNvCxnSpPr>
            <a:cxnSpLocks/>
          </p:cNvCxnSpPr>
          <p:nvPr/>
        </p:nvCxnSpPr>
        <p:spPr>
          <a:xfrm>
            <a:off x="1056811" y="2325801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35159E83-F8EF-4F31-B17E-02E65264DCCF}"/>
              </a:ext>
            </a:extLst>
          </p:cNvPr>
          <p:cNvCxnSpPr>
            <a:cxnSpLocks/>
          </p:cNvCxnSpPr>
          <p:nvPr/>
        </p:nvCxnSpPr>
        <p:spPr>
          <a:xfrm>
            <a:off x="1345292" y="2324060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2FE77390-B68E-4D6B-B9A7-55A6DFA1EF07}"/>
              </a:ext>
            </a:extLst>
          </p:cNvPr>
          <p:cNvCxnSpPr>
            <a:cxnSpLocks/>
          </p:cNvCxnSpPr>
          <p:nvPr/>
        </p:nvCxnSpPr>
        <p:spPr>
          <a:xfrm>
            <a:off x="2761765" y="2327741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8DEAF3F2-E715-4EC6-A217-0897DCBF744B}"/>
              </a:ext>
            </a:extLst>
          </p:cNvPr>
          <p:cNvCxnSpPr>
            <a:cxnSpLocks/>
          </p:cNvCxnSpPr>
          <p:nvPr/>
        </p:nvCxnSpPr>
        <p:spPr>
          <a:xfrm>
            <a:off x="3071884" y="2334266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6033EF2B-3FB4-40AE-A018-D55EB34C777D}"/>
              </a:ext>
            </a:extLst>
          </p:cNvPr>
          <p:cNvCxnSpPr>
            <a:cxnSpLocks/>
          </p:cNvCxnSpPr>
          <p:nvPr/>
        </p:nvCxnSpPr>
        <p:spPr>
          <a:xfrm>
            <a:off x="3322712" y="2334266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A898D811-F9FA-4FB0-9CE6-22C4E99ED040}"/>
              </a:ext>
            </a:extLst>
          </p:cNvPr>
          <p:cNvCxnSpPr>
            <a:cxnSpLocks/>
          </p:cNvCxnSpPr>
          <p:nvPr/>
        </p:nvCxnSpPr>
        <p:spPr>
          <a:xfrm>
            <a:off x="3611193" y="2332525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C592C2BC-78B4-4631-A14A-DEE2A5F06FC4}"/>
              </a:ext>
            </a:extLst>
          </p:cNvPr>
          <p:cNvCxnSpPr>
            <a:cxnSpLocks/>
          </p:cNvCxnSpPr>
          <p:nvPr/>
        </p:nvCxnSpPr>
        <p:spPr>
          <a:xfrm flipH="1">
            <a:off x="494906" y="2315350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C90C2578-40C2-4D41-844B-9A758E326B05}"/>
              </a:ext>
            </a:extLst>
          </p:cNvPr>
          <p:cNvCxnSpPr>
            <a:cxnSpLocks/>
          </p:cNvCxnSpPr>
          <p:nvPr/>
        </p:nvCxnSpPr>
        <p:spPr>
          <a:xfrm flipH="1">
            <a:off x="786434" y="2315350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3B16188B-7FD9-4E63-86CB-321AE3E41BB1}"/>
              </a:ext>
            </a:extLst>
          </p:cNvPr>
          <p:cNvCxnSpPr>
            <a:cxnSpLocks/>
          </p:cNvCxnSpPr>
          <p:nvPr/>
        </p:nvCxnSpPr>
        <p:spPr>
          <a:xfrm flipH="1">
            <a:off x="1057557" y="2315134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6F4C1D02-25FD-4598-8359-EE4D2BA0DD2D}"/>
              </a:ext>
            </a:extLst>
          </p:cNvPr>
          <p:cNvCxnSpPr>
            <a:cxnSpLocks/>
          </p:cNvCxnSpPr>
          <p:nvPr/>
        </p:nvCxnSpPr>
        <p:spPr>
          <a:xfrm flipH="1">
            <a:off x="1330568" y="2310346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B83EC362-4F33-487D-A67E-30171DC28BB7}"/>
              </a:ext>
            </a:extLst>
          </p:cNvPr>
          <p:cNvCxnSpPr>
            <a:cxnSpLocks/>
          </p:cNvCxnSpPr>
          <p:nvPr/>
        </p:nvCxnSpPr>
        <p:spPr>
          <a:xfrm flipH="1">
            <a:off x="2761765" y="2319276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FC56A828-CB28-4109-86C1-3BBDBDF0DF87}"/>
              </a:ext>
            </a:extLst>
          </p:cNvPr>
          <p:cNvCxnSpPr>
            <a:cxnSpLocks/>
          </p:cNvCxnSpPr>
          <p:nvPr/>
        </p:nvCxnSpPr>
        <p:spPr>
          <a:xfrm flipH="1">
            <a:off x="3053293" y="2319276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C447A73B-941C-4C41-9D36-5BA69DD4035C}"/>
              </a:ext>
            </a:extLst>
          </p:cNvPr>
          <p:cNvCxnSpPr>
            <a:cxnSpLocks/>
          </p:cNvCxnSpPr>
          <p:nvPr/>
        </p:nvCxnSpPr>
        <p:spPr>
          <a:xfrm flipH="1">
            <a:off x="3324416" y="2319060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687FA401-9BA8-488E-BCA9-6D00E71C25D9}"/>
              </a:ext>
            </a:extLst>
          </p:cNvPr>
          <p:cNvCxnSpPr>
            <a:cxnSpLocks/>
          </p:cNvCxnSpPr>
          <p:nvPr/>
        </p:nvCxnSpPr>
        <p:spPr>
          <a:xfrm flipH="1">
            <a:off x="3597427" y="2314272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1438CB96-86A4-4C29-90DB-4825D29D849D}"/>
              </a:ext>
            </a:extLst>
          </p:cNvPr>
          <p:cNvCxnSpPr>
            <a:cxnSpLocks/>
          </p:cNvCxnSpPr>
          <p:nvPr/>
        </p:nvCxnSpPr>
        <p:spPr>
          <a:xfrm flipH="1">
            <a:off x="492600" y="329540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6653E09D-CE20-4220-B6C8-6956345E4764}"/>
              </a:ext>
            </a:extLst>
          </p:cNvPr>
          <p:cNvCxnSpPr>
            <a:cxnSpLocks/>
          </p:cNvCxnSpPr>
          <p:nvPr/>
        </p:nvCxnSpPr>
        <p:spPr>
          <a:xfrm flipH="1">
            <a:off x="784430" y="329540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1A28E7A0-C2AE-4ADA-B856-CA94ADCC3946}"/>
              </a:ext>
            </a:extLst>
          </p:cNvPr>
          <p:cNvCxnSpPr>
            <a:cxnSpLocks/>
          </p:cNvCxnSpPr>
          <p:nvPr/>
        </p:nvCxnSpPr>
        <p:spPr>
          <a:xfrm flipH="1">
            <a:off x="1337607" y="329366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6EF8B43B-21AC-4DB9-8051-D30DF97AF88A}"/>
              </a:ext>
            </a:extLst>
          </p:cNvPr>
          <p:cNvCxnSpPr>
            <a:cxnSpLocks/>
          </p:cNvCxnSpPr>
          <p:nvPr/>
        </p:nvCxnSpPr>
        <p:spPr>
          <a:xfrm flipH="1">
            <a:off x="1915171" y="328321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FF7E94D2-E171-42BD-8765-951C2691A427}"/>
              </a:ext>
            </a:extLst>
          </p:cNvPr>
          <p:cNvCxnSpPr>
            <a:cxnSpLocks/>
          </p:cNvCxnSpPr>
          <p:nvPr/>
        </p:nvCxnSpPr>
        <p:spPr>
          <a:xfrm flipH="1">
            <a:off x="2188712" y="328321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86946D16-9847-4A0D-8311-71B12094C2A6}"/>
              </a:ext>
            </a:extLst>
          </p:cNvPr>
          <p:cNvCxnSpPr>
            <a:cxnSpLocks/>
          </p:cNvCxnSpPr>
          <p:nvPr/>
        </p:nvCxnSpPr>
        <p:spPr>
          <a:xfrm flipH="1">
            <a:off x="2462252" y="329366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441D9D58-5967-49D6-B9D2-B38608FB7B60}"/>
              </a:ext>
            </a:extLst>
          </p:cNvPr>
          <p:cNvCxnSpPr>
            <a:cxnSpLocks/>
          </p:cNvCxnSpPr>
          <p:nvPr/>
        </p:nvCxnSpPr>
        <p:spPr>
          <a:xfrm flipH="1">
            <a:off x="2754081" y="329627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4C04BBCD-71C3-473F-9284-4DB245511F4F}"/>
              </a:ext>
            </a:extLst>
          </p:cNvPr>
          <p:cNvCxnSpPr>
            <a:cxnSpLocks/>
          </p:cNvCxnSpPr>
          <p:nvPr/>
        </p:nvCxnSpPr>
        <p:spPr>
          <a:xfrm flipH="1">
            <a:off x="3045911" y="329627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B48D7166-0287-49B8-9BAA-5AD0872FE001}"/>
              </a:ext>
            </a:extLst>
          </p:cNvPr>
          <p:cNvCxnSpPr>
            <a:cxnSpLocks/>
          </p:cNvCxnSpPr>
          <p:nvPr/>
        </p:nvCxnSpPr>
        <p:spPr>
          <a:xfrm flipH="1">
            <a:off x="3319452" y="329627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32C95EBA-23F6-4D62-9038-529E3D0C4A02}"/>
              </a:ext>
            </a:extLst>
          </p:cNvPr>
          <p:cNvCxnSpPr>
            <a:cxnSpLocks/>
          </p:cNvCxnSpPr>
          <p:nvPr/>
        </p:nvCxnSpPr>
        <p:spPr>
          <a:xfrm flipH="1">
            <a:off x="3599088" y="329453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008071AF-0701-4346-94D0-B4AE3E84AB94}"/>
              </a:ext>
            </a:extLst>
          </p:cNvPr>
          <p:cNvCxnSpPr>
            <a:cxnSpLocks/>
          </p:cNvCxnSpPr>
          <p:nvPr/>
        </p:nvCxnSpPr>
        <p:spPr>
          <a:xfrm flipH="1">
            <a:off x="3884822" y="328408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84D371CC-DAD3-4D86-856C-7DB3820995EA}"/>
              </a:ext>
            </a:extLst>
          </p:cNvPr>
          <p:cNvCxnSpPr>
            <a:cxnSpLocks/>
          </p:cNvCxnSpPr>
          <p:nvPr/>
        </p:nvCxnSpPr>
        <p:spPr>
          <a:xfrm flipH="1">
            <a:off x="4176652" y="328408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A6E2F676-BA33-4254-AE75-69C9A57E9EFE}"/>
              </a:ext>
            </a:extLst>
          </p:cNvPr>
          <p:cNvCxnSpPr>
            <a:cxnSpLocks/>
          </p:cNvCxnSpPr>
          <p:nvPr/>
        </p:nvCxnSpPr>
        <p:spPr>
          <a:xfrm flipH="1">
            <a:off x="4450193" y="328408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12E92F4A-019F-43B3-8261-4B97ACFCB617}"/>
              </a:ext>
            </a:extLst>
          </p:cNvPr>
          <p:cNvCxnSpPr>
            <a:cxnSpLocks/>
          </p:cNvCxnSpPr>
          <p:nvPr/>
        </p:nvCxnSpPr>
        <p:spPr>
          <a:xfrm flipH="1">
            <a:off x="4723733" y="328234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E50BC610-8674-4504-9440-AE6527655BD5}"/>
              </a:ext>
            </a:extLst>
          </p:cNvPr>
          <p:cNvCxnSpPr>
            <a:cxnSpLocks/>
          </p:cNvCxnSpPr>
          <p:nvPr/>
        </p:nvCxnSpPr>
        <p:spPr>
          <a:xfrm flipH="1">
            <a:off x="1050140" y="329961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171C4380-FB62-4AE4-ADA7-19856D5D5A3E}"/>
              </a:ext>
            </a:extLst>
          </p:cNvPr>
          <p:cNvCxnSpPr>
            <a:cxnSpLocks/>
          </p:cNvCxnSpPr>
          <p:nvPr/>
        </p:nvCxnSpPr>
        <p:spPr>
          <a:xfrm flipH="1">
            <a:off x="1607890" y="328742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43D6015B-C33D-4E0C-8CC1-39D57DE28104}"/>
              </a:ext>
            </a:extLst>
          </p:cNvPr>
          <p:cNvCxnSpPr>
            <a:cxnSpLocks/>
          </p:cNvCxnSpPr>
          <p:nvPr/>
        </p:nvCxnSpPr>
        <p:spPr>
          <a:xfrm>
            <a:off x="497277" y="3310282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285DA31B-86DD-41C4-8B6D-B4C407118BC4}"/>
              </a:ext>
            </a:extLst>
          </p:cNvPr>
          <p:cNvCxnSpPr>
            <a:cxnSpLocks/>
          </p:cNvCxnSpPr>
          <p:nvPr/>
        </p:nvCxnSpPr>
        <p:spPr>
          <a:xfrm>
            <a:off x="786138" y="3310282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AB7F21B9-3B76-4F6C-BDF4-B00EE89DE2C4}"/>
              </a:ext>
            </a:extLst>
          </p:cNvPr>
          <p:cNvCxnSpPr>
            <a:cxnSpLocks/>
          </p:cNvCxnSpPr>
          <p:nvPr/>
        </p:nvCxnSpPr>
        <p:spPr>
          <a:xfrm>
            <a:off x="1624970" y="3312242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57D70122-F3F4-46E3-9854-7496A60EB068}"/>
              </a:ext>
            </a:extLst>
          </p:cNvPr>
          <p:cNvCxnSpPr>
            <a:cxnSpLocks/>
          </p:cNvCxnSpPr>
          <p:nvPr/>
        </p:nvCxnSpPr>
        <p:spPr>
          <a:xfrm>
            <a:off x="1913831" y="3312242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F43220D0-4E3B-45AA-AFF1-DA803641725F}"/>
              </a:ext>
            </a:extLst>
          </p:cNvPr>
          <p:cNvCxnSpPr>
            <a:cxnSpLocks/>
          </p:cNvCxnSpPr>
          <p:nvPr/>
        </p:nvCxnSpPr>
        <p:spPr>
          <a:xfrm>
            <a:off x="2768059" y="3312977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5B44B1A6-D763-4DBC-B58A-E051C87EBEE9}"/>
              </a:ext>
            </a:extLst>
          </p:cNvPr>
          <p:cNvCxnSpPr>
            <a:cxnSpLocks/>
          </p:cNvCxnSpPr>
          <p:nvPr/>
        </p:nvCxnSpPr>
        <p:spPr>
          <a:xfrm>
            <a:off x="3056920" y="3312977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2351930D-2DBE-4EB8-832A-BA33F4BBFE84}"/>
              </a:ext>
            </a:extLst>
          </p:cNvPr>
          <p:cNvCxnSpPr>
            <a:cxnSpLocks/>
          </p:cNvCxnSpPr>
          <p:nvPr/>
        </p:nvCxnSpPr>
        <p:spPr>
          <a:xfrm>
            <a:off x="3903070" y="3311447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BB5D0CD1-0558-4997-AD6F-B1D0F4E93C98}"/>
              </a:ext>
            </a:extLst>
          </p:cNvPr>
          <p:cNvCxnSpPr>
            <a:cxnSpLocks/>
          </p:cNvCxnSpPr>
          <p:nvPr/>
        </p:nvCxnSpPr>
        <p:spPr>
          <a:xfrm>
            <a:off x="4191931" y="3311447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33F9D168-E82E-452C-A511-061365B21246}"/>
              </a:ext>
            </a:extLst>
          </p:cNvPr>
          <p:cNvCxnSpPr>
            <a:cxnSpLocks/>
          </p:cNvCxnSpPr>
          <p:nvPr/>
        </p:nvCxnSpPr>
        <p:spPr>
          <a:xfrm flipH="1">
            <a:off x="490340" y="3309199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88228BFC-8C7C-4EB7-A2C1-F759ECD5A276}"/>
              </a:ext>
            </a:extLst>
          </p:cNvPr>
          <p:cNvCxnSpPr>
            <a:cxnSpLocks/>
          </p:cNvCxnSpPr>
          <p:nvPr/>
        </p:nvCxnSpPr>
        <p:spPr>
          <a:xfrm flipH="1">
            <a:off x="785015" y="3305273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C7860EFE-93F4-440B-B213-3A9D591CD486}"/>
              </a:ext>
            </a:extLst>
          </p:cNvPr>
          <p:cNvCxnSpPr>
            <a:cxnSpLocks/>
          </p:cNvCxnSpPr>
          <p:nvPr/>
        </p:nvCxnSpPr>
        <p:spPr>
          <a:xfrm flipH="1">
            <a:off x="1612552" y="3306495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294AFA77-E843-4F86-8451-A2E5CFB6A8D9}"/>
              </a:ext>
            </a:extLst>
          </p:cNvPr>
          <p:cNvCxnSpPr>
            <a:cxnSpLocks/>
          </p:cNvCxnSpPr>
          <p:nvPr/>
        </p:nvCxnSpPr>
        <p:spPr>
          <a:xfrm flipH="1">
            <a:off x="1907227" y="3302569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48DDBD6D-A71D-4254-B896-D933F741C6D9}"/>
              </a:ext>
            </a:extLst>
          </p:cNvPr>
          <p:cNvCxnSpPr>
            <a:cxnSpLocks/>
          </p:cNvCxnSpPr>
          <p:nvPr/>
        </p:nvCxnSpPr>
        <p:spPr>
          <a:xfrm flipH="1">
            <a:off x="2749942" y="3309102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2D5BE9D4-BE1C-4CE7-B53B-251381E30786}"/>
              </a:ext>
            </a:extLst>
          </p:cNvPr>
          <p:cNvCxnSpPr>
            <a:cxnSpLocks/>
          </p:cNvCxnSpPr>
          <p:nvPr/>
        </p:nvCxnSpPr>
        <p:spPr>
          <a:xfrm flipH="1">
            <a:off x="3044617" y="3305176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DCA7BE7A-CA09-4968-8C37-4A31BAB757E1}"/>
              </a:ext>
            </a:extLst>
          </p:cNvPr>
          <p:cNvCxnSpPr>
            <a:cxnSpLocks/>
          </p:cNvCxnSpPr>
          <p:nvPr/>
        </p:nvCxnSpPr>
        <p:spPr>
          <a:xfrm flipH="1">
            <a:off x="3889658" y="3309102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29E85DBD-D835-48FC-9090-3D8D9F204C80}"/>
              </a:ext>
            </a:extLst>
          </p:cNvPr>
          <p:cNvCxnSpPr>
            <a:cxnSpLocks/>
          </p:cNvCxnSpPr>
          <p:nvPr/>
        </p:nvCxnSpPr>
        <p:spPr>
          <a:xfrm flipH="1">
            <a:off x="4184333" y="3305176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1421B3BE-03D1-4EF6-A2F1-1BE111FADB34}"/>
              </a:ext>
            </a:extLst>
          </p:cNvPr>
          <p:cNvCxnSpPr>
            <a:cxnSpLocks/>
          </p:cNvCxnSpPr>
          <p:nvPr/>
        </p:nvCxnSpPr>
        <p:spPr>
          <a:xfrm flipH="1">
            <a:off x="492600" y="427041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893B8F74-FE7B-486E-911E-E93BC8890B57}"/>
              </a:ext>
            </a:extLst>
          </p:cNvPr>
          <p:cNvCxnSpPr>
            <a:cxnSpLocks/>
          </p:cNvCxnSpPr>
          <p:nvPr/>
        </p:nvCxnSpPr>
        <p:spPr>
          <a:xfrm flipH="1">
            <a:off x="784430" y="427041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C3FB9447-3207-4964-9E8E-2580F81B1CBF}"/>
              </a:ext>
            </a:extLst>
          </p:cNvPr>
          <p:cNvCxnSpPr>
            <a:cxnSpLocks/>
          </p:cNvCxnSpPr>
          <p:nvPr/>
        </p:nvCxnSpPr>
        <p:spPr>
          <a:xfrm flipH="1">
            <a:off x="1065591" y="427041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1E862103-5535-4C9B-BDC7-24E33DBD9F99}"/>
              </a:ext>
            </a:extLst>
          </p:cNvPr>
          <p:cNvCxnSpPr>
            <a:cxnSpLocks/>
          </p:cNvCxnSpPr>
          <p:nvPr/>
        </p:nvCxnSpPr>
        <p:spPr>
          <a:xfrm flipH="1">
            <a:off x="1337607" y="426867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588EE65B-F6C6-44BB-B97F-63F2FF4341B4}"/>
              </a:ext>
            </a:extLst>
          </p:cNvPr>
          <p:cNvCxnSpPr>
            <a:cxnSpLocks/>
          </p:cNvCxnSpPr>
          <p:nvPr/>
        </p:nvCxnSpPr>
        <p:spPr>
          <a:xfrm flipH="1">
            <a:off x="1623341" y="425822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FF548965-F380-4F22-B496-33601563336B}"/>
              </a:ext>
            </a:extLst>
          </p:cNvPr>
          <p:cNvCxnSpPr>
            <a:cxnSpLocks/>
          </p:cNvCxnSpPr>
          <p:nvPr/>
        </p:nvCxnSpPr>
        <p:spPr>
          <a:xfrm flipH="1">
            <a:off x="1915171" y="425822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0D62C714-D270-467B-9D0F-B1960E7D8D60}"/>
              </a:ext>
            </a:extLst>
          </p:cNvPr>
          <p:cNvCxnSpPr>
            <a:cxnSpLocks/>
          </p:cNvCxnSpPr>
          <p:nvPr/>
        </p:nvCxnSpPr>
        <p:spPr>
          <a:xfrm flipH="1">
            <a:off x="2188712" y="425822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527B9F2C-0DBE-475A-8BBC-CC6E6FAC7810}"/>
              </a:ext>
            </a:extLst>
          </p:cNvPr>
          <p:cNvCxnSpPr>
            <a:cxnSpLocks/>
          </p:cNvCxnSpPr>
          <p:nvPr/>
        </p:nvCxnSpPr>
        <p:spPr>
          <a:xfrm flipH="1">
            <a:off x="2462252" y="426867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84334FA6-C533-456D-B1B1-408F9A17A5A2}"/>
              </a:ext>
            </a:extLst>
          </p:cNvPr>
          <p:cNvCxnSpPr>
            <a:cxnSpLocks/>
          </p:cNvCxnSpPr>
          <p:nvPr/>
        </p:nvCxnSpPr>
        <p:spPr>
          <a:xfrm flipH="1">
            <a:off x="2754081" y="427128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1E00F4C9-4255-4829-BC2F-0AB45EF39F46}"/>
              </a:ext>
            </a:extLst>
          </p:cNvPr>
          <p:cNvCxnSpPr>
            <a:cxnSpLocks/>
          </p:cNvCxnSpPr>
          <p:nvPr/>
        </p:nvCxnSpPr>
        <p:spPr>
          <a:xfrm flipH="1">
            <a:off x="3045911" y="427128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F180BAEB-B396-4A4D-9F05-82A510366760}"/>
              </a:ext>
            </a:extLst>
          </p:cNvPr>
          <p:cNvCxnSpPr>
            <a:cxnSpLocks/>
          </p:cNvCxnSpPr>
          <p:nvPr/>
        </p:nvCxnSpPr>
        <p:spPr>
          <a:xfrm flipH="1">
            <a:off x="3319452" y="427128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7C48642C-DA61-4F94-99E4-2382C85FA172}"/>
              </a:ext>
            </a:extLst>
          </p:cNvPr>
          <p:cNvCxnSpPr>
            <a:cxnSpLocks/>
          </p:cNvCxnSpPr>
          <p:nvPr/>
        </p:nvCxnSpPr>
        <p:spPr>
          <a:xfrm flipH="1">
            <a:off x="3599088" y="426954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ACB6BE24-ECBE-4507-9F1E-25C8C3B13654}"/>
              </a:ext>
            </a:extLst>
          </p:cNvPr>
          <p:cNvCxnSpPr>
            <a:cxnSpLocks/>
          </p:cNvCxnSpPr>
          <p:nvPr/>
        </p:nvCxnSpPr>
        <p:spPr>
          <a:xfrm flipH="1">
            <a:off x="3884822" y="425909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6344C911-93EF-4F46-AC9F-4B57F6BD4165}"/>
              </a:ext>
            </a:extLst>
          </p:cNvPr>
          <p:cNvCxnSpPr>
            <a:cxnSpLocks/>
          </p:cNvCxnSpPr>
          <p:nvPr/>
        </p:nvCxnSpPr>
        <p:spPr>
          <a:xfrm flipH="1">
            <a:off x="4176652" y="425909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64C7E350-F776-4901-84BD-2C89DB65EBE4}"/>
              </a:ext>
            </a:extLst>
          </p:cNvPr>
          <p:cNvCxnSpPr>
            <a:cxnSpLocks/>
          </p:cNvCxnSpPr>
          <p:nvPr/>
        </p:nvCxnSpPr>
        <p:spPr>
          <a:xfrm flipH="1">
            <a:off x="4450193" y="425909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070EEFEB-BF75-4162-BC1D-CC2275DA74E6}"/>
              </a:ext>
            </a:extLst>
          </p:cNvPr>
          <p:cNvCxnSpPr>
            <a:cxnSpLocks/>
          </p:cNvCxnSpPr>
          <p:nvPr/>
        </p:nvCxnSpPr>
        <p:spPr>
          <a:xfrm flipH="1">
            <a:off x="4723733" y="425735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EF8B9E27-5ED9-4EF2-A9CA-D8A293C5B957}"/>
              </a:ext>
            </a:extLst>
          </p:cNvPr>
          <p:cNvCxnSpPr>
            <a:cxnSpLocks/>
          </p:cNvCxnSpPr>
          <p:nvPr/>
        </p:nvCxnSpPr>
        <p:spPr>
          <a:xfrm flipH="1">
            <a:off x="486503" y="4279126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F51530EE-088A-4D01-B3DE-0C0F25D1573C}"/>
              </a:ext>
            </a:extLst>
          </p:cNvPr>
          <p:cNvCxnSpPr>
            <a:cxnSpLocks/>
          </p:cNvCxnSpPr>
          <p:nvPr/>
        </p:nvCxnSpPr>
        <p:spPr>
          <a:xfrm>
            <a:off x="492600" y="4275208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FC8A2E18-1774-4EB9-9169-948F0D55522A}"/>
              </a:ext>
            </a:extLst>
          </p:cNvPr>
          <p:cNvCxnSpPr>
            <a:cxnSpLocks/>
          </p:cNvCxnSpPr>
          <p:nvPr/>
        </p:nvCxnSpPr>
        <p:spPr>
          <a:xfrm>
            <a:off x="1055729" y="4277472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8" name="Straight Arrow Connector 257">
            <a:extLst>
              <a:ext uri="{FF2B5EF4-FFF2-40B4-BE49-F238E27FC236}">
                <a16:creationId xmlns:a16="http://schemas.microsoft.com/office/drawing/2014/main" id="{1DF27BFD-9BFB-4E2B-9BA5-87B95AD8BF29}"/>
              </a:ext>
            </a:extLst>
          </p:cNvPr>
          <p:cNvCxnSpPr>
            <a:cxnSpLocks/>
          </p:cNvCxnSpPr>
          <p:nvPr/>
        </p:nvCxnSpPr>
        <p:spPr>
          <a:xfrm>
            <a:off x="1624863" y="4284134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D359FC1A-538D-4D15-A722-94B5AE2D2C20}"/>
              </a:ext>
            </a:extLst>
          </p:cNvPr>
          <p:cNvCxnSpPr>
            <a:cxnSpLocks/>
          </p:cNvCxnSpPr>
          <p:nvPr/>
        </p:nvCxnSpPr>
        <p:spPr>
          <a:xfrm>
            <a:off x="2191555" y="4283131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DD2B3B3B-CC89-4640-A6E6-2FDDAE4368C6}"/>
              </a:ext>
            </a:extLst>
          </p:cNvPr>
          <p:cNvCxnSpPr>
            <a:cxnSpLocks/>
          </p:cNvCxnSpPr>
          <p:nvPr/>
        </p:nvCxnSpPr>
        <p:spPr>
          <a:xfrm>
            <a:off x="2755503" y="4283901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97CB05D2-BF74-4F9B-9DF6-2337C23483BF}"/>
              </a:ext>
            </a:extLst>
          </p:cNvPr>
          <p:cNvCxnSpPr>
            <a:cxnSpLocks/>
          </p:cNvCxnSpPr>
          <p:nvPr/>
        </p:nvCxnSpPr>
        <p:spPr>
          <a:xfrm>
            <a:off x="3316642" y="4283422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07715E08-3EA5-4909-A157-78F5E7A6D903}"/>
              </a:ext>
            </a:extLst>
          </p:cNvPr>
          <p:cNvCxnSpPr>
            <a:cxnSpLocks/>
          </p:cNvCxnSpPr>
          <p:nvPr/>
        </p:nvCxnSpPr>
        <p:spPr>
          <a:xfrm>
            <a:off x="3887869" y="4271287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94C08C49-7AA6-4D45-8BF9-2A95D9890095}"/>
              </a:ext>
            </a:extLst>
          </p:cNvPr>
          <p:cNvCxnSpPr>
            <a:cxnSpLocks/>
          </p:cNvCxnSpPr>
          <p:nvPr/>
        </p:nvCxnSpPr>
        <p:spPr>
          <a:xfrm>
            <a:off x="4446470" y="4273102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7964AEF1-8538-425A-9B14-F498AACEEFC6}"/>
              </a:ext>
            </a:extLst>
          </p:cNvPr>
          <p:cNvCxnSpPr>
            <a:cxnSpLocks/>
          </p:cNvCxnSpPr>
          <p:nvPr/>
        </p:nvCxnSpPr>
        <p:spPr>
          <a:xfrm flipH="1">
            <a:off x="1039943" y="4280346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E17C50EB-98FF-416F-845D-288A72D44945}"/>
              </a:ext>
            </a:extLst>
          </p:cNvPr>
          <p:cNvCxnSpPr>
            <a:cxnSpLocks/>
          </p:cNvCxnSpPr>
          <p:nvPr/>
        </p:nvCxnSpPr>
        <p:spPr>
          <a:xfrm flipH="1">
            <a:off x="1604550" y="4287049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498E9F54-9CB0-485A-945B-6F6C29738420}"/>
              </a:ext>
            </a:extLst>
          </p:cNvPr>
          <p:cNvCxnSpPr>
            <a:cxnSpLocks/>
          </p:cNvCxnSpPr>
          <p:nvPr/>
        </p:nvCxnSpPr>
        <p:spPr>
          <a:xfrm flipH="1">
            <a:off x="2170583" y="4284830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CFC89101-F114-4EFE-A827-103C338B6363}"/>
              </a:ext>
            </a:extLst>
          </p:cNvPr>
          <p:cNvCxnSpPr>
            <a:cxnSpLocks/>
          </p:cNvCxnSpPr>
          <p:nvPr/>
        </p:nvCxnSpPr>
        <p:spPr>
          <a:xfrm flipH="1">
            <a:off x="2744592" y="4278909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8D177152-6C04-478C-8E5F-5B860FE64228}"/>
              </a:ext>
            </a:extLst>
          </p:cNvPr>
          <p:cNvCxnSpPr>
            <a:cxnSpLocks/>
          </p:cNvCxnSpPr>
          <p:nvPr/>
        </p:nvCxnSpPr>
        <p:spPr>
          <a:xfrm flipH="1">
            <a:off x="3292828" y="4279562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01352423-6E63-4C30-BDAD-F393CE7DB51E}"/>
              </a:ext>
            </a:extLst>
          </p:cNvPr>
          <p:cNvCxnSpPr>
            <a:cxnSpLocks/>
          </p:cNvCxnSpPr>
          <p:nvPr/>
        </p:nvCxnSpPr>
        <p:spPr>
          <a:xfrm flipH="1">
            <a:off x="3879200" y="4275208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754732E4-8D64-45A9-96B1-D08A3EA10F56}"/>
              </a:ext>
            </a:extLst>
          </p:cNvPr>
          <p:cNvCxnSpPr>
            <a:cxnSpLocks/>
          </p:cNvCxnSpPr>
          <p:nvPr/>
        </p:nvCxnSpPr>
        <p:spPr>
          <a:xfrm flipH="1">
            <a:off x="4437327" y="4279604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1" name="TextBox 270">
            <a:extLst>
              <a:ext uri="{FF2B5EF4-FFF2-40B4-BE49-F238E27FC236}">
                <a16:creationId xmlns:a16="http://schemas.microsoft.com/office/drawing/2014/main" id="{BFB94C05-0AB1-4BA6-AA9A-6D1C3AF44DFB}"/>
              </a:ext>
            </a:extLst>
          </p:cNvPr>
          <p:cNvSpPr txBox="1"/>
          <p:nvPr/>
        </p:nvSpPr>
        <p:spPr>
          <a:xfrm>
            <a:off x="10690746" y="1458327"/>
            <a:ext cx="1701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W2_0,W2_0,W2_0,W2_0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W2_0,W2_0,W2_0,W2_0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3E5D9E99-D181-435D-86AE-E46A009027C6}"/>
              </a:ext>
            </a:extLst>
          </p:cNvPr>
          <p:cNvSpPr txBox="1"/>
          <p:nvPr/>
        </p:nvSpPr>
        <p:spPr>
          <a:xfrm>
            <a:off x="10711477" y="2425020"/>
            <a:ext cx="1701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W4_0,W4_1,W4_0,W4_1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W4_0,W4_1,W4_0,W4_1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303F168B-97A8-4309-8265-60B5F0E1D2B4}"/>
              </a:ext>
            </a:extLst>
          </p:cNvPr>
          <p:cNvSpPr txBox="1"/>
          <p:nvPr/>
        </p:nvSpPr>
        <p:spPr>
          <a:xfrm>
            <a:off x="4662304" y="3290980"/>
            <a:ext cx="1701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W8_0*2,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W8_2*2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W8_1*2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W8_3*2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59C51FFE-3465-4A04-BF9D-9542B173630B}"/>
              </a:ext>
            </a:extLst>
          </p:cNvPr>
          <p:cNvSpPr txBox="1"/>
          <p:nvPr/>
        </p:nvSpPr>
        <p:spPr>
          <a:xfrm>
            <a:off x="10067547" y="5285212"/>
            <a:ext cx="2063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W16_0,W16_1,W16_2,W16_3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W16_4,W16_5,W16_6,W16_7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F945750F-F5D2-4F8A-856B-7E8346A60746}"/>
              </a:ext>
            </a:extLst>
          </p:cNvPr>
          <p:cNvSpPr txBox="1"/>
          <p:nvPr/>
        </p:nvSpPr>
        <p:spPr>
          <a:xfrm>
            <a:off x="4669094" y="1422823"/>
            <a:ext cx="170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W2_0*8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77737F79-76B0-42BB-8D04-07D92FFA4AA9}"/>
              </a:ext>
            </a:extLst>
          </p:cNvPr>
          <p:cNvSpPr txBox="1"/>
          <p:nvPr/>
        </p:nvSpPr>
        <p:spPr>
          <a:xfrm>
            <a:off x="4651183" y="2446090"/>
            <a:ext cx="1701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W4_0*4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W4_1*4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F5192214-34B1-40C7-937B-F86E6D08DE77}"/>
              </a:ext>
            </a:extLst>
          </p:cNvPr>
          <p:cNvSpPr txBox="1"/>
          <p:nvPr/>
        </p:nvSpPr>
        <p:spPr>
          <a:xfrm>
            <a:off x="3636213" y="5222039"/>
            <a:ext cx="2241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W16_0,W16_4,W16_2,W16_6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W16_1,W16_5,W16_3,W16_7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8E80EE15-619B-4716-876E-E8621F5B56A8}"/>
              </a:ext>
            </a:extLst>
          </p:cNvPr>
          <p:cNvSpPr txBox="1"/>
          <p:nvPr/>
        </p:nvSpPr>
        <p:spPr>
          <a:xfrm>
            <a:off x="10705167" y="3442369"/>
            <a:ext cx="1701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W8_0,W8_1,W8_2,W8_3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W8_0,W8_1,W8_2,W8_3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5ECF6C9C-6BF6-43FD-B999-E611855CEF3A}"/>
              </a:ext>
            </a:extLst>
          </p:cNvPr>
          <p:cNvSpPr txBox="1"/>
          <p:nvPr/>
        </p:nvSpPr>
        <p:spPr>
          <a:xfrm>
            <a:off x="7866033" y="129647"/>
            <a:ext cx="2321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Cooley-</a:t>
            </a:r>
            <a:r>
              <a:rPr lang="en-US" dirty="0" err="1"/>
              <a:t>tukey</a:t>
            </a:r>
            <a:r>
              <a:rPr lang="en-US" dirty="0"/>
              <a:t> (16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BBD2D5AA-56B8-4955-83AB-44E7387B6020}"/>
              </a:ext>
            </a:extLst>
          </p:cNvPr>
          <p:cNvSpPr txBox="1"/>
          <p:nvPr/>
        </p:nvSpPr>
        <p:spPr>
          <a:xfrm>
            <a:off x="1669855" y="753569"/>
            <a:ext cx="2369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Cooley-</a:t>
            </a:r>
            <a:r>
              <a:rPr lang="en-US" dirty="0" err="1"/>
              <a:t>tukey</a:t>
            </a:r>
            <a:r>
              <a:rPr lang="en-US" dirty="0"/>
              <a:t>-r (16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graphicFrame>
        <p:nvGraphicFramePr>
          <p:cNvPr id="281" name="Table 280">
            <a:extLst>
              <a:ext uri="{FF2B5EF4-FFF2-40B4-BE49-F238E27FC236}">
                <a16:creationId xmlns:a16="http://schemas.microsoft.com/office/drawing/2014/main" id="{AFE1031E-649A-4677-8006-2AB4039F42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095920"/>
              </p:ext>
            </p:extLst>
          </p:nvPr>
        </p:nvGraphicFramePr>
        <p:xfrm>
          <a:off x="6353936" y="474833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22B8E468-351D-4F36-90AB-3E8E764AFB49}"/>
              </a:ext>
            </a:extLst>
          </p:cNvPr>
          <p:cNvCxnSpPr>
            <a:cxnSpLocks/>
          </p:cNvCxnSpPr>
          <p:nvPr/>
        </p:nvCxnSpPr>
        <p:spPr>
          <a:xfrm>
            <a:off x="8400949" y="793463"/>
            <a:ext cx="0" cy="27793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7D1E15DD-8C0F-471F-A1C8-9D7A176BC6C4}"/>
              </a:ext>
            </a:extLst>
          </p:cNvPr>
          <p:cNvSpPr txBox="1"/>
          <p:nvPr/>
        </p:nvSpPr>
        <p:spPr>
          <a:xfrm>
            <a:off x="8721068" y="753704"/>
            <a:ext cx="1795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Bit-reverse</a:t>
            </a:r>
            <a:endParaRPr lang="en-US" sz="1400" dirty="0"/>
          </a:p>
        </p:txBody>
      </p:sp>
      <p:graphicFrame>
        <p:nvGraphicFramePr>
          <p:cNvPr id="284" name="Table 283">
            <a:extLst>
              <a:ext uri="{FF2B5EF4-FFF2-40B4-BE49-F238E27FC236}">
                <a16:creationId xmlns:a16="http://schemas.microsoft.com/office/drawing/2014/main" id="{1B5D530B-0C58-452F-A1FD-9F5900D97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081124"/>
              </p:ext>
            </p:extLst>
          </p:nvPr>
        </p:nvGraphicFramePr>
        <p:xfrm>
          <a:off x="386436" y="5592681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832ACB20-75B5-4DED-9E9C-7F49E0150277}"/>
              </a:ext>
            </a:extLst>
          </p:cNvPr>
          <p:cNvCxnSpPr>
            <a:cxnSpLocks/>
          </p:cNvCxnSpPr>
          <p:nvPr/>
        </p:nvCxnSpPr>
        <p:spPr>
          <a:xfrm>
            <a:off x="2638148" y="5235886"/>
            <a:ext cx="0" cy="27793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6" name="TextBox 285">
            <a:extLst>
              <a:ext uri="{FF2B5EF4-FFF2-40B4-BE49-F238E27FC236}">
                <a16:creationId xmlns:a16="http://schemas.microsoft.com/office/drawing/2014/main" id="{A2B6B355-2738-4DB2-9C50-D767DE3A6798}"/>
              </a:ext>
            </a:extLst>
          </p:cNvPr>
          <p:cNvSpPr txBox="1"/>
          <p:nvPr/>
        </p:nvSpPr>
        <p:spPr>
          <a:xfrm>
            <a:off x="1523542" y="5196127"/>
            <a:ext cx="1064468" cy="317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Bit-reverse</a:t>
            </a:r>
            <a:endParaRPr lang="en-US" sz="1400" dirty="0"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A62E7E11-9C96-4E13-A84A-3AB9EB41DC38}"/>
              </a:ext>
            </a:extLst>
          </p:cNvPr>
          <p:cNvSpPr txBox="1"/>
          <p:nvPr/>
        </p:nvSpPr>
        <p:spPr>
          <a:xfrm>
            <a:off x="2854215" y="138792"/>
            <a:ext cx="171778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butterfly</a:t>
            </a:r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E7C01B0C-2E63-4829-A554-D747D1AD3545}"/>
              </a:ext>
            </a:extLst>
          </p:cNvPr>
          <p:cNvCxnSpPr>
            <a:cxnSpLocks/>
          </p:cNvCxnSpPr>
          <p:nvPr/>
        </p:nvCxnSpPr>
        <p:spPr>
          <a:xfrm rot="16200000" flipV="1">
            <a:off x="4629107" y="4792899"/>
            <a:ext cx="654956" cy="343227"/>
          </a:xfrm>
          <a:prstGeom prst="curvedConnector3">
            <a:avLst>
              <a:gd name="adj1" fmla="val 108172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730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90BDDC-8E9A-4623-A0EE-9F442AD16AFE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appendix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DF64B0-18C2-4A72-93A8-5D7681631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96116"/>
              </p:ext>
            </p:extLst>
          </p:nvPr>
        </p:nvGraphicFramePr>
        <p:xfrm>
          <a:off x="202240" y="1989982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7666E8-E451-4693-9DB3-7BFBFE628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79241"/>
              </p:ext>
            </p:extLst>
          </p:nvPr>
        </p:nvGraphicFramePr>
        <p:xfrm>
          <a:off x="202240" y="2943293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5FC9D8-E8A6-44CD-AFC2-58FA4839D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985899"/>
              </p:ext>
            </p:extLst>
          </p:nvPr>
        </p:nvGraphicFramePr>
        <p:xfrm>
          <a:off x="202240" y="3896604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5ABB92A-9B61-4FBF-AEAE-379BBF94D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269777"/>
              </p:ext>
            </p:extLst>
          </p:nvPr>
        </p:nvGraphicFramePr>
        <p:xfrm>
          <a:off x="202240" y="4891719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C6E16B-0878-4897-9810-58E45CCC2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018138"/>
              </p:ext>
            </p:extLst>
          </p:nvPr>
        </p:nvGraphicFramePr>
        <p:xfrm>
          <a:off x="202240" y="5865932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5863E4-59A1-4C5C-B2FD-BDD0949C2AC4}"/>
              </a:ext>
            </a:extLst>
          </p:cNvPr>
          <p:cNvCxnSpPr>
            <a:cxnSpLocks/>
          </p:cNvCxnSpPr>
          <p:nvPr/>
        </p:nvCxnSpPr>
        <p:spPr>
          <a:xfrm flipH="1">
            <a:off x="327355" y="224340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2D36AF-B47E-4482-AD47-19DCF1C298BE}"/>
              </a:ext>
            </a:extLst>
          </p:cNvPr>
          <p:cNvCxnSpPr>
            <a:cxnSpLocks/>
          </p:cNvCxnSpPr>
          <p:nvPr/>
        </p:nvCxnSpPr>
        <p:spPr>
          <a:xfrm flipH="1">
            <a:off x="619185" y="224340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2E43A30-9A89-4547-9ACC-9E89F33D9C66}"/>
              </a:ext>
            </a:extLst>
          </p:cNvPr>
          <p:cNvCxnSpPr>
            <a:cxnSpLocks/>
          </p:cNvCxnSpPr>
          <p:nvPr/>
        </p:nvCxnSpPr>
        <p:spPr>
          <a:xfrm flipH="1">
            <a:off x="900346" y="224340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07C43BF-5EE1-4BF0-9685-3745D0E9CE54}"/>
              </a:ext>
            </a:extLst>
          </p:cNvPr>
          <p:cNvCxnSpPr>
            <a:cxnSpLocks/>
          </p:cNvCxnSpPr>
          <p:nvPr/>
        </p:nvCxnSpPr>
        <p:spPr>
          <a:xfrm flipH="1">
            <a:off x="1172362" y="224165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0E1AAF-92AC-43A7-B934-5CBDD4AA7FE4}"/>
              </a:ext>
            </a:extLst>
          </p:cNvPr>
          <p:cNvCxnSpPr>
            <a:cxnSpLocks/>
          </p:cNvCxnSpPr>
          <p:nvPr/>
        </p:nvCxnSpPr>
        <p:spPr>
          <a:xfrm flipH="1">
            <a:off x="1458096" y="223120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F0C70EB-5F61-49EB-B2B8-4E450894C4EB}"/>
              </a:ext>
            </a:extLst>
          </p:cNvPr>
          <p:cNvCxnSpPr>
            <a:cxnSpLocks/>
          </p:cNvCxnSpPr>
          <p:nvPr/>
        </p:nvCxnSpPr>
        <p:spPr>
          <a:xfrm flipH="1">
            <a:off x="1749926" y="223120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C236DFE-04A1-4539-B358-16E5A7B5967A}"/>
              </a:ext>
            </a:extLst>
          </p:cNvPr>
          <p:cNvCxnSpPr>
            <a:cxnSpLocks/>
          </p:cNvCxnSpPr>
          <p:nvPr/>
        </p:nvCxnSpPr>
        <p:spPr>
          <a:xfrm flipH="1">
            <a:off x="2023467" y="223120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544205-82FA-42E5-AFD3-FA8FC0B4695D}"/>
              </a:ext>
            </a:extLst>
          </p:cNvPr>
          <p:cNvCxnSpPr>
            <a:cxnSpLocks/>
          </p:cNvCxnSpPr>
          <p:nvPr/>
        </p:nvCxnSpPr>
        <p:spPr>
          <a:xfrm flipH="1">
            <a:off x="2297007" y="224165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EEA1516-6C9E-43E0-9E23-8F13C35362CC}"/>
              </a:ext>
            </a:extLst>
          </p:cNvPr>
          <p:cNvCxnSpPr>
            <a:cxnSpLocks/>
          </p:cNvCxnSpPr>
          <p:nvPr/>
        </p:nvCxnSpPr>
        <p:spPr>
          <a:xfrm flipH="1">
            <a:off x="2588836" y="224427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987D52-C237-480F-B82E-5CDD479DFF68}"/>
              </a:ext>
            </a:extLst>
          </p:cNvPr>
          <p:cNvCxnSpPr>
            <a:cxnSpLocks/>
          </p:cNvCxnSpPr>
          <p:nvPr/>
        </p:nvCxnSpPr>
        <p:spPr>
          <a:xfrm flipH="1">
            <a:off x="2880666" y="224427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0DE3C97-48E9-4A2F-AC0B-E0D973A6F527}"/>
              </a:ext>
            </a:extLst>
          </p:cNvPr>
          <p:cNvCxnSpPr>
            <a:cxnSpLocks/>
          </p:cNvCxnSpPr>
          <p:nvPr/>
        </p:nvCxnSpPr>
        <p:spPr>
          <a:xfrm flipH="1">
            <a:off x="3154207" y="224427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B6CDC04-D681-4B51-9E3E-6208B602FE5C}"/>
              </a:ext>
            </a:extLst>
          </p:cNvPr>
          <p:cNvCxnSpPr>
            <a:cxnSpLocks/>
          </p:cNvCxnSpPr>
          <p:nvPr/>
        </p:nvCxnSpPr>
        <p:spPr>
          <a:xfrm flipH="1">
            <a:off x="3433843" y="224253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3DBBD15-5304-43A7-9C9D-A7AA5B5859AD}"/>
              </a:ext>
            </a:extLst>
          </p:cNvPr>
          <p:cNvCxnSpPr>
            <a:cxnSpLocks/>
          </p:cNvCxnSpPr>
          <p:nvPr/>
        </p:nvCxnSpPr>
        <p:spPr>
          <a:xfrm flipH="1">
            <a:off x="3719577" y="223207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94639B2-2A14-4B00-A196-82BC00BA1848}"/>
              </a:ext>
            </a:extLst>
          </p:cNvPr>
          <p:cNvCxnSpPr>
            <a:cxnSpLocks/>
          </p:cNvCxnSpPr>
          <p:nvPr/>
        </p:nvCxnSpPr>
        <p:spPr>
          <a:xfrm flipH="1">
            <a:off x="4011407" y="223207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E7A63B9-FB16-46A6-9B39-38AE16486906}"/>
              </a:ext>
            </a:extLst>
          </p:cNvPr>
          <p:cNvCxnSpPr>
            <a:cxnSpLocks/>
          </p:cNvCxnSpPr>
          <p:nvPr/>
        </p:nvCxnSpPr>
        <p:spPr>
          <a:xfrm flipH="1">
            <a:off x="4284948" y="223207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5CBEAC1-2310-46CC-9D7E-995E4D33C2EE}"/>
              </a:ext>
            </a:extLst>
          </p:cNvPr>
          <p:cNvCxnSpPr>
            <a:cxnSpLocks/>
          </p:cNvCxnSpPr>
          <p:nvPr/>
        </p:nvCxnSpPr>
        <p:spPr>
          <a:xfrm flipH="1">
            <a:off x="4558488" y="223033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DB9F42C-A715-4A9E-8A6E-042A3257002F}"/>
              </a:ext>
            </a:extLst>
          </p:cNvPr>
          <p:cNvCxnSpPr>
            <a:cxnSpLocks/>
          </p:cNvCxnSpPr>
          <p:nvPr/>
        </p:nvCxnSpPr>
        <p:spPr>
          <a:xfrm flipH="1">
            <a:off x="321258" y="2252110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AAB3119-A1C7-4A13-B9FC-CED31B364017}"/>
              </a:ext>
            </a:extLst>
          </p:cNvPr>
          <p:cNvCxnSpPr>
            <a:cxnSpLocks/>
          </p:cNvCxnSpPr>
          <p:nvPr/>
        </p:nvCxnSpPr>
        <p:spPr>
          <a:xfrm>
            <a:off x="327355" y="2248192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0F3A9A-931D-4C0C-8525-A297288F6BB7}"/>
              </a:ext>
            </a:extLst>
          </p:cNvPr>
          <p:cNvCxnSpPr>
            <a:cxnSpLocks/>
          </p:cNvCxnSpPr>
          <p:nvPr/>
        </p:nvCxnSpPr>
        <p:spPr>
          <a:xfrm>
            <a:off x="890484" y="2250456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914E859-033C-4514-8999-4D57487B5318}"/>
              </a:ext>
            </a:extLst>
          </p:cNvPr>
          <p:cNvCxnSpPr>
            <a:cxnSpLocks/>
          </p:cNvCxnSpPr>
          <p:nvPr/>
        </p:nvCxnSpPr>
        <p:spPr>
          <a:xfrm>
            <a:off x="1459618" y="2257118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6A7EC5-DD37-4836-9306-CE5A0C953E5B}"/>
              </a:ext>
            </a:extLst>
          </p:cNvPr>
          <p:cNvCxnSpPr>
            <a:cxnSpLocks/>
          </p:cNvCxnSpPr>
          <p:nvPr/>
        </p:nvCxnSpPr>
        <p:spPr>
          <a:xfrm>
            <a:off x="2026310" y="2256115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E9968B1-ADC6-4649-8B04-C2E8F452D7FB}"/>
              </a:ext>
            </a:extLst>
          </p:cNvPr>
          <p:cNvCxnSpPr>
            <a:cxnSpLocks/>
          </p:cNvCxnSpPr>
          <p:nvPr/>
        </p:nvCxnSpPr>
        <p:spPr>
          <a:xfrm>
            <a:off x="2590258" y="2256885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13D9E5-1E52-49E5-B3E3-801801E8B12D}"/>
              </a:ext>
            </a:extLst>
          </p:cNvPr>
          <p:cNvCxnSpPr>
            <a:cxnSpLocks/>
          </p:cNvCxnSpPr>
          <p:nvPr/>
        </p:nvCxnSpPr>
        <p:spPr>
          <a:xfrm>
            <a:off x="3151397" y="2256406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4D3DFA4-4C1C-4B03-A969-59E9FE2E6CD8}"/>
              </a:ext>
            </a:extLst>
          </p:cNvPr>
          <p:cNvCxnSpPr>
            <a:cxnSpLocks/>
          </p:cNvCxnSpPr>
          <p:nvPr/>
        </p:nvCxnSpPr>
        <p:spPr>
          <a:xfrm>
            <a:off x="3722624" y="2244271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219CBB2-2484-49A9-B388-222345F2F5FE}"/>
              </a:ext>
            </a:extLst>
          </p:cNvPr>
          <p:cNvCxnSpPr>
            <a:cxnSpLocks/>
          </p:cNvCxnSpPr>
          <p:nvPr/>
        </p:nvCxnSpPr>
        <p:spPr>
          <a:xfrm>
            <a:off x="4281225" y="2246086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504E268-C078-4E8F-B374-1E3815EE376A}"/>
              </a:ext>
            </a:extLst>
          </p:cNvPr>
          <p:cNvCxnSpPr>
            <a:cxnSpLocks/>
          </p:cNvCxnSpPr>
          <p:nvPr/>
        </p:nvCxnSpPr>
        <p:spPr>
          <a:xfrm flipH="1">
            <a:off x="874698" y="2253330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BA91282-E3B5-44BA-AABC-B998F86AA54D}"/>
              </a:ext>
            </a:extLst>
          </p:cNvPr>
          <p:cNvCxnSpPr>
            <a:cxnSpLocks/>
          </p:cNvCxnSpPr>
          <p:nvPr/>
        </p:nvCxnSpPr>
        <p:spPr>
          <a:xfrm flipH="1">
            <a:off x="1439305" y="2260033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CDCC337-9DA6-4247-B2DB-F321C1B2DA38}"/>
              </a:ext>
            </a:extLst>
          </p:cNvPr>
          <p:cNvCxnSpPr>
            <a:cxnSpLocks/>
          </p:cNvCxnSpPr>
          <p:nvPr/>
        </p:nvCxnSpPr>
        <p:spPr>
          <a:xfrm flipH="1">
            <a:off x="2005338" y="2257814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D95C57E-5486-4908-8C3E-D41B0397E19F}"/>
              </a:ext>
            </a:extLst>
          </p:cNvPr>
          <p:cNvCxnSpPr>
            <a:cxnSpLocks/>
          </p:cNvCxnSpPr>
          <p:nvPr/>
        </p:nvCxnSpPr>
        <p:spPr>
          <a:xfrm flipH="1">
            <a:off x="2579347" y="2251893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62D568D-49BC-4CF2-9483-4E11F4B6E806}"/>
              </a:ext>
            </a:extLst>
          </p:cNvPr>
          <p:cNvCxnSpPr>
            <a:cxnSpLocks/>
          </p:cNvCxnSpPr>
          <p:nvPr/>
        </p:nvCxnSpPr>
        <p:spPr>
          <a:xfrm flipH="1">
            <a:off x="3127583" y="2252546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8E940AF-C94D-4D95-B23E-0AB7161BB269}"/>
              </a:ext>
            </a:extLst>
          </p:cNvPr>
          <p:cNvCxnSpPr>
            <a:cxnSpLocks/>
          </p:cNvCxnSpPr>
          <p:nvPr/>
        </p:nvCxnSpPr>
        <p:spPr>
          <a:xfrm flipH="1">
            <a:off x="3713955" y="2248192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C02D794-2C06-4A44-8FDD-9680BBB4DD80}"/>
              </a:ext>
            </a:extLst>
          </p:cNvPr>
          <p:cNvCxnSpPr>
            <a:cxnSpLocks/>
          </p:cNvCxnSpPr>
          <p:nvPr/>
        </p:nvCxnSpPr>
        <p:spPr>
          <a:xfrm flipH="1">
            <a:off x="4272082" y="2252588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888650F-68A4-46C1-86DE-F9DBD9277084}"/>
              </a:ext>
            </a:extLst>
          </p:cNvPr>
          <p:cNvCxnSpPr>
            <a:cxnSpLocks/>
          </p:cNvCxnSpPr>
          <p:nvPr/>
        </p:nvCxnSpPr>
        <p:spPr>
          <a:xfrm flipH="1">
            <a:off x="343973" y="319729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846FBC0-0101-48DF-91F4-F5EEE9A798D0}"/>
              </a:ext>
            </a:extLst>
          </p:cNvPr>
          <p:cNvCxnSpPr>
            <a:cxnSpLocks/>
          </p:cNvCxnSpPr>
          <p:nvPr/>
        </p:nvCxnSpPr>
        <p:spPr>
          <a:xfrm flipH="1">
            <a:off x="635803" y="319729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62EB830-13C0-44E0-80D2-B130C096435C}"/>
              </a:ext>
            </a:extLst>
          </p:cNvPr>
          <p:cNvCxnSpPr>
            <a:cxnSpLocks/>
          </p:cNvCxnSpPr>
          <p:nvPr/>
        </p:nvCxnSpPr>
        <p:spPr>
          <a:xfrm flipH="1">
            <a:off x="1188980" y="319555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1C65B1E-8B4A-42A4-89F5-60D587DEE555}"/>
              </a:ext>
            </a:extLst>
          </p:cNvPr>
          <p:cNvCxnSpPr>
            <a:cxnSpLocks/>
          </p:cNvCxnSpPr>
          <p:nvPr/>
        </p:nvCxnSpPr>
        <p:spPr>
          <a:xfrm flipH="1">
            <a:off x="1766544" y="318510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F66CCAC-2CB3-463C-8AC2-75282D9E6A71}"/>
              </a:ext>
            </a:extLst>
          </p:cNvPr>
          <p:cNvCxnSpPr>
            <a:cxnSpLocks/>
          </p:cNvCxnSpPr>
          <p:nvPr/>
        </p:nvCxnSpPr>
        <p:spPr>
          <a:xfrm flipH="1">
            <a:off x="2040085" y="318510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DE32780-F51E-4162-9147-F1AA8F6DA547}"/>
              </a:ext>
            </a:extLst>
          </p:cNvPr>
          <p:cNvCxnSpPr>
            <a:cxnSpLocks/>
          </p:cNvCxnSpPr>
          <p:nvPr/>
        </p:nvCxnSpPr>
        <p:spPr>
          <a:xfrm flipH="1">
            <a:off x="2313625" y="319555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F998B23-B7E3-42A9-BCEA-AAD09627EBD8}"/>
              </a:ext>
            </a:extLst>
          </p:cNvPr>
          <p:cNvCxnSpPr>
            <a:cxnSpLocks/>
          </p:cNvCxnSpPr>
          <p:nvPr/>
        </p:nvCxnSpPr>
        <p:spPr>
          <a:xfrm flipH="1">
            <a:off x="2605454" y="319816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6788E42-6990-4D1B-AB50-371597AFE564}"/>
              </a:ext>
            </a:extLst>
          </p:cNvPr>
          <p:cNvCxnSpPr>
            <a:cxnSpLocks/>
          </p:cNvCxnSpPr>
          <p:nvPr/>
        </p:nvCxnSpPr>
        <p:spPr>
          <a:xfrm flipH="1">
            <a:off x="2897284" y="319816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378264C-9FA4-4E3F-A4B3-E406A432EB92}"/>
              </a:ext>
            </a:extLst>
          </p:cNvPr>
          <p:cNvCxnSpPr>
            <a:cxnSpLocks/>
          </p:cNvCxnSpPr>
          <p:nvPr/>
        </p:nvCxnSpPr>
        <p:spPr>
          <a:xfrm flipH="1">
            <a:off x="3170825" y="319816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BC2D08C-1FC4-41AD-BF30-2D945773E767}"/>
              </a:ext>
            </a:extLst>
          </p:cNvPr>
          <p:cNvCxnSpPr>
            <a:cxnSpLocks/>
          </p:cNvCxnSpPr>
          <p:nvPr/>
        </p:nvCxnSpPr>
        <p:spPr>
          <a:xfrm flipH="1">
            <a:off x="3450461" y="319642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E7C1E2A-FD47-4960-B269-187BD13DD205}"/>
              </a:ext>
            </a:extLst>
          </p:cNvPr>
          <p:cNvCxnSpPr>
            <a:cxnSpLocks/>
          </p:cNvCxnSpPr>
          <p:nvPr/>
        </p:nvCxnSpPr>
        <p:spPr>
          <a:xfrm flipH="1">
            <a:off x="3736195" y="318597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604B964-3ADC-412D-AB83-C3DD343FD961}"/>
              </a:ext>
            </a:extLst>
          </p:cNvPr>
          <p:cNvCxnSpPr>
            <a:cxnSpLocks/>
          </p:cNvCxnSpPr>
          <p:nvPr/>
        </p:nvCxnSpPr>
        <p:spPr>
          <a:xfrm flipH="1">
            <a:off x="4028025" y="318597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352E7F7-0D25-4DD6-BB77-D07FD9431276}"/>
              </a:ext>
            </a:extLst>
          </p:cNvPr>
          <p:cNvCxnSpPr>
            <a:cxnSpLocks/>
          </p:cNvCxnSpPr>
          <p:nvPr/>
        </p:nvCxnSpPr>
        <p:spPr>
          <a:xfrm flipH="1">
            <a:off x="4301566" y="318597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336510A-2860-4DFD-A841-883A5CC1327A}"/>
              </a:ext>
            </a:extLst>
          </p:cNvPr>
          <p:cNvCxnSpPr>
            <a:cxnSpLocks/>
          </p:cNvCxnSpPr>
          <p:nvPr/>
        </p:nvCxnSpPr>
        <p:spPr>
          <a:xfrm flipH="1">
            <a:off x="4575106" y="318423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B306681-8E67-47C5-B22F-DABA5FC905FD}"/>
              </a:ext>
            </a:extLst>
          </p:cNvPr>
          <p:cNvCxnSpPr>
            <a:cxnSpLocks/>
          </p:cNvCxnSpPr>
          <p:nvPr/>
        </p:nvCxnSpPr>
        <p:spPr>
          <a:xfrm flipH="1">
            <a:off x="343973" y="417963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0B607C7-F5DC-410D-A900-3BC6488E3918}"/>
              </a:ext>
            </a:extLst>
          </p:cNvPr>
          <p:cNvCxnSpPr>
            <a:cxnSpLocks/>
          </p:cNvCxnSpPr>
          <p:nvPr/>
        </p:nvCxnSpPr>
        <p:spPr>
          <a:xfrm flipH="1">
            <a:off x="635803" y="417963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5E536E9-5E53-4B1C-85EA-8B4AA372EF7E}"/>
              </a:ext>
            </a:extLst>
          </p:cNvPr>
          <p:cNvCxnSpPr>
            <a:cxnSpLocks/>
          </p:cNvCxnSpPr>
          <p:nvPr/>
        </p:nvCxnSpPr>
        <p:spPr>
          <a:xfrm flipH="1">
            <a:off x="1188980" y="417789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15A7E1D-3F06-4535-8E1B-33BCBF0AACC3}"/>
              </a:ext>
            </a:extLst>
          </p:cNvPr>
          <p:cNvCxnSpPr>
            <a:cxnSpLocks/>
          </p:cNvCxnSpPr>
          <p:nvPr/>
        </p:nvCxnSpPr>
        <p:spPr>
          <a:xfrm flipH="1">
            <a:off x="1766544" y="416744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D813C2A-67E0-4C12-8D54-48A3BDD9387F}"/>
              </a:ext>
            </a:extLst>
          </p:cNvPr>
          <p:cNvCxnSpPr>
            <a:cxnSpLocks/>
          </p:cNvCxnSpPr>
          <p:nvPr/>
        </p:nvCxnSpPr>
        <p:spPr>
          <a:xfrm flipH="1">
            <a:off x="2040085" y="416744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A044663-9631-4EF4-8CA8-4A7422025D36}"/>
              </a:ext>
            </a:extLst>
          </p:cNvPr>
          <p:cNvCxnSpPr>
            <a:cxnSpLocks/>
          </p:cNvCxnSpPr>
          <p:nvPr/>
        </p:nvCxnSpPr>
        <p:spPr>
          <a:xfrm flipH="1">
            <a:off x="2313625" y="417789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904371B-B95C-4423-828C-2422F39AE326}"/>
              </a:ext>
            </a:extLst>
          </p:cNvPr>
          <p:cNvCxnSpPr>
            <a:cxnSpLocks/>
          </p:cNvCxnSpPr>
          <p:nvPr/>
        </p:nvCxnSpPr>
        <p:spPr>
          <a:xfrm flipH="1">
            <a:off x="2605454" y="418050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CF255A9-BE2F-4B0C-9B62-8A656D6D095F}"/>
              </a:ext>
            </a:extLst>
          </p:cNvPr>
          <p:cNvCxnSpPr>
            <a:cxnSpLocks/>
          </p:cNvCxnSpPr>
          <p:nvPr/>
        </p:nvCxnSpPr>
        <p:spPr>
          <a:xfrm flipH="1">
            <a:off x="2897284" y="418050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F8E6391-19C3-4BB4-9CC9-C71150E32B92}"/>
              </a:ext>
            </a:extLst>
          </p:cNvPr>
          <p:cNvCxnSpPr>
            <a:cxnSpLocks/>
          </p:cNvCxnSpPr>
          <p:nvPr/>
        </p:nvCxnSpPr>
        <p:spPr>
          <a:xfrm flipH="1">
            <a:off x="3170825" y="418050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C561AF5-FF2C-4AB3-8252-2DE2B44B635D}"/>
              </a:ext>
            </a:extLst>
          </p:cNvPr>
          <p:cNvCxnSpPr>
            <a:cxnSpLocks/>
          </p:cNvCxnSpPr>
          <p:nvPr/>
        </p:nvCxnSpPr>
        <p:spPr>
          <a:xfrm flipH="1">
            <a:off x="3450461" y="417876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516192B-4B62-4D3C-ACD2-07283FB7AC3D}"/>
              </a:ext>
            </a:extLst>
          </p:cNvPr>
          <p:cNvCxnSpPr>
            <a:cxnSpLocks/>
          </p:cNvCxnSpPr>
          <p:nvPr/>
        </p:nvCxnSpPr>
        <p:spPr>
          <a:xfrm flipH="1">
            <a:off x="3736195" y="416831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F777E7C-1EEE-4961-9F44-83A700BDFA6F}"/>
              </a:ext>
            </a:extLst>
          </p:cNvPr>
          <p:cNvCxnSpPr>
            <a:cxnSpLocks/>
          </p:cNvCxnSpPr>
          <p:nvPr/>
        </p:nvCxnSpPr>
        <p:spPr>
          <a:xfrm flipH="1">
            <a:off x="4028025" y="416831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382ADE6-1535-43AE-ABAB-702178185978}"/>
              </a:ext>
            </a:extLst>
          </p:cNvPr>
          <p:cNvCxnSpPr>
            <a:cxnSpLocks/>
          </p:cNvCxnSpPr>
          <p:nvPr/>
        </p:nvCxnSpPr>
        <p:spPr>
          <a:xfrm flipH="1">
            <a:off x="4301566" y="416831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52244EB-028B-4B0A-998D-DBC8136C91B7}"/>
              </a:ext>
            </a:extLst>
          </p:cNvPr>
          <p:cNvCxnSpPr>
            <a:cxnSpLocks/>
          </p:cNvCxnSpPr>
          <p:nvPr/>
        </p:nvCxnSpPr>
        <p:spPr>
          <a:xfrm flipH="1">
            <a:off x="4575106" y="416657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E4E9657-CCA5-41C0-A9E8-1F77BDE0790B}"/>
              </a:ext>
            </a:extLst>
          </p:cNvPr>
          <p:cNvCxnSpPr>
            <a:cxnSpLocks/>
          </p:cNvCxnSpPr>
          <p:nvPr/>
        </p:nvCxnSpPr>
        <p:spPr>
          <a:xfrm flipH="1">
            <a:off x="351447" y="516516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38B96FC-0F9E-499E-A762-C90AB7F50174}"/>
              </a:ext>
            </a:extLst>
          </p:cNvPr>
          <p:cNvCxnSpPr>
            <a:cxnSpLocks/>
          </p:cNvCxnSpPr>
          <p:nvPr/>
        </p:nvCxnSpPr>
        <p:spPr>
          <a:xfrm flipH="1">
            <a:off x="643277" y="516516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0728216-DDF5-455C-A91C-69540007576D}"/>
              </a:ext>
            </a:extLst>
          </p:cNvPr>
          <p:cNvCxnSpPr>
            <a:cxnSpLocks/>
          </p:cNvCxnSpPr>
          <p:nvPr/>
        </p:nvCxnSpPr>
        <p:spPr>
          <a:xfrm flipH="1">
            <a:off x="1196454" y="516342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FEF90BD-5E47-40D0-A270-622FFC95EB91}"/>
              </a:ext>
            </a:extLst>
          </p:cNvPr>
          <p:cNvCxnSpPr>
            <a:cxnSpLocks/>
          </p:cNvCxnSpPr>
          <p:nvPr/>
        </p:nvCxnSpPr>
        <p:spPr>
          <a:xfrm flipH="1">
            <a:off x="1774018" y="515297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1965E43-6B08-4F58-8EDD-800C7DB764E2}"/>
              </a:ext>
            </a:extLst>
          </p:cNvPr>
          <p:cNvCxnSpPr>
            <a:cxnSpLocks/>
          </p:cNvCxnSpPr>
          <p:nvPr/>
        </p:nvCxnSpPr>
        <p:spPr>
          <a:xfrm flipH="1">
            <a:off x="2047559" y="515297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89CF71B-1FB4-4609-8A4D-F9800AD3A8A8}"/>
              </a:ext>
            </a:extLst>
          </p:cNvPr>
          <p:cNvCxnSpPr>
            <a:cxnSpLocks/>
          </p:cNvCxnSpPr>
          <p:nvPr/>
        </p:nvCxnSpPr>
        <p:spPr>
          <a:xfrm flipH="1">
            <a:off x="2321099" y="516342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4A21462-2239-4E5E-B05B-EFD287F86EB7}"/>
              </a:ext>
            </a:extLst>
          </p:cNvPr>
          <p:cNvCxnSpPr>
            <a:cxnSpLocks/>
          </p:cNvCxnSpPr>
          <p:nvPr/>
        </p:nvCxnSpPr>
        <p:spPr>
          <a:xfrm flipH="1">
            <a:off x="2612928" y="516603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AC6CA0A-7259-4B59-A2E5-E89DD46AEB71}"/>
              </a:ext>
            </a:extLst>
          </p:cNvPr>
          <p:cNvCxnSpPr>
            <a:cxnSpLocks/>
          </p:cNvCxnSpPr>
          <p:nvPr/>
        </p:nvCxnSpPr>
        <p:spPr>
          <a:xfrm flipH="1">
            <a:off x="2904758" y="516603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C851C22-BFD2-440C-A96D-035DAF90B3F2}"/>
              </a:ext>
            </a:extLst>
          </p:cNvPr>
          <p:cNvCxnSpPr>
            <a:cxnSpLocks/>
          </p:cNvCxnSpPr>
          <p:nvPr/>
        </p:nvCxnSpPr>
        <p:spPr>
          <a:xfrm flipH="1">
            <a:off x="3178299" y="516603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81A8B4F-141F-4BDE-8FC7-A58B059780E4}"/>
              </a:ext>
            </a:extLst>
          </p:cNvPr>
          <p:cNvCxnSpPr>
            <a:cxnSpLocks/>
          </p:cNvCxnSpPr>
          <p:nvPr/>
        </p:nvCxnSpPr>
        <p:spPr>
          <a:xfrm flipH="1">
            <a:off x="3457935" y="516429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6279A5D-1CA0-4C58-8A08-158B05ECB302}"/>
              </a:ext>
            </a:extLst>
          </p:cNvPr>
          <p:cNvCxnSpPr>
            <a:cxnSpLocks/>
          </p:cNvCxnSpPr>
          <p:nvPr/>
        </p:nvCxnSpPr>
        <p:spPr>
          <a:xfrm flipH="1">
            <a:off x="3743669" y="515384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D0F907B-31ED-4EB3-BF75-A053F9ACDA9F}"/>
              </a:ext>
            </a:extLst>
          </p:cNvPr>
          <p:cNvCxnSpPr>
            <a:cxnSpLocks/>
          </p:cNvCxnSpPr>
          <p:nvPr/>
        </p:nvCxnSpPr>
        <p:spPr>
          <a:xfrm flipH="1">
            <a:off x="4035499" y="515384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F357A08-E9F4-4D7A-886C-199EFEC12456}"/>
              </a:ext>
            </a:extLst>
          </p:cNvPr>
          <p:cNvCxnSpPr>
            <a:cxnSpLocks/>
          </p:cNvCxnSpPr>
          <p:nvPr/>
        </p:nvCxnSpPr>
        <p:spPr>
          <a:xfrm flipH="1">
            <a:off x="4309040" y="515384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6F38167-BC86-45C0-A677-E3986A232009}"/>
              </a:ext>
            </a:extLst>
          </p:cNvPr>
          <p:cNvCxnSpPr>
            <a:cxnSpLocks/>
          </p:cNvCxnSpPr>
          <p:nvPr/>
        </p:nvCxnSpPr>
        <p:spPr>
          <a:xfrm flipH="1">
            <a:off x="4582580" y="515210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2D4B83A-0695-421B-A53C-4618CED4E913}"/>
              </a:ext>
            </a:extLst>
          </p:cNvPr>
          <p:cNvCxnSpPr>
            <a:cxnSpLocks/>
          </p:cNvCxnSpPr>
          <p:nvPr/>
        </p:nvCxnSpPr>
        <p:spPr>
          <a:xfrm flipH="1">
            <a:off x="901513" y="320150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6D5D17D-A2A6-4FCC-9D1D-0F5EFC2695BC}"/>
              </a:ext>
            </a:extLst>
          </p:cNvPr>
          <p:cNvCxnSpPr>
            <a:cxnSpLocks/>
          </p:cNvCxnSpPr>
          <p:nvPr/>
        </p:nvCxnSpPr>
        <p:spPr>
          <a:xfrm flipH="1">
            <a:off x="1459263" y="318931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8DEC865-CE80-4F1A-9395-1D7497DFB841}"/>
              </a:ext>
            </a:extLst>
          </p:cNvPr>
          <p:cNvCxnSpPr>
            <a:cxnSpLocks/>
          </p:cNvCxnSpPr>
          <p:nvPr/>
        </p:nvCxnSpPr>
        <p:spPr>
          <a:xfrm flipH="1">
            <a:off x="902233" y="417789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4C7127C-D33F-47B9-8981-4179535CED61}"/>
              </a:ext>
            </a:extLst>
          </p:cNvPr>
          <p:cNvCxnSpPr>
            <a:cxnSpLocks/>
          </p:cNvCxnSpPr>
          <p:nvPr/>
        </p:nvCxnSpPr>
        <p:spPr>
          <a:xfrm flipH="1">
            <a:off x="1459983" y="416570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D1E8D7C1-195F-4EC2-8D30-B8DECB3F0E6F}"/>
              </a:ext>
            </a:extLst>
          </p:cNvPr>
          <p:cNvCxnSpPr>
            <a:cxnSpLocks/>
          </p:cNvCxnSpPr>
          <p:nvPr/>
        </p:nvCxnSpPr>
        <p:spPr>
          <a:xfrm flipH="1">
            <a:off x="898527" y="516037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BEA16FC-4B22-456E-AA46-4944AF70CFC8}"/>
              </a:ext>
            </a:extLst>
          </p:cNvPr>
          <p:cNvCxnSpPr>
            <a:cxnSpLocks/>
          </p:cNvCxnSpPr>
          <p:nvPr/>
        </p:nvCxnSpPr>
        <p:spPr>
          <a:xfrm flipH="1">
            <a:off x="1456277" y="514818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20572C8-CAAC-4F9D-B977-617810170BC5}"/>
              </a:ext>
            </a:extLst>
          </p:cNvPr>
          <p:cNvCxnSpPr>
            <a:cxnSpLocks/>
          </p:cNvCxnSpPr>
          <p:nvPr/>
        </p:nvCxnSpPr>
        <p:spPr>
          <a:xfrm>
            <a:off x="348650" y="3212171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19C2A32-44DB-4718-A27B-AD64036DD617}"/>
              </a:ext>
            </a:extLst>
          </p:cNvPr>
          <p:cNvCxnSpPr>
            <a:cxnSpLocks/>
          </p:cNvCxnSpPr>
          <p:nvPr/>
        </p:nvCxnSpPr>
        <p:spPr>
          <a:xfrm>
            <a:off x="637511" y="3212171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B5D5B96-F7DA-4296-A3A5-4257DE80B26F}"/>
              </a:ext>
            </a:extLst>
          </p:cNvPr>
          <p:cNvCxnSpPr>
            <a:cxnSpLocks/>
          </p:cNvCxnSpPr>
          <p:nvPr/>
        </p:nvCxnSpPr>
        <p:spPr>
          <a:xfrm>
            <a:off x="1476343" y="3214131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5F61A3B-1AAB-46BF-B5F9-B3111EE3284F}"/>
              </a:ext>
            </a:extLst>
          </p:cNvPr>
          <p:cNvCxnSpPr>
            <a:cxnSpLocks/>
          </p:cNvCxnSpPr>
          <p:nvPr/>
        </p:nvCxnSpPr>
        <p:spPr>
          <a:xfrm>
            <a:off x="1765204" y="3214131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5FE518A0-C2DF-4848-BC21-26EB06BC6516}"/>
              </a:ext>
            </a:extLst>
          </p:cNvPr>
          <p:cNvCxnSpPr>
            <a:cxnSpLocks/>
          </p:cNvCxnSpPr>
          <p:nvPr/>
        </p:nvCxnSpPr>
        <p:spPr>
          <a:xfrm>
            <a:off x="2619432" y="3214866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5A7801F-F804-4F23-9586-74D5DFA2EEAC}"/>
              </a:ext>
            </a:extLst>
          </p:cNvPr>
          <p:cNvCxnSpPr>
            <a:cxnSpLocks/>
          </p:cNvCxnSpPr>
          <p:nvPr/>
        </p:nvCxnSpPr>
        <p:spPr>
          <a:xfrm>
            <a:off x="2908293" y="3214866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7BFA33C-2908-4C42-8AE9-9C588E9705B2}"/>
              </a:ext>
            </a:extLst>
          </p:cNvPr>
          <p:cNvCxnSpPr>
            <a:cxnSpLocks/>
          </p:cNvCxnSpPr>
          <p:nvPr/>
        </p:nvCxnSpPr>
        <p:spPr>
          <a:xfrm>
            <a:off x="3754443" y="3213336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19B9903-8DD5-4577-9742-233B90B51535}"/>
              </a:ext>
            </a:extLst>
          </p:cNvPr>
          <p:cNvCxnSpPr>
            <a:cxnSpLocks/>
          </p:cNvCxnSpPr>
          <p:nvPr/>
        </p:nvCxnSpPr>
        <p:spPr>
          <a:xfrm>
            <a:off x="4043304" y="3213336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C8D1B9F2-A080-4D9E-912F-FA580B073B46}"/>
              </a:ext>
            </a:extLst>
          </p:cNvPr>
          <p:cNvCxnSpPr>
            <a:cxnSpLocks/>
          </p:cNvCxnSpPr>
          <p:nvPr/>
        </p:nvCxnSpPr>
        <p:spPr>
          <a:xfrm flipH="1">
            <a:off x="341713" y="3211088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A77383F8-4D3B-4E8C-BDA5-97B51CA3EBFA}"/>
              </a:ext>
            </a:extLst>
          </p:cNvPr>
          <p:cNvCxnSpPr>
            <a:cxnSpLocks/>
          </p:cNvCxnSpPr>
          <p:nvPr/>
        </p:nvCxnSpPr>
        <p:spPr>
          <a:xfrm flipH="1">
            <a:off x="636388" y="3207162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B0897D5-B07D-4EB2-9C91-110FDB652FC0}"/>
              </a:ext>
            </a:extLst>
          </p:cNvPr>
          <p:cNvCxnSpPr>
            <a:cxnSpLocks/>
          </p:cNvCxnSpPr>
          <p:nvPr/>
        </p:nvCxnSpPr>
        <p:spPr>
          <a:xfrm flipH="1">
            <a:off x="1463925" y="3208384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6DB6225-CB62-4F14-ACF1-B66D2681930E}"/>
              </a:ext>
            </a:extLst>
          </p:cNvPr>
          <p:cNvCxnSpPr>
            <a:cxnSpLocks/>
          </p:cNvCxnSpPr>
          <p:nvPr/>
        </p:nvCxnSpPr>
        <p:spPr>
          <a:xfrm flipH="1">
            <a:off x="1758600" y="3204458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F9815A0-E2BB-44B9-B268-8BC273E693D4}"/>
              </a:ext>
            </a:extLst>
          </p:cNvPr>
          <p:cNvCxnSpPr>
            <a:cxnSpLocks/>
          </p:cNvCxnSpPr>
          <p:nvPr/>
        </p:nvCxnSpPr>
        <p:spPr>
          <a:xfrm flipH="1">
            <a:off x="2601315" y="3210991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6C000A2-9068-461C-9B60-9AF2EC9AF78C}"/>
              </a:ext>
            </a:extLst>
          </p:cNvPr>
          <p:cNvCxnSpPr>
            <a:cxnSpLocks/>
          </p:cNvCxnSpPr>
          <p:nvPr/>
        </p:nvCxnSpPr>
        <p:spPr>
          <a:xfrm flipH="1">
            <a:off x="2895990" y="3207065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BF4A199C-08C5-4ED9-8443-E60E3C2A3490}"/>
              </a:ext>
            </a:extLst>
          </p:cNvPr>
          <p:cNvCxnSpPr>
            <a:cxnSpLocks/>
          </p:cNvCxnSpPr>
          <p:nvPr/>
        </p:nvCxnSpPr>
        <p:spPr>
          <a:xfrm flipH="1">
            <a:off x="3741031" y="3210991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7FEDACE-1EC6-4D20-BD42-D487D4B20A0E}"/>
              </a:ext>
            </a:extLst>
          </p:cNvPr>
          <p:cNvCxnSpPr>
            <a:cxnSpLocks/>
          </p:cNvCxnSpPr>
          <p:nvPr/>
        </p:nvCxnSpPr>
        <p:spPr>
          <a:xfrm flipH="1">
            <a:off x="4035706" y="3207065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F7529085-20F5-4A71-B677-0DCB28961E56}"/>
              </a:ext>
            </a:extLst>
          </p:cNvPr>
          <p:cNvCxnSpPr>
            <a:cxnSpLocks/>
          </p:cNvCxnSpPr>
          <p:nvPr/>
        </p:nvCxnSpPr>
        <p:spPr>
          <a:xfrm>
            <a:off x="346312" y="4173109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F0F76C7-5D9F-4DAB-99FE-AF9791502ADB}"/>
              </a:ext>
            </a:extLst>
          </p:cNvPr>
          <p:cNvCxnSpPr>
            <a:cxnSpLocks/>
          </p:cNvCxnSpPr>
          <p:nvPr/>
        </p:nvCxnSpPr>
        <p:spPr>
          <a:xfrm>
            <a:off x="656431" y="4179634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6B17E364-B259-4A55-BCE8-6D254A56CA5C}"/>
              </a:ext>
            </a:extLst>
          </p:cNvPr>
          <p:cNvCxnSpPr>
            <a:cxnSpLocks/>
          </p:cNvCxnSpPr>
          <p:nvPr/>
        </p:nvCxnSpPr>
        <p:spPr>
          <a:xfrm>
            <a:off x="907259" y="4179634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81A4676B-EB14-4BB4-B834-CD9BB6CC233A}"/>
              </a:ext>
            </a:extLst>
          </p:cNvPr>
          <p:cNvCxnSpPr>
            <a:cxnSpLocks/>
          </p:cNvCxnSpPr>
          <p:nvPr/>
        </p:nvCxnSpPr>
        <p:spPr>
          <a:xfrm>
            <a:off x="1195740" y="4177893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23A8B51-4357-43FE-80B7-524CBB10B31D}"/>
              </a:ext>
            </a:extLst>
          </p:cNvPr>
          <p:cNvCxnSpPr>
            <a:cxnSpLocks/>
          </p:cNvCxnSpPr>
          <p:nvPr/>
        </p:nvCxnSpPr>
        <p:spPr>
          <a:xfrm>
            <a:off x="2612213" y="4181574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B9E76F6-1A84-4BC7-B6F1-F15D0F89B59B}"/>
              </a:ext>
            </a:extLst>
          </p:cNvPr>
          <p:cNvCxnSpPr>
            <a:cxnSpLocks/>
          </p:cNvCxnSpPr>
          <p:nvPr/>
        </p:nvCxnSpPr>
        <p:spPr>
          <a:xfrm>
            <a:off x="2922332" y="4188099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EAB0F883-B02D-45DB-8679-3C388B122C41}"/>
              </a:ext>
            </a:extLst>
          </p:cNvPr>
          <p:cNvCxnSpPr>
            <a:cxnSpLocks/>
          </p:cNvCxnSpPr>
          <p:nvPr/>
        </p:nvCxnSpPr>
        <p:spPr>
          <a:xfrm>
            <a:off x="3173160" y="4188099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B45E1CC-70DA-4E35-B4D9-98D935A6229C}"/>
              </a:ext>
            </a:extLst>
          </p:cNvPr>
          <p:cNvCxnSpPr>
            <a:cxnSpLocks/>
          </p:cNvCxnSpPr>
          <p:nvPr/>
        </p:nvCxnSpPr>
        <p:spPr>
          <a:xfrm>
            <a:off x="3461641" y="4186358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E99CFCA-10AB-4A9E-B197-FC7DEFEE2FF1}"/>
              </a:ext>
            </a:extLst>
          </p:cNvPr>
          <p:cNvCxnSpPr>
            <a:cxnSpLocks/>
          </p:cNvCxnSpPr>
          <p:nvPr/>
        </p:nvCxnSpPr>
        <p:spPr>
          <a:xfrm flipH="1">
            <a:off x="345354" y="4169183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4590842-7BA7-4C75-AACF-981A52A51351}"/>
              </a:ext>
            </a:extLst>
          </p:cNvPr>
          <p:cNvCxnSpPr>
            <a:cxnSpLocks/>
          </p:cNvCxnSpPr>
          <p:nvPr/>
        </p:nvCxnSpPr>
        <p:spPr>
          <a:xfrm flipH="1">
            <a:off x="636882" y="4169183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613C6DAB-F475-425B-9BA6-3D0D04F13461}"/>
              </a:ext>
            </a:extLst>
          </p:cNvPr>
          <p:cNvCxnSpPr>
            <a:cxnSpLocks/>
          </p:cNvCxnSpPr>
          <p:nvPr/>
        </p:nvCxnSpPr>
        <p:spPr>
          <a:xfrm flipH="1">
            <a:off x="908005" y="4168967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88609E23-F25F-4BB5-ABE5-1D17E73C976C}"/>
              </a:ext>
            </a:extLst>
          </p:cNvPr>
          <p:cNvCxnSpPr>
            <a:cxnSpLocks/>
          </p:cNvCxnSpPr>
          <p:nvPr/>
        </p:nvCxnSpPr>
        <p:spPr>
          <a:xfrm flipH="1">
            <a:off x="1181016" y="4164179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DFC39241-28F6-4725-9B95-151F2D9BE9D4}"/>
              </a:ext>
            </a:extLst>
          </p:cNvPr>
          <p:cNvCxnSpPr>
            <a:cxnSpLocks/>
          </p:cNvCxnSpPr>
          <p:nvPr/>
        </p:nvCxnSpPr>
        <p:spPr>
          <a:xfrm flipH="1">
            <a:off x="2612213" y="4173109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06FE4A72-2A03-41B7-AAF0-66F506FB71DD}"/>
              </a:ext>
            </a:extLst>
          </p:cNvPr>
          <p:cNvCxnSpPr>
            <a:cxnSpLocks/>
          </p:cNvCxnSpPr>
          <p:nvPr/>
        </p:nvCxnSpPr>
        <p:spPr>
          <a:xfrm flipH="1">
            <a:off x="2903741" y="4173109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E35C3F7E-513E-4E79-A6FE-48D7AC7A6E3B}"/>
              </a:ext>
            </a:extLst>
          </p:cNvPr>
          <p:cNvCxnSpPr>
            <a:cxnSpLocks/>
          </p:cNvCxnSpPr>
          <p:nvPr/>
        </p:nvCxnSpPr>
        <p:spPr>
          <a:xfrm flipH="1">
            <a:off x="3174864" y="4172893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1BFC45EE-7CDC-4157-8FBD-BCA143D4E832}"/>
              </a:ext>
            </a:extLst>
          </p:cNvPr>
          <p:cNvCxnSpPr>
            <a:cxnSpLocks/>
          </p:cNvCxnSpPr>
          <p:nvPr/>
        </p:nvCxnSpPr>
        <p:spPr>
          <a:xfrm flipH="1">
            <a:off x="3447875" y="4168105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B1A27446-D8ED-49C5-B873-16B0D4698A18}"/>
              </a:ext>
            </a:extLst>
          </p:cNvPr>
          <p:cNvCxnSpPr>
            <a:cxnSpLocks/>
          </p:cNvCxnSpPr>
          <p:nvPr/>
        </p:nvCxnSpPr>
        <p:spPr>
          <a:xfrm flipH="1">
            <a:off x="341713" y="5166909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F53C30A7-0656-4F20-B42A-4BA4D093C504}"/>
              </a:ext>
            </a:extLst>
          </p:cNvPr>
          <p:cNvCxnSpPr>
            <a:cxnSpLocks/>
          </p:cNvCxnSpPr>
          <p:nvPr/>
        </p:nvCxnSpPr>
        <p:spPr>
          <a:xfrm flipH="1">
            <a:off x="650602" y="5160372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0D792212-F1D9-4522-B17C-EC4321F5B83D}"/>
              </a:ext>
            </a:extLst>
          </p:cNvPr>
          <p:cNvCxnSpPr>
            <a:cxnSpLocks/>
          </p:cNvCxnSpPr>
          <p:nvPr/>
        </p:nvCxnSpPr>
        <p:spPr>
          <a:xfrm flipH="1">
            <a:off x="905613" y="5160372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0B428392-0E79-405A-80FE-45F8B37F26E4}"/>
              </a:ext>
            </a:extLst>
          </p:cNvPr>
          <p:cNvCxnSpPr>
            <a:cxnSpLocks/>
          </p:cNvCxnSpPr>
          <p:nvPr/>
        </p:nvCxnSpPr>
        <p:spPr>
          <a:xfrm flipH="1">
            <a:off x="1203661" y="5166909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4C3DA07F-CC3B-4B2B-9DD5-BA32A86ECBED}"/>
              </a:ext>
            </a:extLst>
          </p:cNvPr>
          <p:cNvCxnSpPr>
            <a:cxnSpLocks/>
          </p:cNvCxnSpPr>
          <p:nvPr/>
        </p:nvCxnSpPr>
        <p:spPr>
          <a:xfrm flipH="1">
            <a:off x="1468979" y="5159082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07A3ADE4-A8A4-42F0-A9C3-26EA559EC636}"/>
              </a:ext>
            </a:extLst>
          </p:cNvPr>
          <p:cNvCxnSpPr>
            <a:cxnSpLocks/>
          </p:cNvCxnSpPr>
          <p:nvPr/>
        </p:nvCxnSpPr>
        <p:spPr>
          <a:xfrm flipH="1">
            <a:off x="1777868" y="5152545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A316DDD-C091-41FA-99AC-E3B6000591DA}"/>
              </a:ext>
            </a:extLst>
          </p:cNvPr>
          <p:cNvCxnSpPr>
            <a:cxnSpLocks/>
          </p:cNvCxnSpPr>
          <p:nvPr/>
        </p:nvCxnSpPr>
        <p:spPr>
          <a:xfrm flipH="1">
            <a:off x="2032879" y="5152545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E31316F-EBAB-42DB-9484-F4F332360A8A}"/>
              </a:ext>
            </a:extLst>
          </p:cNvPr>
          <p:cNvCxnSpPr>
            <a:cxnSpLocks/>
          </p:cNvCxnSpPr>
          <p:nvPr/>
        </p:nvCxnSpPr>
        <p:spPr>
          <a:xfrm flipH="1">
            <a:off x="2330927" y="5159082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D5F4DA6-B28B-465D-A025-681E35D4C5AA}"/>
              </a:ext>
            </a:extLst>
          </p:cNvPr>
          <p:cNvCxnSpPr>
            <a:cxnSpLocks/>
          </p:cNvCxnSpPr>
          <p:nvPr/>
        </p:nvCxnSpPr>
        <p:spPr>
          <a:xfrm>
            <a:off x="355297" y="5166039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58413B68-28D4-4056-B8FB-49FBA3B9EFB3}"/>
              </a:ext>
            </a:extLst>
          </p:cNvPr>
          <p:cNvCxnSpPr>
            <a:cxnSpLocks/>
          </p:cNvCxnSpPr>
          <p:nvPr/>
        </p:nvCxnSpPr>
        <p:spPr>
          <a:xfrm>
            <a:off x="649198" y="5166039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CC8215F-C451-4E07-BA41-59AB866A5126}"/>
              </a:ext>
            </a:extLst>
          </p:cNvPr>
          <p:cNvCxnSpPr>
            <a:cxnSpLocks/>
          </p:cNvCxnSpPr>
          <p:nvPr/>
        </p:nvCxnSpPr>
        <p:spPr>
          <a:xfrm>
            <a:off x="904223" y="5166038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02FA3A8B-F320-4180-BA79-EE996014A051}"/>
              </a:ext>
            </a:extLst>
          </p:cNvPr>
          <p:cNvCxnSpPr>
            <a:cxnSpLocks/>
          </p:cNvCxnSpPr>
          <p:nvPr/>
        </p:nvCxnSpPr>
        <p:spPr>
          <a:xfrm>
            <a:off x="1208834" y="5166037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E898BF2D-849F-4610-AA61-0E5390D30CA4}"/>
              </a:ext>
            </a:extLst>
          </p:cNvPr>
          <p:cNvCxnSpPr>
            <a:cxnSpLocks/>
          </p:cNvCxnSpPr>
          <p:nvPr/>
        </p:nvCxnSpPr>
        <p:spPr>
          <a:xfrm>
            <a:off x="1456137" y="5159129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8FBFA2E5-B6F1-4F34-81F5-C9BD91655D1B}"/>
              </a:ext>
            </a:extLst>
          </p:cNvPr>
          <p:cNvCxnSpPr>
            <a:cxnSpLocks/>
          </p:cNvCxnSpPr>
          <p:nvPr/>
        </p:nvCxnSpPr>
        <p:spPr>
          <a:xfrm>
            <a:off x="1750038" y="5159129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B7A8B163-9FA5-4F38-8980-8925CF861622}"/>
              </a:ext>
            </a:extLst>
          </p:cNvPr>
          <p:cNvCxnSpPr>
            <a:cxnSpLocks/>
          </p:cNvCxnSpPr>
          <p:nvPr/>
        </p:nvCxnSpPr>
        <p:spPr>
          <a:xfrm>
            <a:off x="2005063" y="5159128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78B7D51D-2529-45C5-94E7-9B6C9D22E08F}"/>
              </a:ext>
            </a:extLst>
          </p:cNvPr>
          <p:cNvCxnSpPr>
            <a:cxnSpLocks/>
          </p:cNvCxnSpPr>
          <p:nvPr/>
        </p:nvCxnSpPr>
        <p:spPr>
          <a:xfrm>
            <a:off x="2309674" y="5159127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2BBAC274-3B02-41E1-AA39-4196C2A4ED10}"/>
              </a:ext>
            </a:extLst>
          </p:cNvPr>
          <p:cNvSpPr txBox="1"/>
          <p:nvPr/>
        </p:nvSpPr>
        <p:spPr>
          <a:xfrm>
            <a:off x="3915851" y="6176166"/>
            <a:ext cx="2063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W16_0,W16_1,W16_2,W16_3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W16_4,W16_5,W16_6,W16_7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EF24329-8BAB-403B-9D7A-705267F8559C}"/>
              </a:ext>
            </a:extLst>
          </p:cNvPr>
          <p:cNvSpPr txBox="1"/>
          <p:nvPr/>
        </p:nvSpPr>
        <p:spPr>
          <a:xfrm>
            <a:off x="1714337" y="1020601"/>
            <a:ext cx="2321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Cooley-</a:t>
            </a:r>
            <a:r>
              <a:rPr lang="en-US" dirty="0" err="1"/>
              <a:t>tukey</a:t>
            </a:r>
            <a:r>
              <a:rPr lang="en-US" dirty="0"/>
              <a:t> (16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graphicFrame>
        <p:nvGraphicFramePr>
          <p:cNvPr id="140" name="Table 139">
            <a:extLst>
              <a:ext uri="{FF2B5EF4-FFF2-40B4-BE49-F238E27FC236}">
                <a16:creationId xmlns:a16="http://schemas.microsoft.com/office/drawing/2014/main" id="{84D9E5FD-7857-4CB4-BB7B-B01C5FBFC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220634"/>
              </p:ext>
            </p:extLst>
          </p:nvPr>
        </p:nvGraphicFramePr>
        <p:xfrm>
          <a:off x="202240" y="1365787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2CD74122-AB4A-4197-97B6-D2D9A87FB405}"/>
              </a:ext>
            </a:extLst>
          </p:cNvPr>
          <p:cNvCxnSpPr>
            <a:cxnSpLocks/>
          </p:cNvCxnSpPr>
          <p:nvPr/>
        </p:nvCxnSpPr>
        <p:spPr>
          <a:xfrm>
            <a:off x="2249253" y="1684417"/>
            <a:ext cx="0" cy="27793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7712101E-6AC4-42B9-9416-2B8061FEC1C7}"/>
              </a:ext>
            </a:extLst>
          </p:cNvPr>
          <p:cNvSpPr txBox="1"/>
          <p:nvPr/>
        </p:nvSpPr>
        <p:spPr>
          <a:xfrm>
            <a:off x="2569372" y="1644658"/>
            <a:ext cx="1795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Bit-reverse</a:t>
            </a:r>
            <a:endParaRPr lang="en-US" sz="14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866E8D11-8044-419E-A9C8-C1A493922A7C}"/>
              </a:ext>
            </a:extLst>
          </p:cNvPr>
          <p:cNvSpPr txBox="1"/>
          <p:nvPr/>
        </p:nvSpPr>
        <p:spPr>
          <a:xfrm>
            <a:off x="4539050" y="2349281"/>
            <a:ext cx="1701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W2_0,W2_0,W2_0,W2_0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W2_0,W2_0,W2_0,W2_0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C2D74E4-5E51-4ADF-B051-7C3157C927DD}"/>
              </a:ext>
            </a:extLst>
          </p:cNvPr>
          <p:cNvSpPr txBox="1"/>
          <p:nvPr/>
        </p:nvSpPr>
        <p:spPr>
          <a:xfrm>
            <a:off x="4559781" y="3315974"/>
            <a:ext cx="1701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W4_0,W4_1,W4_0,W4_1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W4_0,W4_1,W4_0,W4_1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2CFE50D-96D0-4103-B650-3646ABD3D8D7}"/>
              </a:ext>
            </a:extLst>
          </p:cNvPr>
          <p:cNvSpPr txBox="1"/>
          <p:nvPr/>
        </p:nvSpPr>
        <p:spPr>
          <a:xfrm>
            <a:off x="4553471" y="4333323"/>
            <a:ext cx="1701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W8_0,W8_1,W8_2,W8_3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W8_0,W8_1,W8_2,W8_3</a:t>
            </a:r>
          </a:p>
        </p:txBody>
      </p:sp>
      <p:graphicFrame>
        <p:nvGraphicFramePr>
          <p:cNvPr id="146" name="Table 145">
            <a:extLst>
              <a:ext uri="{FF2B5EF4-FFF2-40B4-BE49-F238E27FC236}">
                <a16:creationId xmlns:a16="http://schemas.microsoft.com/office/drawing/2014/main" id="{B5CDADA5-B9D4-4AAF-8A14-CF40B702A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305266"/>
              </p:ext>
            </p:extLst>
          </p:nvPr>
        </p:nvGraphicFramePr>
        <p:xfrm>
          <a:off x="6132298" y="1976049"/>
          <a:ext cx="4503424" cy="2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[2]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[6]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[7]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[8]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[9]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[10]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[12]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47" name="Table 146">
            <a:extLst>
              <a:ext uri="{FF2B5EF4-FFF2-40B4-BE49-F238E27FC236}">
                <a16:creationId xmlns:a16="http://schemas.microsoft.com/office/drawing/2014/main" id="{081A1828-27B0-49D4-9F37-C16212FD8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659324"/>
              </p:ext>
            </p:extLst>
          </p:nvPr>
        </p:nvGraphicFramePr>
        <p:xfrm>
          <a:off x="6132298" y="2929360"/>
          <a:ext cx="4503424" cy="2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[2]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[6]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[7]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[8]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[9]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[10]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[12]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48" name="Table 147">
            <a:extLst>
              <a:ext uri="{FF2B5EF4-FFF2-40B4-BE49-F238E27FC236}">
                <a16:creationId xmlns:a16="http://schemas.microsoft.com/office/drawing/2014/main" id="{1C977D55-4AB8-40D0-9F85-E9131FD3F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493696"/>
              </p:ext>
            </p:extLst>
          </p:nvPr>
        </p:nvGraphicFramePr>
        <p:xfrm>
          <a:off x="6132298" y="3882671"/>
          <a:ext cx="4503424" cy="2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[2]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[6]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[7]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[8]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[9]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[10]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[12]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49" name="Table 148">
            <a:extLst>
              <a:ext uri="{FF2B5EF4-FFF2-40B4-BE49-F238E27FC236}">
                <a16:creationId xmlns:a16="http://schemas.microsoft.com/office/drawing/2014/main" id="{6CBE1CC4-2603-418B-81B2-FE43D2F81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87568"/>
              </p:ext>
            </p:extLst>
          </p:nvPr>
        </p:nvGraphicFramePr>
        <p:xfrm>
          <a:off x="6132298" y="4877786"/>
          <a:ext cx="4503424" cy="2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[2]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[6]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[7]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[8]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[9]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[10]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[12]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50" name="Table 149">
            <a:extLst>
              <a:ext uri="{FF2B5EF4-FFF2-40B4-BE49-F238E27FC236}">
                <a16:creationId xmlns:a16="http://schemas.microsoft.com/office/drawing/2014/main" id="{8A7E6BD1-2725-4316-B176-0840AF06A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93120"/>
              </p:ext>
            </p:extLst>
          </p:nvPr>
        </p:nvGraphicFramePr>
        <p:xfrm>
          <a:off x="6132298" y="5851999"/>
          <a:ext cx="4503424" cy="2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[2]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[6]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[7]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[8]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[9]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[10]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[12]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9150C36D-F4E9-4C32-A697-B65571766F8E}"/>
              </a:ext>
            </a:extLst>
          </p:cNvPr>
          <p:cNvCxnSpPr>
            <a:cxnSpLocks/>
          </p:cNvCxnSpPr>
          <p:nvPr/>
        </p:nvCxnSpPr>
        <p:spPr>
          <a:xfrm flipH="1">
            <a:off x="6257413" y="222946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79550879-3212-4969-AC95-ECABCDF1B1BE}"/>
              </a:ext>
            </a:extLst>
          </p:cNvPr>
          <p:cNvCxnSpPr>
            <a:cxnSpLocks/>
          </p:cNvCxnSpPr>
          <p:nvPr/>
        </p:nvCxnSpPr>
        <p:spPr>
          <a:xfrm flipH="1">
            <a:off x="6549243" y="222946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266DD9D2-4417-4B11-9383-D5DF878FDEE7}"/>
              </a:ext>
            </a:extLst>
          </p:cNvPr>
          <p:cNvCxnSpPr>
            <a:cxnSpLocks/>
          </p:cNvCxnSpPr>
          <p:nvPr/>
        </p:nvCxnSpPr>
        <p:spPr>
          <a:xfrm flipH="1">
            <a:off x="6830404" y="222946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34494CBD-D585-4A43-9A94-93ACBECCFB59}"/>
              </a:ext>
            </a:extLst>
          </p:cNvPr>
          <p:cNvCxnSpPr>
            <a:cxnSpLocks/>
          </p:cNvCxnSpPr>
          <p:nvPr/>
        </p:nvCxnSpPr>
        <p:spPr>
          <a:xfrm flipH="1">
            <a:off x="7102420" y="222772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A3287568-A28B-44E9-93A7-DA341AB98A4B}"/>
              </a:ext>
            </a:extLst>
          </p:cNvPr>
          <p:cNvCxnSpPr>
            <a:cxnSpLocks/>
          </p:cNvCxnSpPr>
          <p:nvPr/>
        </p:nvCxnSpPr>
        <p:spPr>
          <a:xfrm flipH="1">
            <a:off x="7388154" y="221727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A5C4E0DB-28F1-4F64-B2AD-1350AABFB29C}"/>
              </a:ext>
            </a:extLst>
          </p:cNvPr>
          <p:cNvCxnSpPr>
            <a:cxnSpLocks/>
          </p:cNvCxnSpPr>
          <p:nvPr/>
        </p:nvCxnSpPr>
        <p:spPr>
          <a:xfrm flipH="1">
            <a:off x="7679984" y="221727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D0F19C02-D8CF-46F2-8104-56E92FA78D7B}"/>
              </a:ext>
            </a:extLst>
          </p:cNvPr>
          <p:cNvCxnSpPr>
            <a:cxnSpLocks/>
          </p:cNvCxnSpPr>
          <p:nvPr/>
        </p:nvCxnSpPr>
        <p:spPr>
          <a:xfrm flipH="1">
            <a:off x="7953525" y="221727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CB5E5789-BEC5-4645-BB01-C4F86242376D}"/>
              </a:ext>
            </a:extLst>
          </p:cNvPr>
          <p:cNvCxnSpPr>
            <a:cxnSpLocks/>
          </p:cNvCxnSpPr>
          <p:nvPr/>
        </p:nvCxnSpPr>
        <p:spPr>
          <a:xfrm flipH="1">
            <a:off x="8227065" y="222772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C78156C3-9CBA-438E-B9C2-7199F3890638}"/>
              </a:ext>
            </a:extLst>
          </p:cNvPr>
          <p:cNvCxnSpPr>
            <a:cxnSpLocks/>
          </p:cNvCxnSpPr>
          <p:nvPr/>
        </p:nvCxnSpPr>
        <p:spPr>
          <a:xfrm flipH="1">
            <a:off x="8518894" y="223033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FAC351E4-8EE7-4DA9-AF95-5B91D6FE57D9}"/>
              </a:ext>
            </a:extLst>
          </p:cNvPr>
          <p:cNvCxnSpPr>
            <a:cxnSpLocks/>
          </p:cNvCxnSpPr>
          <p:nvPr/>
        </p:nvCxnSpPr>
        <p:spPr>
          <a:xfrm flipH="1">
            <a:off x="8810724" y="223033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573F9E7B-3C20-4A5E-B63E-519113CDCE56}"/>
              </a:ext>
            </a:extLst>
          </p:cNvPr>
          <p:cNvCxnSpPr>
            <a:cxnSpLocks/>
          </p:cNvCxnSpPr>
          <p:nvPr/>
        </p:nvCxnSpPr>
        <p:spPr>
          <a:xfrm flipH="1">
            <a:off x="9084265" y="223033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9FC43F6C-D5E3-4FBE-9889-7237C4CCE18D}"/>
              </a:ext>
            </a:extLst>
          </p:cNvPr>
          <p:cNvCxnSpPr>
            <a:cxnSpLocks/>
          </p:cNvCxnSpPr>
          <p:nvPr/>
        </p:nvCxnSpPr>
        <p:spPr>
          <a:xfrm flipH="1">
            <a:off x="9363901" y="222859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CF98E0EA-770F-4D49-BEDE-1B878D50C3CE}"/>
              </a:ext>
            </a:extLst>
          </p:cNvPr>
          <p:cNvCxnSpPr>
            <a:cxnSpLocks/>
          </p:cNvCxnSpPr>
          <p:nvPr/>
        </p:nvCxnSpPr>
        <p:spPr>
          <a:xfrm flipH="1">
            <a:off x="9649635" y="221814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36B5D66D-DBE9-4EAB-BB43-20E8032A3B5C}"/>
              </a:ext>
            </a:extLst>
          </p:cNvPr>
          <p:cNvCxnSpPr>
            <a:cxnSpLocks/>
          </p:cNvCxnSpPr>
          <p:nvPr/>
        </p:nvCxnSpPr>
        <p:spPr>
          <a:xfrm flipH="1">
            <a:off x="9941465" y="221814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C38E7E0C-5CB2-4B82-9947-6F170B3C3537}"/>
              </a:ext>
            </a:extLst>
          </p:cNvPr>
          <p:cNvCxnSpPr>
            <a:cxnSpLocks/>
          </p:cNvCxnSpPr>
          <p:nvPr/>
        </p:nvCxnSpPr>
        <p:spPr>
          <a:xfrm flipH="1">
            <a:off x="10215006" y="221814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9ED42CEF-5BD6-4DF1-A867-6669202B9B2C}"/>
              </a:ext>
            </a:extLst>
          </p:cNvPr>
          <p:cNvCxnSpPr>
            <a:cxnSpLocks/>
          </p:cNvCxnSpPr>
          <p:nvPr/>
        </p:nvCxnSpPr>
        <p:spPr>
          <a:xfrm flipH="1">
            <a:off x="10488546" y="221640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4B4A6644-4B38-4FCE-AA89-F084A29E823B}"/>
              </a:ext>
            </a:extLst>
          </p:cNvPr>
          <p:cNvCxnSpPr>
            <a:cxnSpLocks/>
          </p:cNvCxnSpPr>
          <p:nvPr/>
        </p:nvCxnSpPr>
        <p:spPr>
          <a:xfrm flipH="1">
            <a:off x="6251316" y="2238177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EDF0B7DD-734F-4A61-A73B-B2D049DCBCC3}"/>
              </a:ext>
            </a:extLst>
          </p:cNvPr>
          <p:cNvCxnSpPr>
            <a:cxnSpLocks/>
          </p:cNvCxnSpPr>
          <p:nvPr/>
        </p:nvCxnSpPr>
        <p:spPr>
          <a:xfrm>
            <a:off x="6257413" y="2234259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AA570EBD-C445-496A-92DD-50A23ADC3CF2}"/>
              </a:ext>
            </a:extLst>
          </p:cNvPr>
          <p:cNvCxnSpPr>
            <a:cxnSpLocks/>
          </p:cNvCxnSpPr>
          <p:nvPr/>
        </p:nvCxnSpPr>
        <p:spPr>
          <a:xfrm>
            <a:off x="6820542" y="2236523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E8407499-E85B-421C-A58C-7A0EFEFC16E0}"/>
              </a:ext>
            </a:extLst>
          </p:cNvPr>
          <p:cNvCxnSpPr>
            <a:cxnSpLocks/>
          </p:cNvCxnSpPr>
          <p:nvPr/>
        </p:nvCxnSpPr>
        <p:spPr>
          <a:xfrm>
            <a:off x="7389676" y="2243185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80C91EFC-1702-4926-9F5D-DB7E93E26FDE}"/>
              </a:ext>
            </a:extLst>
          </p:cNvPr>
          <p:cNvCxnSpPr>
            <a:cxnSpLocks/>
          </p:cNvCxnSpPr>
          <p:nvPr/>
        </p:nvCxnSpPr>
        <p:spPr>
          <a:xfrm>
            <a:off x="7956368" y="2242182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31D446B1-C786-44C3-8169-747186E948D4}"/>
              </a:ext>
            </a:extLst>
          </p:cNvPr>
          <p:cNvCxnSpPr>
            <a:cxnSpLocks/>
          </p:cNvCxnSpPr>
          <p:nvPr/>
        </p:nvCxnSpPr>
        <p:spPr>
          <a:xfrm>
            <a:off x="8520316" y="2242952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44015B45-8134-4A08-A816-FF783438CA1F}"/>
              </a:ext>
            </a:extLst>
          </p:cNvPr>
          <p:cNvCxnSpPr>
            <a:cxnSpLocks/>
          </p:cNvCxnSpPr>
          <p:nvPr/>
        </p:nvCxnSpPr>
        <p:spPr>
          <a:xfrm>
            <a:off x="9081455" y="2242473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FB4F5BF-9488-4226-B39C-73518BBE6704}"/>
              </a:ext>
            </a:extLst>
          </p:cNvPr>
          <p:cNvCxnSpPr>
            <a:cxnSpLocks/>
          </p:cNvCxnSpPr>
          <p:nvPr/>
        </p:nvCxnSpPr>
        <p:spPr>
          <a:xfrm>
            <a:off x="9652682" y="2230338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E81C9EF5-3F84-4767-87CF-FCBD4E11E315}"/>
              </a:ext>
            </a:extLst>
          </p:cNvPr>
          <p:cNvCxnSpPr>
            <a:cxnSpLocks/>
          </p:cNvCxnSpPr>
          <p:nvPr/>
        </p:nvCxnSpPr>
        <p:spPr>
          <a:xfrm>
            <a:off x="10211283" y="2232153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634C6B29-E2A0-4B8A-8008-DDBDF523395B}"/>
              </a:ext>
            </a:extLst>
          </p:cNvPr>
          <p:cNvCxnSpPr>
            <a:cxnSpLocks/>
          </p:cNvCxnSpPr>
          <p:nvPr/>
        </p:nvCxnSpPr>
        <p:spPr>
          <a:xfrm flipH="1">
            <a:off x="6804756" y="2239397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CD8BFC13-A568-4B0E-B3B5-6E5F629A01BB}"/>
              </a:ext>
            </a:extLst>
          </p:cNvPr>
          <p:cNvCxnSpPr>
            <a:cxnSpLocks/>
          </p:cNvCxnSpPr>
          <p:nvPr/>
        </p:nvCxnSpPr>
        <p:spPr>
          <a:xfrm flipH="1">
            <a:off x="7369363" y="2246100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55C348FB-E773-4E81-B281-0543EB820757}"/>
              </a:ext>
            </a:extLst>
          </p:cNvPr>
          <p:cNvCxnSpPr>
            <a:cxnSpLocks/>
          </p:cNvCxnSpPr>
          <p:nvPr/>
        </p:nvCxnSpPr>
        <p:spPr>
          <a:xfrm flipH="1">
            <a:off x="7935396" y="2243881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A00D35C0-536F-4B2B-879C-2024E5B1C250}"/>
              </a:ext>
            </a:extLst>
          </p:cNvPr>
          <p:cNvCxnSpPr>
            <a:cxnSpLocks/>
          </p:cNvCxnSpPr>
          <p:nvPr/>
        </p:nvCxnSpPr>
        <p:spPr>
          <a:xfrm flipH="1">
            <a:off x="8509405" y="2237960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23D1E1AE-3399-4A95-A6E4-96D323D2F2CB}"/>
              </a:ext>
            </a:extLst>
          </p:cNvPr>
          <p:cNvCxnSpPr>
            <a:cxnSpLocks/>
          </p:cNvCxnSpPr>
          <p:nvPr/>
        </p:nvCxnSpPr>
        <p:spPr>
          <a:xfrm flipH="1">
            <a:off x="9057641" y="2238613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6B337D4E-B274-4C06-8A51-4C33D691FA29}"/>
              </a:ext>
            </a:extLst>
          </p:cNvPr>
          <p:cNvCxnSpPr>
            <a:cxnSpLocks/>
          </p:cNvCxnSpPr>
          <p:nvPr/>
        </p:nvCxnSpPr>
        <p:spPr>
          <a:xfrm flipH="1">
            <a:off x="9644013" y="2234259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6EF7FD84-CBD0-437C-92FA-9985B1BD1098}"/>
              </a:ext>
            </a:extLst>
          </p:cNvPr>
          <p:cNvCxnSpPr>
            <a:cxnSpLocks/>
          </p:cNvCxnSpPr>
          <p:nvPr/>
        </p:nvCxnSpPr>
        <p:spPr>
          <a:xfrm flipH="1">
            <a:off x="10202140" y="2238655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D616D160-AF80-4220-8139-8D49CB1606C5}"/>
              </a:ext>
            </a:extLst>
          </p:cNvPr>
          <p:cNvCxnSpPr>
            <a:cxnSpLocks/>
          </p:cNvCxnSpPr>
          <p:nvPr/>
        </p:nvCxnSpPr>
        <p:spPr>
          <a:xfrm flipH="1">
            <a:off x="6274031" y="318336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6D2A9C45-8086-4167-BE70-A7FDD5773D43}"/>
              </a:ext>
            </a:extLst>
          </p:cNvPr>
          <p:cNvCxnSpPr>
            <a:cxnSpLocks/>
          </p:cNvCxnSpPr>
          <p:nvPr/>
        </p:nvCxnSpPr>
        <p:spPr>
          <a:xfrm flipH="1">
            <a:off x="6565861" y="318336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EA2F4AA4-D49B-4F1D-8579-4222D31033D0}"/>
              </a:ext>
            </a:extLst>
          </p:cNvPr>
          <p:cNvCxnSpPr>
            <a:cxnSpLocks/>
          </p:cNvCxnSpPr>
          <p:nvPr/>
        </p:nvCxnSpPr>
        <p:spPr>
          <a:xfrm flipH="1">
            <a:off x="7119038" y="318161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BE2DABC7-355E-450D-A10E-09C554567E1B}"/>
              </a:ext>
            </a:extLst>
          </p:cNvPr>
          <p:cNvCxnSpPr>
            <a:cxnSpLocks/>
          </p:cNvCxnSpPr>
          <p:nvPr/>
        </p:nvCxnSpPr>
        <p:spPr>
          <a:xfrm flipH="1">
            <a:off x="7696602" y="317116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905B96DF-423A-48F0-A0BE-C86E72AF2FA0}"/>
              </a:ext>
            </a:extLst>
          </p:cNvPr>
          <p:cNvCxnSpPr>
            <a:cxnSpLocks/>
          </p:cNvCxnSpPr>
          <p:nvPr/>
        </p:nvCxnSpPr>
        <p:spPr>
          <a:xfrm flipH="1">
            <a:off x="7970143" y="317116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65F177E8-A17A-4670-82C0-5B4CB40F0633}"/>
              </a:ext>
            </a:extLst>
          </p:cNvPr>
          <p:cNvCxnSpPr>
            <a:cxnSpLocks/>
          </p:cNvCxnSpPr>
          <p:nvPr/>
        </p:nvCxnSpPr>
        <p:spPr>
          <a:xfrm flipH="1">
            <a:off x="8243683" y="318161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77E0B6F4-28ED-4682-8ACD-4956000D7C18}"/>
              </a:ext>
            </a:extLst>
          </p:cNvPr>
          <p:cNvCxnSpPr>
            <a:cxnSpLocks/>
          </p:cNvCxnSpPr>
          <p:nvPr/>
        </p:nvCxnSpPr>
        <p:spPr>
          <a:xfrm flipH="1">
            <a:off x="8535512" y="318423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7B881BDB-183B-42E4-B53F-00B99FB2FDCF}"/>
              </a:ext>
            </a:extLst>
          </p:cNvPr>
          <p:cNvCxnSpPr>
            <a:cxnSpLocks/>
          </p:cNvCxnSpPr>
          <p:nvPr/>
        </p:nvCxnSpPr>
        <p:spPr>
          <a:xfrm flipH="1">
            <a:off x="8827342" y="318423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833BBF81-8B7E-4F69-8E39-0DC792B15013}"/>
              </a:ext>
            </a:extLst>
          </p:cNvPr>
          <p:cNvCxnSpPr>
            <a:cxnSpLocks/>
          </p:cNvCxnSpPr>
          <p:nvPr/>
        </p:nvCxnSpPr>
        <p:spPr>
          <a:xfrm flipH="1">
            <a:off x="9100883" y="318423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41B5AB11-F843-4508-8BB0-198A0C6CEB1E}"/>
              </a:ext>
            </a:extLst>
          </p:cNvPr>
          <p:cNvCxnSpPr>
            <a:cxnSpLocks/>
          </p:cNvCxnSpPr>
          <p:nvPr/>
        </p:nvCxnSpPr>
        <p:spPr>
          <a:xfrm flipH="1">
            <a:off x="9380519" y="318249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6C82504A-2F35-4A6E-9D32-B019D5F4CB2D}"/>
              </a:ext>
            </a:extLst>
          </p:cNvPr>
          <p:cNvCxnSpPr>
            <a:cxnSpLocks/>
          </p:cNvCxnSpPr>
          <p:nvPr/>
        </p:nvCxnSpPr>
        <p:spPr>
          <a:xfrm flipH="1">
            <a:off x="9666253" y="317203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82BF29D9-0AEA-4844-9259-DEE12E8FC8AA}"/>
              </a:ext>
            </a:extLst>
          </p:cNvPr>
          <p:cNvCxnSpPr>
            <a:cxnSpLocks/>
          </p:cNvCxnSpPr>
          <p:nvPr/>
        </p:nvCxnSpPr>
        <p:spPr>
          <a:xfrm flipH="1">
            <a:off x="9958083" y="317203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08E51395-5B72-48E4-9475-AD2BBDD0988E}"/>
              </a:ext>
            </a:extLst>
          </p:cNvPr>
          <p:cNvCxnSpPr>
            <a:cxnSpLocks/>
          </p:cNvCxnSpPr>
          <p:nvPr/>
        </p:nvCxnSpPr>
        <p:spPr>
          <a:xfrm flipH="1">
            <a:off x="10231624" y="317203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CAE504C5-56D4-4E1C-B95A-A862AD255779}"/>
              </a:ext>
            </a:extLst>
          </p:cNvPr>
          <p:cNvCxnSpPr>
            <a:cxnSpLocks/>
          </p:cNvCxnSpPr>
          <p:nvPr/>
        </p:nvCxnSpPr>
        <p:spPr>
          <a:xfrm flipH="1">
            <a:off x="10505164" y="317029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B57B9C17-5949-4F5B-8861-6158B8DE735D}"/>
              </a:ext>
            </a:extLst>
          </p:cNvPr>
          <p:cNvCxnSpPr>
            <a:cxnSpLocks/>
          </p:cNvCxnSpPr>
          <p:nvPr/>
        </p:nvCxnSpPr>
        <p:spPr>
          <a:xfrm flipH="1">
            <a:off x="6274031" y="416570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9573EE68-CB3E-4B1F-BF2A-07CDD1F2DBD7}"/>
              </a:ext>
            </a:extLst>
          </p:cNvPr>
          <p:cNvCxnSpPr>
            <a:cxnSpLocks/>
          </p:cNvCxnSpPr>
          <p:nvPr/>
        </p:nvCxnSpPr>
        <p:spPr>
          <a:xfrm flipH="1">
            <a:off x="6565861" y="416570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376FC488-B6C3-488E-9599-71108EA09D3E}"/>
              </a:ext>
            </a:extLst>
          </p:cNvPr>
          <p:cNvCxnSpPr>
            <a:cxnSpLocks/>
          </p:cNvCxnSpPr>
          <p:nvPr/>
        </p:nvCxnSpPr>
        <p:spPr>
          <a:xfrm flipH="1">
            <a:off x="7119038" y="416396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14BDA95C-D7A6-4A0A-B63E-0F17AA37AAAE}"/>
              </a:ext>
            </a:extLst>
          </p:cNvPr>
          <p:cNvCxnSpPr>
            <a:cxnSpLocks/>
          </p:cNvCxnSpPr>
          <p:nvPr/>
        </p:nvCxnSpPr>
        <p:spPr>
          <a:xfrm flipH="1">
            <a:off x="7696602" y="415350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2D06C731-3E0F-4D7F-8650-04D59F4923EF}"/>
              </a:ext>
            </a:extLst>
          </p:cNvPr>
          <p:cNvCxnSpPr>
            <a:cxnSpLocks/>
          </p:cNvCxnSpPr>
          <p:nvPr/>
        </p:nvCxnSpPr>
        <p:spPr>
          <a:xfrm flipH="1">
            <a:off x="7970143" y="415350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12E1E9E3-4D1C-40C8-9B88-25A36E5420E5}"/>
              </a:ext>
            </a:extLst>
          </p:cNvPr>
          <p:cNvCxnSpPr>
            <a:cxnSpLocks/>
          </p:cNvCxnSpPr>
          <p:nvPr/>
        </p:nvCxnSpPr>
        <p:spPr>
          <a:xfrm flipH="1">
            <a:off x="8243683" y="416396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C42AFE2C-D56D-42F7-A536-EFC2E5F4CB8A}"/>
              </a:ext>
            </a:extLst>
          </p:cNvPr>
          <p:cNvCxnSpPr>
            <a:cxnSpLocks/>
          </p:cNvCxnSpPr>
          <p:nvPr/>
        </p:nvCxnSpPr>
        <p:spPr>
          <a:xfrm flipH="1">
            <a:off x="8535512" y="416657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10835725-EE90-4F25-B288-711B8BDDF9B8}"/>
              </a:ext>
            </a:extLst>
          </p:cNvPr>
          <p:cNvCxnSpPr>
            <a:cxnSpLocks/>
          </p:cNvCxnSpPr>
          <p:nvPr/>
        </p:nvCxnSpPr>
        <p:spPr>
          <a:xfrm flipH="1">
            <a:off x="8827342" y="416657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DEDD2DFF-01C5-4F89-8D28-8CAF04A35985}"/>
              </a:ext>
            </a:extLst>
          </p:cNvPr>
          <p:cNvCxnSpPr>
            <a:cxnSpLocks/>
          </p:cNvCxnSpPr>
          <p:nvPr/>
        </p:nvCxnSpPr>
        <p:spPr>
          <a:xfrm flipH="1">
            <a:off x="9100883" y="416657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1F067D71-A02F-4B16-B62C-65710D5A5459}"/>
              </a:ext>
            </a:extLst>
          </p:cNvPr>
          <p:cNvCxnSpPr>
            <a:cxnSpLocks/>
          </p:cNvCxnSpPr>
          <p:nvPr/>
        </p:nvCxnSpPr>
        <p:spPr>
          <a:xfrm flipH="1">
            <a:off x="9380519" y="416483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E7E51306-B103-4994-88E1-27156FF10A43}"/>
              </a:ext>
            </a:extLst>
          </p:cNvPr>
          <p:cNvCxnSpPr>
            <a:cxnSpLocks/>
          </p:cNvCxnSpPr>
          <p:nvPr/>
        </p:nvCxnSpPr>
        <p:spPr>
          <a:xfrm flipH="1">
            <a:off x="9666253" y="415438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82B58F7B-139D-43B3-A6AA-82F4ADC10027}"/>
              </a:ext>
            </a:extLst>
          </p:cNvPr>
          <p:cNvCxnSpPr>
            <a:cxnSpLocks/>
          </p:cNvCxnSpPr>
          <p:nvPr/>
        </p:nvCxnSpPr>
        <p:spPr>
          <a:xfrm flipH="1">
            <a:off x="9958083" y="415438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F4F8AAC8-A068-4F19-878C-88146D7A9CB0}"/>
              </a:ext>
            </a:extLst>
          </p:cNvPr>
          <p:cNvCxnSpPr>
            <a:cxnSpLocks/>
          </p:cNvCxnSpPr>
          <p:nvPr/>
        </p:nvCxnSpPr>
        <p:spPr>
          <a:xfrm flipH="1">
            <a:off x="10231624" y="415438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88511007-53B5-4D08-B07D-3F1376C4F772}"/>
              </a:ext>
            </a:extLst>
          </p:cNvPr>
          <p:cNvCxnSpPr>
            <a:cxnSpLocks/>
          </p:cNvCxnSpPr>
          <p:nvPr/>
        </p:nvCxnSpPr>
        <p:spPr>
          <a:xfrm flipH="1">
            <a:off x="10505164" y="415263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2F033113-D447-4D87-BF2A-81E682C2802D}"/>
              </a:ext>
            </a:extLst>
          </p:cNvPr>
          <p:cNvCxnSpPr>
            <a:cxnSpLocks/>
          </p:cNvCxnSpPr>
          <p:nvPr/>
        </p:nvCxnSpPr>
        <p:spPr>
          <a:xfrm flipH="1">
            <a:off x="6281505" y="515123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DE5E1624-A9AC-4531-A691-78D16BAA8978}"/>
              </a:ext>
            </a:extLst>
          </p:cNvPr>
          <p:cNvCxnSpPr>
            <a:cxnSpLocks/>
          </p:cNvCxnSpPr>
          <p:nvPr/>
        </p:nvCxnSpPr>
        <p:spPr>
          <a:xfrm flipH="1">
            <a:off x="6573335" y="515123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385EE3F8-23F2-46E1-A9AD-56E97E233C06}"/>
              </a:ext>
            </a:extLst>
          </p:cNvPr>
          <p:cNvCxnSpPr>
            <a:cxnSpLocks/>
          </p:cNvCxnSpPr>
          <p:nvPr/>
        </p:nvCxnSpPr>
        <p:spPr>
          <a:xfrm flipH="1">
            <a:off x="7126512" y="514949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BE35B893-A226-4636-A78E-38209704236E}"/>
              </a:ext>
            </a:extLst>
          </p:cNvPr>
          <p:cNvCxnSpPr>
            <a:cxnSpLocks/>
          </p:cNvCxnSpPr>
          <p:nvPr/>
        </p:nvCxnSpPr>
        <p:spPr>
          <a:xfrm flipH="1">
            <a:off x="7704076" y="513904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C7B45359-4B1A-42E6-950E-ECA771F09372}"/>
              </a:ext>
            </a:extLst>
          </p:cNvPr>
          <p:cNvCxnSpPr>
            <a:cxnSpLocks/>
          </p:cNvCxnSpPr>
          <p:nvPr/>
        </p:nvCxnSpPr>
        <p:spPr>
          <a:xfrm flipH="1">
            <a:off x="7977617" y="513904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8C81B069-D31C-4DC2-9A1D-2085C2C49B16}"/>
              </a:ext>
            </a:extLst>
          </p:cNvPr>
          <p:cNvCxnSpPr>
            <a:cxnSpLocks/>
          </p:cNvCxnSpPr>
          <p:nvPr/>
        </p:nvCxnSpPr>
        <p:spPr>
          <a:xfrm flipH="1">
            <a:off x="8251157" y="514949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F543628C-96DC-446B-82E6-51E7985978D3}"/>
              </a:ext>
            </a:extLst>
          </p:cNvPr>
          <p:cNvCxnSpPr>
            <a:cxnSpLocks/>
          </p:cNvCxnSpPr>
          <p:nvPr/>
        </p:nvCxnSpPr>
        <p:spPr>
          <a:xfrm flipH="1">
            <a:off x="8542986" y="515210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C8D7CBF7-DA0F-4C27-9994-FE973DAD90B9}"/>
              </a:ext>
            </a:extLst>
          </p:cNvPr>
          <p:cNvCxnSpPr>
            <a:cxnSpLocks/>
          </p:cNvCxnSpPr>
          <p:nvPr/>
        </p:nvCxnSpPr>
        <p:spPr>
          <a:xfrm flipH="1">
            <a:off x="8834816" y="515210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E0D09F5E-A7A5-433B-8808-405CA2B9ED36}"/>
              </a:ext>
            </a:extLst>
          </p:cNvPr>
          <p:cNvCxnSpPr>
            <a:cxnSpLocks/>
          </p:cNvCxnSpPr>
          <p:nvPr/>
        </p:nvCxnSpPr>
        <p:spPr>
          <a:xfrm flipH="1">
            <a:off x="9108357" y="515210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19353D93-06E1-4D5B-B6ED-60B75EAEEEB0}"/>
              </a:ext>
            </a:extLst>
          </p:cNvPr>
          <p:cNvCxnSpPr>
            <a:cxnSpLocks/>
          </p:cNvCxnSpPr>
          <p:nvPr/>
        </p:nvCxnSpPr>
        <p:spPr>
          <a:xfrm flipH="1">
            <a:off x="9387993" y="515036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86C2EBE2-0E11-4A3D-B855-E6EF71FA867A}"/>
              </a:ext>
            </a:extLst>
          </p:cNvPr>
          <p:cNvCxnSpPr>
            <a:cxnSpLocks/>
          </p:cNvCxnSpPr>
          <p:nvPr/>
        </p:nvCxnSpPr>
        <p:spPr>
          <a:xfrm flipH="1">
            <a:off x="9673727" y="513991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62A9352C-14AC-4943-8FB4-EFB3FE9C848A}"/>
              </a:ext>
            </a:extLst>
          </p:cNvPr>
          <p:cNvCxnSpPr>
            <a:cxnSpLocks/>
          </p:cNvCxnSpPr>
          <p:nvPr/>
        </p:nvCxnSpPr>
        <p:spPr>
          <a:xfrm flipH="1">
            <a:off x="9965557" y="513991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2E6B5966-3F45-4292-9FC3-83A294F865C5}"/>
              </a:ext>
            </a:extLst>
          </p:cNvPr>
          <p:cNvCxnSpPr>
            <a:cxnSpLocks/>
          </p:cNvCxnSpPr>
          <p:nvPr/>
        </p:nvCxnSpPr>
        <p:spPr>
          <a:xfrm flipH="1">
            <a:off x="10239098" y="513991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441DE95D-FA4C-4C19-9CB9-430A456BFA20}"/>
              </a:ext>
            </a:extLst>
          </p:cNvPr>
          <p:cNvCxnSpPr>
            <a:cxnSpLocks/>
          </p:cNvCxnSpPr>
          <p:nvPr/>
        </p:nvCxnSpPr>
        <p:spPr>
          <a:xfrm flipH="1">
            <a:off x="10512638" y="513817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808811D2-6A2F-4D66-881D-7A8FB5C5037E}"/>
              </a:ext>
            </a:extLst>
          </p:cNvPr>
          <p:cNvCxnSpPr>
            <a:cxnSpLocks/>
          </p:cNvCxnSpPr>
          <p:nvPr/>
        </p:nvCxnSpPr>
        <p:spPr>
          <a:xfrm flipH="1">
            <a:off x="6831571" y="318757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73859649-7804-4246-B632-DBC6A776039D}"/>
              </a:ext>
            </a:extLst>
          </p:cNvPr>
          <p:cNvCxnSpPr>
            <a:cxnSpLocks/>
          </p:cNvCxnSpPr>
          <p:nvPr/>
        </p:nvCxnSpPr>
        <p:spPr>
          <a:xfrm flipH="1">
            <a:off x="7389321" y="317537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15F5AE68-01F7-4CD0-ACD8-DF0559417C10}"/>
              </a:ext>
            </a:extLst>
          </p:cNvPr>
          <p:cNvCxnSpPr>
            <a:cxnSpLocks/>
          </p:cNvCxnSpPr>
          <p:nvPr/>
        </p:nvCxnSpPr>
        <p:spPr>
          <a:xfrm flipH="1">
            <a:off x="6832291" y="416396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9BF81296-3CE6-4CD3-858E-606811AE429D}"/>
              </a:ext>
            </a:extLst>
          </p:cNvPr>
          <p:cNvCxnSpPr>
            <a:cxnSpLocks/>
          </p:cNvCxnSpPr>
          <p:nvPr/>
        </p:nvCxnSpPr>
        <p:spPr>
          <a:xfrm flipH="1">
            <a:off x="7390041" y="415176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7DBE611F-1842-47AE-B05D-332A7E189D33}"/>
              </a:ext>
            </a:extLst>
          </p:cNvPr>
          <p:cNvCxnSpPr>
            <a:cxnSpLocks/>
          </p:cNvCxnSpPr>
          <p:nvPr/>
        </p:nvCxnSpPr>
        <p:spPr>
          <a:xfrm flipH="1">
            <a:off x="6828585" y="514643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8C74EBE7-DD3A-4DA9-A2D9-0AD55B5D5CD0}"/>
              </a:ext>
            </a:extLst>
          </p:cNvPr>
          <p:cNvCxnSpPr>
            <a:cxnSpLocks/>
          </p:cNvCxnSpPr>
          <p:nvPr/>
        </p:nvCxnSpPr>
        <p:spPr>
          <a:xfrm flipH="1">
            <a:off x="7386335" y="513424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86D112BE-93EB-437E-92B6-0B8B61BA867E}"/>
              </a:ext>
            </a:extLst>
          </p:cNvPr>
          <p:cNvCxnSpPr>
            <a:cxnSpLocks/>
          </p:cNvCxnSpPr>
          <p:nvPr/>
        </p:nvCxnSpPr>
        <p:spPr>
          <a:xfrm>
            <a:off x="6278708" y="3198238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083237C7-0923-45FF-9632-55D8992AC6A5}"/>
              </a:ext>
            </a:extLst>
          </p:cNvPr>
          <p:cNvCxnSpPr>
            <a:cxnSpLocks/>
          </p:cNvCxnSpPr>
          <p:nvPr/>
        </p:nvCxnSpPr>
        <p:spPr>
          <a:xfrm>
            <a:off x="6567569" y="3198238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89F2BE8F-D1EA-417E-AFE1-71115EDBD138}"/>
              </a:ext>
            </a:extLst>
          </p:cNvPr>
          <p:cNvCxnSpPr>
            <a:cxnSpLocks/>
          </p:cNvCxnSpPr>
          <p:nvPr/>
        </p:nvCxnSpPr>
        <p:spPr>
          <a:xfrm>
            <a:off x="7406401" y="3200198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942012DF-5BAD-4F78-A0DB-67069EAD0F1B}"/>
              </a:ext>
            </a:extLst>
          </p:cNvPr>
          <p:cNvCxnSpPr>
            <a:cxnSpLocks/>
          </p:cNvCxnSpPr>
          <p:nvPr/>
        </p:nvCxnSpPr>
        <p:spPr>
          <a:xfrm>
            <a:off x="7695262" y="3200198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AE51FB3E-CD87-4D79-B0EA-2CD14F744BDB}"/>
              </a:ext>
            </a:extLst>
          </p:cNvPr>
          <p:cNvCxnSpPr>
            <a:cxnSpLocks/>
          </p:cNvCxnSpPr>
          <p:nvPr/>
        </p:nvCxnSpPr>
        <p:spPr>
          <a:xfrm>
            <a:off x="8549490" y="3200933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EAE7978C-09AC-41B8-B302-01E1BD080CFF}"/>
              </a:ext>
            </a:extLst>
          </p:cNvPr>
          <p:cNvCxnSpPr>
            <a:cxnSpLocks/>
          </p:cNvCxnSpPr>
          <p:nvPr/>
        </p:nvCxnSpPr>
        <p:spPr>
          <a:xfrm>
            <a:off x="8838351" y="3200933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D2D88A4F-874B-492F-9B97-63091C351FA8}"/>
              </a:ext>
            </a:extLst>
          </p:cNvPr>
          <p:cNvCxnSpPr>
            <a:cxnSpLocks/>
          </p:cNvCxnSpPr>
          <p:nvPr/>
        </p:nvCxnSpPr>
        <p:spPr>
          <a:xfrm>
            <a:off x="9684501" y="3199403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ED35AE6A-EB17-4982-A65D-6CDA7A92E8D8}"/>
              </a:ext>
            </a:extLst>
          </p:cNvPr>
          <p:cNvCxnSpPr>
            <a:cxnSpLocks/>
          </p:cNvCxnSpPr>
          <p:nvPr/>
        </p:nvCxnSpPr>
        <p:spPr>
          <a:xfrm>
            <a:off x="9973362" y="3199403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E21C4636-7370-4936-A017-6789FDF05D5D}"/>
              </a:ext>
            </a:extLst>
          </p:cNvPr>
          <p:cNvCxnSpPr>
            <a:cxnSpLocks/>
          </p:cNvCxnSpPr>
          <p:nvPr/>
        </p:nvCxnSpPr>
        <p:spPr>
          <a:xfrm flipH="1">
            <a:off x="6271771" y="3197155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49290D06-6A2E-4407-970A-AC381645018A}"/>
              </a:ext>
            </a:extLst>
          </p:cNvPr>
          <p:cNvCxnSpPr>
            <a:cxnSpLocks/>
          </p:cNvCxnSpPr>
          <p:nvPr/>
        </p:nvCxnSpPr>
        <p:spPr>
          <a:xfrm flipH="1">
            <a:off x="6566446" y="3193229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58C6639B-7B4C-4225-B6DA-1AB835D6C9DA}"/>
              </a:ext>
            </a:extLst>
          </p:cNvPr>
          <p:cNvCxnSpPr>
            <a:cxnSpLocks/>
          </p:cNvCxnSpPr>
          <p:nvPr/>
        </p:nvCxnSpPr>
        <p:spPr>
          <a:xfrm flipH="1">
            <a:off x="7393983" y="3194451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71A4234F-FDEE-4772-B9C1-9F12B078AEEB}"/>
              </a:ext>
            </a:extLst>
          </p:cNvPr>
          <p:cNvCxnSpPr>
            <a:cxnSpLocks/>
          </p:cNvCxnSpPr>
          <p:nvPr/>
        </p:nvCxnSpPr>
        <p:spPr>
          <a:xfrm flipH="1">
            <a:off x="7688658" y="3190525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E13EF228-7EEB-4C60-9031-0DA647AA0542}"/>
              </a:ext>
            </a:extLst>
          </p:cNvPr>
          <p:cNvCxnSpPr>
            <a:cxnSpLocks/>
          </p:cNvCxnSpPr>
          <p:nvPr/>
        </p:nvCxnSpPr>
        <p:spPr>
          <a:xfrm flipH="1">
            <a:off x="8531373" y="3197058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BEB75AE3-1C04-48F3-9FD2-660F6169E026}"/>
              </a:ext>
            </a:extLst>
          </p:cNvPr>
          <p:cNvCxnSpPr>
            <a:cxnSpLocks/>
          </p:cNvCxnSpPr>
          <p:nvPr/>
        </p:nvCxnSpPr>
        <p:spPr>
          <a:xfrm flipH="1">
            <a:off x="8826048" y="3193132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7316A2D1-4ED6-4428-A9E3-61FF606ACBA7}"/>
              </a:ext>
            </a:extLst>
          </p:cNvPr>
          <p:cNvCxnSpPr>
            <a:cxnSpLocks/>
          </p:cNvCxnSpPr>
          <p:nvPr/>
        </p:nvCxnSpPr>
        <p:spPr>
          <a:xfrm flipH="1">
            <a:off x="9671089" y="3197058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6BDB701E-6386-44FB-96DC-1D019B6746EE}"/>
              </a:ext>
            </a:extLst>
          </p:cNvPr>
          <p:cNvCxnSpPr>
            <a:cxnSpLocks/>
          </p:cNvCxnSpPr>
          <p:nvPr/>
        </p:nvCxnSpPr>
        <p:spPr>
          <a:xfrm flipH="1">
            <a:off x="9965764" y="3193132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68F96DA4-DA68-4E3D-8402-BA528DADB85D}"/>
              </a:ext>
            </a:extLst>
          </p:cNvPr>
          <p:cNvCxnSpPr>
            <a:cxnSpLocks/>
          </p:cNvCxnSpPr>
          <p:nvPr/>
        </p:nvCxnSpPr>
        <p:spPr>
          <a:xfrm>
            <a:off x="6276370" y="4159176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AC3A2A78-BBEB-4747-8B28-9780DB5421A3}"/>
              </a:ext>
            </a:extLst>
          </p:cNvPr>
          <p:cNvCxnSpPr>
            <a:cxnSpLocks/>
          </p:cNvCxnSpPr>
          <p:nvPr/>
        </p:nvCxnSpPr>
        <p:spPr>
          <a:xfrm>
            <a:off x="6586489" y="4165701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B388F29C-9932-444B-A45A-0336F21A06BB}"/>
              </a:ext>
            </a:extLst>
          </p:cNvPr>
          <p:cNvCxnSpPr>
            <a:cxnSpLocks/>
          </p:cNvCxnSpPr>
          <p:nvPr/>
        </p:nvCxnSpPr>
        <p:spPr>
          <a:xfrm>
            <a:off x="6837317" y="4165701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370BE3B7-6CC6-4FA5-863A-62A211DAAF85}"/>
              </a:ext>
            </a:extLst>
          </p:cNvPr>
          <p:cNvCxnSpPr>
            <a:cxnSpLocks/>
          </p:cNvCxnSpPr>
          <p:nvPr/>
        </p:nvCxnSpPr>
        <p:spPr>
          <a:xfrm>
            <a:off x="7125798" y="4163960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E3256ECB-520F-4008-9365-FC971833965F}"/>
              </a:ext>
            </a:extLst>
          </p:cNvPr>
          <p:cNvCxnSpPr>
            <a:cxnSpLocks/>
          </p:cNvCxnSpPr>
          <p:nvPr/>
        </p:nvCxnSpPr>
        <p:spPr>
          <a:xfrm>
            <a:off x="8542271" y="4167641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29AD4DE0-849E-43FB-B20D-6196DCAAE675}"/>
              </a:ext>
            </a:extLst>
          </p:cNvPr>
          <p:cNvCxnSpPr>
            <a:cxnSpLocks/>
          </p:cNvCxnSpPr>
          <p:nvPr/>
        </p:nvCxnSpPr>
        <p:spPr>
          <a:xfrm>
            <a:off x="8852390" y="4174166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BDC07AB3-A34E-4B15-9BDA-C3710A42B1C8}"/>
              </a:ext>
            </a:extLst>
          </p:cNvPr>
          <p:cNvCxnSpPr>
            <a:cxnSpLocks/>
          </p:cNvCxnSpPr>
          <p:nvPr/>
        </p:nvCxnSpPr>
        <p:spPr>
          <a:xfrm>
            <a:off x="9103218" y="4174166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937451D3-5416-44E5-A4CC-DBD12CD336CD}"/>
              </a:ext>
            </a:extLst>
          </p:cNvPr>
          <p:cNvCxnSpPr>
            <a:cxnSpLocks/>
          </p:cNvCxnSpPr>
          <p:nvPr/>
        </p:nvCxnSpPr>
        <p:spPr>
          <a:xfrm>
            <a:off x="9391699" y="4172425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CD1CEC1D-050F-4D9C-AE78-41B97045B206}"/>
              </a:ext>
            </a:extLst>
          </p:cNvPr>
          <p:cNvCxnSpPr>
            <a:cxnSpLocks/>
          </p:cNvCxnSpPr>
          <p:nvPr/>
        </p:nvCxnSpPr>
        <p:spPr>
          <a:xfrm flipH="1">
            <a:off x="6275412" y="4155250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60FED816-3107-4DB9-859C-0DA946D18B14}"/>
              </a:ext>
            </a:extLst>
          </p:cNvPr>
          <p:cNvCxnSpPr>
            <a:cxnSpLocks/>
          </p:cNvCxnSpPr>
          <p:nvPr/>
        </p:nvCxnSpPr>
        <p:spPr>
          <a:xfrm flipH="1">
            <a:off x="6566940" y="4155250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90913D15-1707-4C7E-A8A4-A0C241B54DE8}"/>
              </a:ext>
            </a:extLst>
          </p:cNvPr>
          <p:cNvCxnSpPr>
            <a:cxnSpLocks/>
          </p:cNvCxnSpPr>
          <p:nvPr/>
        </p:nvCxnSpPr>
        <p:spPr>
          <a:xfrm flipH="1">
            <a:off x="6838063" y="4155034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8" name="Straight Arrow Connector 257">
            <a:extLst>
              <a:ext uri="{FF2B5EF4-FFF2-40B4-BE49-F238E27FC236}">
                <a16:creationId xmlns:a16="http://schemas.microsoft.com/office/drawing/2014/main" id="{42F04129-009F-4263-9E64-0DA68289B861}"/>
              </a:ext>
            </a:extLst>
          </p:cNvPr>
          <p:cNvCxnSpPr>
            <a:cxnSpLocks/>
          </p:cNvCxnSpPr>
          <p:nvPr/>
        </p:nvCxnSpPr>
        <p:spPr>
          <a:xfrm flipH="1">
            <a:off x="7111074" y="4150246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BBC06B9B-4D01-4337-A512-8E452F569CA0}"/>
              </a:ext>
            </a:extLst>
          </p:cNvPr>
          <p:cNvCxnSpPr>
            <a:cxnSpLocks/>
          </p:cNvCxnSpPr>
          <p:nvPr/>
        </p:nvCxnSpPr>
        <p:spPr>
          <a:xfrm flipH="1">
            <a:off x="8542271" y="4159176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1DB6A2A2-3024-4247-A0B4-684CB1BD0FF0}"/>
              </a:ext>
            </a:extLst>
          </p:cNvPr>
          <p:cNvCxnSpPr>
            <a:cxnSpLocks/>
          </p:cNvCxnSpPr>
          <p:nvPr/>
        </p:nvCxnSpPr>
        <p:spPr>
          <a:xfrm flipH="1">
            <a:off x="8833799" y="4159176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4E6DE9B7-53FC-43A2-A81F-4BB3F1D5F5E6}"/>
              </a:ext>
            </a:extLst>
          </p:cNvPr>
          <p:cNvCxnSpPr>
            <a:cxnSpLocks/>
          </p:cNvCxnSpPr>
          <p:nvPr/>
        </p:nvCxnSpPr>
        <p:spPr>
          <a:xfrm flipH="1">
            <a:off x="9104922" y="4158960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85A6ACC1-89E3-47C7-A042-DC6EB914AF72}"/>
              </a:ext>
            </a:extLst>
          </p:cNvPr>
          <p:cNvCxnSpPr>
            <a:cxnSpLocks/>
          </p:cNvCxnSpPr>
          <p:nvPr/>
        </p:nvCxnSpPr>
        <p:spPr>
          <a:xfrm flipH="1">
            <a:off x="9377933" y="4154172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53D54B1C-03EA-490E-9F41-F81782477280}"/>
              </a:ext>
            </a:extLst>
          </p:cNvPr>
          <p:cNvCxnSpPr>
            <a:cxnSpLocks/>
          </p:cNvCxnSpPr>
          <p:nvPr/>
        </p:nvCxnSpPr>
        <p:spPr>
          <a:xfrm flipH="1">
            <a:off x="6271771" y="5152976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758598B5-16F0-4A05-A693-F52115EB6FBB}"/>
              </a:ext>
            </a:extLst>
          </p:cNvPr>
          <p:cNvCxnSpPr>
            <a:cxnSpLocks/>
          </p:cNvCxnSpPr>
          <p:nvPr/>
        </p:nvCxnSpPr>
        <p:spPr>
          <a:xfrm flipH="1">
            <a:off x="6580660" y="5146439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7FC9351E-8497-4359-A7B2-3F8826B52571}"/>
              </a:ext>
            </a:extLst>
          </p:cNvPr>
          <p:cNvCxnSpPr>
            <a:cxnSpLocks/>
          </p:cNvCxnSpPr>
          <p:nvPr/>
        </p:nvCxnSpPr>
        <p:spPr>
          <a:xfrm flipH="1">
            <a:off x="6835671" y="5146439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9CD410BF-EFC5-4F35-B62F-D857218BEA64}"/>
              </a:ext>
            </a:extLst>
          </p:cNvPr>
          <p:cNvCxnSpPr>
            <a:cxnSpLocks/>
          </p:cNvCxnSpPr>
          <p:nvPr/>
        </p:nvCxnSpPr>
        <p:spPr>
          <a:xfrm flipH="1">
            <a:off x="7133719" y="5152976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345C07E2-9689-402C-838A-1B436FF7DBA7}"/>
              </a:ext>
            </a:extLst>
          </p:cNvPr>
          <p:cNvCxnSpPr>
            <a:cxnSpLocks/>
          </p:cNvCxnSpPr>
          <p:nvPr/>
        </p:nvCxnSpPr>
        <p:spPr>
          <a:xfrm flipH="1">
            <a:off x="7399037" y="5145149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BC6B7546-866A-4FBE-A852-6FB014616184}"/>
              </a:ext>
            </a:extLst>
          </p:cNvPr>
          <p:cNvCxnSpPr>
            <a:cxnSpLocks/>
          </p:cNvCxnSpPr>
          <p:nvPr/>
        </p:nvCxnSpPr>
        <p:spPr>
          <a:xfrm flipH="1">
            <a:off x="7707926" y="5138612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25858BFB-FEDF-42E3-A903-884D1E674422}"/>
              </a:ext>
            </a:extLst>
          </p:cNvPr>
          <p:cNvCxnSpPr>
            <a:cxnSpLocks/>
          </p:cNvCxnSpPr>
          <p:nvPr/>
        </p:nvCxnSpPr>
        <p:spPr>
          <a:xfrm flipH="1">
            <a:off x="7962937" y="5138612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826CFB2C-FE92-4425-8709-6BF9D305780A}"/>
              </a:ext>
            </a:extLst>
          </p:cNvPr>
          <p:cNvCxnSpPr>
            <a:cxnSpLocks/>
          </p:cNvCxnSpPr>
          <p:nvPr/>
        </p:nvCxnSpPr>
        <p:spPr>
          <a:xfrm flipH="1">
            <a:off x="8260985" y="5145149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9FCC6C19-656D-401F-AEBD-BFA58990C943}"/>
              </a:ext>
            </a:extLst>
          </p:cNvPr>
          <p:cNvCxnSpPr>
            <a:cxnSpLocks/>
          </p:cNvCxnSpPr>
          <p:nvPr/>
        </p:nvCxnSpPr>
        <p:spPr>
          <a:xfrm>
            <a:off x="6285355" y="5152106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7069C46C-CAC5-4147-982C-977A8CCC458B}"/>
              </a:ext>
            </a:extLst>
          </p:cNvPr>
          <p:cNvCxnSpPr>
            <a:cxnSpLocks/>
          </p:cNvCxnSpPr>
          <p:nvPr/>
        </p:nvCxnSpPr>
        <p:spPr>
          <a:xfrm>
            <a:off x="6579256" y="5152106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FBA7B25A-E1DF-4765-9505-1B83627F0872}"/>
              </a:ext>
            </a:extLst>
          </p:cNvPr>
          <p:cNvCxnSpPr>
            <a:cxnSpLocks/>
          </p:cNvCxnSpPr>
          <p:nvPr/>
        </p:nvCxnSpPr>
        <p:spPr>
          <a:xfrm>
            <a:off x="6834281" y="5152105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9806FE02-3572-421C-8D95-F9BBBE1681FC}"/>
              </a:ext>
            </a:extLst>
          </p:cNvPr>
          <p:cNvCxnSpPr>
            <a:cxnSpLocks/>
          </p:cNvCxnSpPr>
          <p:nvPr/>
        </p:nvCxnSpPr>
        <p:spPr>
          <a:xfrm>
            <a:off x="7138892" y="5152104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EBD14454-089C-4FC0-A59A-1593B23F43B0}"/>
              </a:ext>
            </a:extLst>
          </p:cNvPr>
          <p:cNvCxnSpPr>
            <a:cxnSpLocks/>
          </p:cNvCxnSpPr>
          <p:nvPr/>
        </p:nvCxnSpPr>
        <p:spPr>
          <a:xfrm>
            <a:off x="7386195" y="5145196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13D52C1A-A478-49F2-89C4-0AB5BC3A4B3C}"/>
              </a:ext>
            </a:extLst>
          </p:cNvPr>
          <p:cNvCxnSpPr>
            <a:cxnSpLocks/>
          </p:cNvCxnSpPr>
          <p:nvPr/>
        </p:nvCxnSpPr>
        <p:spPr>
          <a:xfrm>
            <a:off x="7680096" y="5145196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22D4B65C-AC76-45A1-A1A2-5CB33E519DFC}"/>
              </a:ext>
            </a:extLst>
          </p:cNvPr>
          <p:cNvCxnSpPr>
            <a:cxnSpLocks/>
          </p:cNvCxnSpPr>
          <p:nvPr/>
        </p:nvCxnSpPr>
        <p:spPr>
          <a:xfrm>
            <a:off x="7935121" y="5145195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498BCDBC-CA9E-45E8-B625-03694CD80295}"/>
              </a:ext>
            </a:extLst>
          </p:cNvPr>
          <p:cNvCxnSpPr>
            <a:cxnSpLocks/>
          </p:cNvCxnSpPr>
          <p:nvPr/>
        </p:nvCxnSpPr>
        <p:spPr>
          <a:xfrm>
            <a:off x="8239732" y="5145194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9" name="TextBox 278">
            <a:extLst>
              <a:ext uri="{FF2B5EF4-FFF2-40B4-BE49-F238E27FC236}">
                <a16:creationId xmlns:a16="http://schemas.microsoft.com/office/drawing/2014/main" id="{AC9DBE4A-33BF-4FFD-A900-AA0ECB9668CE}"/>
              </a:ext>
            </a:extLst>
          </p:cNvPr>
          <p:cNvSpPr txBox="1"/>
          <p:nvPr/>
        </p:nvSpPr>
        <p:spPr>
          <a:xfrm>
            <a:off x="9845909" y="6162233"/>
            <a:ext cx="2063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W16_0,W16_1,W16_2,W16_3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W16_4,W16_5,W16_6,W16_7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169A6F9B-BA22-4AD2-969C-7AF633AD3FA1}"/>
              </a:ext>
            </a:extLst>
          </p:cNvPr>
          <p:cNvSpPr txBox="1"/>
          <p:nvPr/>
        </p:nvSpPr>
        <p:spPr>
          <a:xfrm>
            <a:off x="7644395" y="1006668"/>
            <a:ext cx="2321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Cooley-</a:t>
            </a:r>
            <a:r>
              <a:rPr lang="en-US" dirty="0" err="1"/>
              <a:t>tukey</a:t>
            </a:r>
            <a:r>
              <a:rPr lang="en-US" dirty="0"/>
              <a:t> (16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graphicFrame>
        <p:nvGraphicFramePr>
          <p:cNvPr id="281" name="Table 280">
            <a:extLst>
              <a:ext uri="{FF2B5EF4-FFF2-40B4-BE49-F238E27FC236}">
                <a16:creationId xmlns:a16="http://schemas.microsoft.com/office/drawing/2014/main" id="{11044F55-FECF-41F6-B6C9-1CEFA8C6C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220634"/>
              </p:ext>
            </p:extLst>
          </p:nvPr>
        </p:nvGraphicFramePr>
        <p:xfrm>
          <a:off x="6132298" y="1351854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AA5B1AA8-9832-4CF0-91D5-D2635D38DC4C}"/>
              </a:ext>
            </a:extLst>
          </p:cNvPr>
          <p:cNvCxnSpPr>
            <a:cxnSpLocks/>
          </p:cNvCxnSpPr>
          <p:nvPr/>
        </p:nvCxnSpPr>
        <p:spPr>
          <a:xfrm>
            <a:off x="8179311" y="1670484"/>
            <a:ext cx="0" cy="27793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4417D16C-C47E-4079-B285-783AC13EC522}"/>
              </a:ext>
            </a:extLst>
          </p:cNvPr>
          <p:cNvSpPr txBox="1"/>
          <p:nvPr/>
        </p:nvSpPr>
        <p:spPr>
          <a:xfrm>
            <a:off x="8499430" y="1630725"/>
            <a:ext cx="1795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Bit-reverse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50360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C1541D-2CE2-4C0E-8537-279482311C60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appendix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B38375-7C55-4228-B3D6-B79F5F9485BD}"/>
              </a:ext>
            </a:extLst>
          </p:cNvPr>
          <p:cNvSpPr txBox="1"/>
          <p:nvPr/>
        </p:nvSpPr>
        <p:spPr>
          <a:xfrm>
            <a:off x="47721" y="2280014"/>
            <a:ext cx="1578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W2_0,W2_0,W2_0,W2_0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W2_0,W2_0,W2_0,W2_0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F34F61-0AF4-4F06-9845-2A0E2C8EC5BE}"/>
              </a:ext>
            </a:extLst>
          </p:cNvPr>
          <p:cNvSpPr txBox="1"/>
          <p:nvPr/>
        </p:nvSpPr>
        <p:spPr>
          <a:xfrm>
            <a:off x="92061" y="3252459"/>
            <a:ext cx="1572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W4_0,W4_1,W4_0,W4_1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W4_0,W4_1,W4_0,W4_1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6BB740-2E5F-460D-86C5-393647BC1898}"/>
              </a:ext>
            </a:extLst>
          </p:cNvPr>
          <p:cNvSpPr txBox="1"/>
          <p:nvPr/>
        </p:nvSpPr>
        <p:spPr>
          <a:xfrm>
            <a:off x="103261" y="4263056"/>
            <a:ext cx="1616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W8_0,W8_1,W8_2,W8_3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W8_0,W8_1,W8_2,W8_3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C0786F5-A224-4E20-A653-1B0EB3C1E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909124"/>
              </p:ext>
            </p:extLst>
          </p:nvPr>
        </p:nvGraphicFramePr>
        <p:xfrm>
          <a:off x="1445767" y="1913526"/>
          <a:ext cx="4503424" cy="2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[2]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[6]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[7]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[8]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[9]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[10]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[12]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EDEBF11-33D2-43D9-A1F7-DD7F29D7D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111099"/>
              </p:ext>
            </p:extLst>
          </p:nvPr>
        </p:nvGraphicFramePr>
        <p:xfrm>
          <a:off x="1445767" y="2866837"/>
          <a:ext cx="4503424" cy="2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[2]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[6]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[7]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[8]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[9]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[10]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[12]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042D577-750B-4364-84CA-81C9A7D6F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296414"/>
              </p:ext>
            </p:extLst>
          </p:nvPr>
        </p:nvGraphicFramePr>
        <p:xfrm>
          <a:off x="1445767" y="3820148"/>
          <a:ext cx="4503424" cy="2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[2]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[6]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[7]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[8]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[9]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[10]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[12]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4FB67A4-4188-4C0F-9E84-AF7E696CB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249951"/>
              </p:ext>
            </p:extLst>
          </p:nvPr>
        </p:nvGraphicFramePr>
        <p:xfrm>
          <a:off x="1445767" y="4815263"/>
          <a:ext cx="4503424" cy="2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[2]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[6]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[7]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[8]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[9]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[10]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[12]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33C2FFF-E024-4489-B265-14982789A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51572"/>
              </p:ext>
            </p:extLst>
          </p:nvPr>
        </p:nvGraphicFramePr>
        <p:xfrm>
          <a:off x="1445767" y="5789476"/>
          <a:ext cx="4503424" cy="2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[2]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[6]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[7]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[8]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[9]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[10]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[12]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A85F11A-F262-4EB4-BA84-39B38179551A}"/>
              </a:ext>
            </a:extLst>
          </p:cNvPr>
          <p:cNvCxnSpPr>
            <a:cxnSpLocks/>
          </p:cNvCxnSpPr>
          <p:nvPr/>
        </p:nvCxnSpPr>
        <p:spPr>
          <a:xfrm flipH="1">
            <a:off x="1570882" y="216694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AC33AF3-CD14-4846-9D5D-87CD3DF1A465}"/>
              </a:ext>
            </a:extLst>
          </p:cNvPr>
          <p:cNvCxnSpPr>
            <a:cxnSpLocks/>
          </p:cNvCxnSpPr>
          <p:nvPr/>
        </p:nvCxnSpPr>
        <p:spPr>
          <a:xfrm flipH="1">
            <a:off x="1862712" y="216694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80267E-3645-461F-934E-158E15217FE2}"/>
              </a:ext>
            </a:extLst>
          </p:cNvPr>
          <p:cNvCxnSpPr>
            <a:cxnSpLocks/>
          </p:cNvCxnSpPr>
          <p:nvPr/>
        </p:nvCxnSpPr>
        <p:spPr>
          <a:xfrm flipH="1">
            <a:off x="2143873" y="216694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7CDEF41-A89E-4D41-88BD-7E8E88E7A51E}"/>
              </a:ext>
            </a:extLst>
          </p:cNvPr>
          <p:cNvCxnSpPr>
            <a:cxnSpLocks/>
          </p:cNvCxnSpPr>
          <p:nvPr/>
        </p:nvCxnSpPr>
        <p:spPr>
          <a:xfrm flipH="1">
            <a:off x="2415889" y="216520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AAE56FF-91FA-4F3F-B315-36F3096CA490}"/>
              </a:ext>
            </a:extLst>
          </p:cNvPr>
          <p:cNvCxnSpPr>
            <a:cxnSpLocks/>
          </p:cNvCxnSpPr>
          <p:nvPr/>
        </p:nvCxnSpPr>
        <p:spPr>
          <a:xfrm flipH="1">
            <a:off x="2701623" y="215475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B3FDC7-53FF-43AB-805D-4A90B3B59670}"/>
              </a:ext>
            </a:extLst>
          </p:cNvPr>
          <p:cNvCxnSpPr>
            <a:cxnSpLocks/>
          </p:cNvCxnSpPr>
          <p:nvPr/>
        </p:nvCxnSpPr>
        <p:spPr>
          <a:xfrm flipH="1">
            <a:off x="2993453" y="215475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DD20D2C-B18C-432F-8E12-D558932CF667}"/>
              </a:ext>
            </a:extLst>
          </p:cNvPr>
          <p:cNvCxnSpPr>
            <a:cxnSpLocks/>
          </p:cNvCxnSpPr>
          <p:nvPr/>
        </p:nvCxnSpPr>
        <p:spPr>
          <a:xfrm flipH="1">
            <a:off x="3266994" y="215475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187FD4A-FA9E-4C11-B9EF-54B3C8BC3AA4}"/>
              </a:ext>
            </a:extLst>
          </p:cNvPr>
          <p:cNvCxnSpPr>
            <a:cxnSpLocks/>
          </p:cNvCxnSpPr>
          <p:nvPr/>
        </p:nvCxnSpPr>
        <p:spPr>
          <a:xfrm flipH="1">
            <a:off x="3540534" y="216520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50AC371-B60F-416E-9CE8-540646AC7067}"/>
              </a:ext>
            </a:extLst>
          </p:cNvPr>
          <p:cNvCxnSpPr>
            <a:cxnSpLocks/>
          </p:cNvCxnSpPr>
          <p:nvPr/>
        </p:nvCxnSpPr>
        <p:spPr>
          <a:xfrm flipH="1">
            <a:off x="3832363" y="216781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C520E2D-B400-46B8-A3C3-C8F1E35D3EED}"/>
              </a:ext>
            </a:extLst>
          </p:cNvPr>
          <p:cNvCxnSpPr>
            <a:cxnSpLocks/>
          </p:cNvCxnSpPr>
          <p:nvPr/>
        </p:nvCxnSpPr>
        <p:spPr>
          <a:xfrm flipH="1">
            <a:off x="4124193" y="216781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55FA664-4B68-4E06-8664-8788E191623B}"/>
              </a:ext>
            </a:extLst>
          </p:cNvPr>
          <p:cNvCxnSpPr>
            <a:cxnSpLocks/>
          </p:cNvCxnSpPr>
          <p:nvPr/>
        </p:nvCxnSpPr>
        <p:spPr>
          <a:xfrm flipH="1">
            <a:off x="4397734" y="216781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5A07A3F-8610-47F4-9DFE-ECDBB223F4D8}"/>
              </a:ext>
            </a:extLst>
          </p:cNvPr>
          <p:cNvCxnSpPr>
            <a:cxnSpLocks/>
          </p:cNvCxnSpPr>
          <p:nvPr/>
        </p:nvCxnSpPr>
        <p:spPr>
          <a:xfrm flipH="1">
            <a:off x="4677370" y="216607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7F08DB1-0140-465B-AFFF-1F69653A5E47}"/>
              </a:ext>
            </a:extLst>
          </p:cNvPr>
          <p:cNvCxnSpPr>
            <a:cxnSpLocks/>
          </p:cNvCxnSpPr>
          <p:nvPr/>
        </p:nvCxnSpPr>
        <p:spPr>
          <a:xfrm flipH="1">
            <a:off x="4963104" y="215562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2542512-1894-44CE-B1E1-AE84E181AC14}"/>
              </a:ext>
            </a:extLst>
          </p:cNvPr>
          <p:cNvCxnSpPr>
            <a:cxnSpLocks/>
          </p:cNvCxnSpPr>
          <p:nvPr/>
        </p:nvCxnSpPr>
        <p:spPr>
          <a:xfrm flipH="1">
            <a:off x="5254934" y="215562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C12D76B-EA6E-43B5-91FC-38B352190AD9}"/>
              </a:ext>
            </a:extLst>
          </p:cNvPr>
          <p:cNvCxnSpPr>
            <a:cxnSpLocks/>
          </p:cNvCxnSpPr>
          <p:nvPr/>
        </p:nvCxnSpPr>
        <p:spPr>
          <a:xfrm flipH="1">
            <a:off x="5528475" y="215562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82C41B-AFC9-443A-BCA8-5F11ED1C039C}"/>
              </a:ext>
            </a:extLst>
          </p:cNvPr>
          <p:cNvCxnSpPr>
            <a:cxnSpLocks/>
          </p:cNvCxnSpPr>
          <p:nvPr/>
        </p:nvCxnSpPr>
        <p:spPr>
          <a:xfrm flipH="1">
            <a:off x="5802015" y="215388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11241E9-EFB8-4F87-836C-54B6296474D2}"/>
              </a:ext>
            </a:extLst>
          </p:cNvPr>
          <p:cNvCxnSpPr>
            <a:cxnSpLocks/>
          </p:cNvCxnSpPr>
          <p:nvPr/>
        </p:nvCxnSpPr>
        <p:spPr>
          <a:xfrm flipH="1">
            <a:off x="1564785" y="2175654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BC4840A-AAA5-43EE-B881-8A599AA0577C}"/>
              </a:ext>
            </a:extLst>
          </p:cNvPr>
          <p:cNvCxnSpPr>
            <a:cxnSpLocks/>
          </p:cNvCxnSpPr>
          <p:nvPr/>
        </p:nvCxnSpPr>
        <p:spPr>
          <a:xfrm>
            <a:off x="1570882" y="2171736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3114D08-AE87-47C2-86DB-9259AAB66216}"/>
              </a:ext>
            </a:extLst>
          </p:cNvPr>
          <p:cNvCxnSpPr>
            <a:cxnSpLocks/>
          </p:cNvCxnSpPr>
          <p:nvPr/>
        </p:nvCxnSpPr>
        <p:spPr>
          <a:xfrm>
            <a:off x="2134011" y="2174000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3A0412D-45CE-4099-AB16-10283EACDDFC}"/>
              </a:ext>
            </a:extLst>
          </p:cNvPr>
          <p:cNvCxnSpPr>
            <a:cxnSpLocks/>
          </p:cNvCxnSpPr>
          <p:nvPr/>
        </p:nvCxnSpPr>
        <p:spPr>
          <a:xfrm>
            <a:off x="2703145" y="2180662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9ADCF91-B55D-4DD1-ADD8-C3061D19AABF}"/>
              </a:ext>
            </a:extLst>
          </p:cNvPr>
          <p:cNvCxnSpPr>
            <a:cxnSpLocks/>
          </p:cNvCxnSpPr>
          <p:nvPr/>
        </p:nvCxnSpPr>
        <p:spPr>
          <a:xfrm>
            <a:off x="3269837" y="2179659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5D9D4E3-B4A8-4E13-BDCB-C3789FAFAA9E}"/>
              </a:ext>
            </a:extLst>
          </p:cNvPr>
          <p:cNvCxnSpPr>
            <a:cxnSpLocks/>
          </p:cNvCxnSpPr>
          <p:nvPr/>
        </p:nvCxnSpPr>
        <p:spPr>
          <a:xfrm>
            <a:off x="3833785" y="2180429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6D21A85-B502-41C6-AAD5-9A278692A33B}"/>
              </a:ext>
            </a:extLst>
          </p:cNvPr>
          <p:cNvCxnSpPr>
            <a:cxnSpLocks/>
          </p:cNvCxnSpPr>
          <p:nvPr/>
        </p:nvCxnSpPr>
        <p:spPr>
          <a:xfrm>
            <a:off x="4394924" y="2179950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8B5511C-0729-497F-B21C-3EF1614D57B3}"/>
              </a:ext>
            </a:extLst>
          </p:cNvPr>
          <p:cNvCxnSpPr>
            <a:cxnSpLocks/>
          </p:cNvCxnSpPr>
          <p:nvPr/>
        </p:nvCxnSpPr>
        <p:spPr>
          <a:xfrm>
            <a:off x="4966151" y="2167815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5299C28-073A-438A-B301-95DD1FEB6A8A}"/>
              </a:ext>
            </a:extLst>
          </p:cNvPr>
          <p:cNvCxnSpPr>
            <a:cxnSpLocks/>
          </p:cNvCxnSpPr>
          <p:nvPr/>
        </p:nvCxnSpPr>
        <p:spPr>
          <a:xfrm>
            <a:off x="5524752" y="2169630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9193E4E-DAA3-476C-8E08-D45E91AF9DEB}"/>
              </a:ext>
            </a:extLst>
          </p:cNvPr>
          <p:cNvCxnSpPr>
            <a:cxnSpLocks/>
          </p:cNvCxnSpPr>
          <p:nvPr/>
        </p:nvCxnSpPr>
        <p:spPr>
          <a:xfrm flipH="1">
            <a:off x="2118225" y="2176874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E13EEB1-3EC5-4277-B696-2AE5CA49B5ED}"/>
              </a:ext>
            </a:extLst>
          </p:cNvPr>
          <p:cNvCxnSpPr>
            <a:cxnSpLocks/>
          </p:cNvCxnSpPr>
          <p:nvPr/>
        </p:nvCxnSpPr>
        <p:spPr>
          <a:xfrm flipH="1">
            <a:off x="2682832" y="2183577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9ABFB04-0D11-4C6A-8225-35DD775201C0}"/>
              </a:ext>
            </a:extLst>
          </p:cNvPr>
          <p:cNvCxnSpPr>
            <a:cxnSpLocks/>
          </p:cNvCxnSpPr>
          <p:nvPr/>
        </p:nvCxnSpPr>
        <p:spPr>
          <a:xfrm flipH="1">
            <a:off x="3248865" y="2181358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3DACF2E-AE4D-4D3C-9866-1A4DC3D0218B}"/>
              </a:ext>
            </a:extLst>
          </p:cNvPr>
          <p:cNvCxnSpPr>
            <a:cxnSpLocks/>
          </p:cNvCxnSpPr>
          <p:nvPr/>
        </p:nvCxnSpPr>
        <p:spPr>
          <a:xfrm flipH="1">
            <a:off x="3822874" y="2175437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874D799-A086-46E2-A1F5-1406F8B7B4CB}"/>
              </a:ext>
            </a:extLst>
          </p:cNvPr>
          <p:cNvCxnSpPr>
            <a:cxnSpLocks/>
          </p:cNvCxnSpPr>
          <p:nvPr/>
        </p:nvCxnSpPr>
        <p:spPr>
          <a:xfrm flipH="1">
            <a:off x="4371110" y="2176090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8956116-E1FC-4CBB-91E1-B2A99E66ED90}"/>
              </a:ext>
            </a:extLst>
          </p:cNvPr>
          <p:cNvCxnSpPr>
            <a:cxnSpLocks/>
          </p:cNvCxnSpPr>
          <p:nvPr/>
        </p:nvCxnSpPr>
        <p:spPr>
          <a:xfrm flipH="1">
            <a:off x="4957482" y="2171736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923D2C7-819E-4499-BD96-73C40857FCD4}"/>
              </a:ext>
            </a:extLst>
          </p:cNvPr>
          <p:cNvCxnSpPr>
            <a:cxnSpLocks/>
          </p:cNvCxnSpPr>
          <p:nvPr/>
        </p:nvCxnSpPr>
        <p:spPr>
          <a:xfrm flipH="1">
            <a:off x="5515609" y="2176132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5656B86-3B3D-48E7-B50E-33A7606D03E3}"/>
              </a:ext>
            </a:extLst>
          </p:cNvPr>
          <p:cNvCxnSpPr>
            <a:cxnSpLocks/>
          </p:cNvCxnSpPr>
          <p:nvPr/>
        </p:nvCxnSpPr>
        <p:spPr>
          <a:xfrm flipH="1">
            <a:off x="1587500" y="312083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B19A8FD-11CF-479B-A8FB-577447F9D5F2}"/>
              </a:ext>
            </a:extLst>
          </p:cNvPr>
          <p:cNvCxnSpPr>
            <a:cxnSpLocks/>
          </p:cNvCxnSpPr>
          <p:nvPr/>
        </p:nvCxnSpPr>
        <p:spPr>
          <a:xfrm flipH="1">
            <a:off x="1879330" y="312083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5C2F7FC-6951-47D9-BC35-51F4349345B7}"/>
              </a:ext>
            </a:extLst>
          </p:cNvPr>
          <p:cNvCxnSpPr>
            <a:cxnSpLocks/>
          </p:cNvCxnSpPr>
          <p:nvPr/>
        </p:nvCxnSpPr>
        <p:spPr>
          <a:xfrm flipH="1">
            <a:off x="2432507" y="311909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49B6C44-BA38-41D4-9A6C-35FE0C34BCBA}"/>
              </a:ext>
            </a:extLst>
          </p:cNvPr>
          <p:cNvCxnSpPr>
            <a:cxnSpLocks/>
          </p:cNvCxnSpPr>
          <p:nvPr/>
        </p:nvCxnSpPr>
        <p:spPr>
          <a:xfrm flipH="1">
            <a:off x="3010071" y="310864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7280281-5B26-4C8D-8822-D8B12C90F42E}"/>
              </a:ext>
            </a:extLst>
          </p:cNvPr>
          <p:cNvCxnSpPr>
            <a:cxnSpLocks/>
          </p:cNvCxnSpPr>
          <p:nvPr/>
        </p:nvCxnSpPr>
        <p:spPr>
          <a:xfrm flipH="1">
            <a:off x="3283612" y="310864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54AC869-5560-45E0-BBEF-2AA185909DE1}"/>
              </a:ext>
            </a:extLst>
          </p:cNvPr>
          <p:cNvCxnSpPr>
            <a:cxnSpLocks/>
          </p:cNvCxnSpPr>
          <p:nvPr/>
        </p:nvCxnSpPr>
        <p:spPr>
          <a:xfrm flipH="1">
            <a:off x="3557152" y="311909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B50F987-4B73-4F27-9544-FFD27C8B2075}"/>
              </a:ext>
            </a:extLst>
          </p:cNvPr>
          <p:cNvCxnSpPr>
            <a:cxnSpLocks/>
          </p:cNvCxnSpPr>
          <p:nvPr/>
        </p:nvCxnSpPr>
        <p:spPr>
          <a:xfrm flipH="1">
            <a:off x="3848981" y="312170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5F59AE0-5CB5-4B70-BB46-03009E1276B4}"/>
              </a:ext>
            </a:extLst>
          </p:cNvPr>
          <p:cNvCxnSpPr>
            <a:cxnSpLocks/>
          </p:cNvCxnSpPr>
          <p:nvPr/>
        </p:nvCxnSpPr>
        <p:spPr>
          <a:xfrm flipH="1">
            <a:off x="4140811" y="312170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5C9BAFD-7842-4430-9449-08A2CA2A616D}"/>
              </a:ext>
            </a:extLst>
          </p:cNvPr>
          <p:cNvCxnSpPr>
            <a:cxnSpLocks/>
          </p:cNvCxnSpPr>
          <p:nvPr/>
        </p:nvCxnSpPr>
        <p:spPr>
          <a:xfrm flipH="1">
            <a:off x="4414352" y="312170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9C3AF4F-B0B0-4589-8C41-908AAF42AD83}"/>
              </a:ext>
            </a:extLst>
          </p:cNvPr>
          <p:cNvCxnSpPr>
            <a:cxnSpLocks/>
          </p:cNvCxnSpPr>
          <p:nvPr/>
        </p:nvCxnSpPr>
        <p:spPr>
          <a:xfrm flipH="1">
            <a:off x="4693988" y="311996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34052C1-4F60-4613-A97F-2DFCA728C593}"/>
              </a:ext>
            </a:extLst>
          </p:cNvPr>
          <p:cNvCxnSpPr>
            <a:cxnSpLocks/>
          </p:cNvCxnSpPr>
          <p:nvPr/>
        </p:nvCxnSpPr>
        <p:spPr>
          <a:xfrm flipH="1">
            <a:off x="4979722" y="310951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45945D7-BE7D-481D-B8EB-CF4C054BAE1F}"/>
              </a:ext>
            </a:extLst>
          </p:cNvPr>
          <p:cNvCxnSpPr>
            <a:cxnSpLocks/>
          </p:cNvCxnSpPr>
          <p:nvPr/>
        </p:nvCxnSpPr>
        <p:spPr>
          <a:xfrm flipH="1">
            <a:off x="5271552" y="310951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B4427E3-D41F-4BB1-B36F-B58606DEAB38}"/>
              </a:ext>
            </a:extLst>
          </p:cNvPr>
          <p:cNvCxnSpPr>
            <a:cxnSpLocks/>
          </p:cNvCxnSpPr>
          <p:nvPr/>
        </p:nvCxnSpPr>
        <p:spPr>
          <a:xfrm flipH="1">
            <a:off x="5545093" y="310951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EBD287F-56D2-4365-90C0-86A8F09A8572}"/>
              </a:ext>
            </a:extLst>
          </p:cNvPr>
          <p:cNvCxnSpPr>
            <a:cxnSpLocks/>
          </p:cNvCxnSpPr>
          <p:nvPr/>
        </p:nvCxnSpPr>
        <p:spPr>
          <a:xfrm flipH="1">
            <a:off x="5818633" y="310777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517231E-C53F-45CE-88BE-66197B63DB38}"/>
              </a:ext>
            </a:extLst>
          </p:cNvPr>
          <p:cNvCxnSpPr>
            <a:cxnSpLocks/>
          </p:cNvCxnSpPr>
          <p:nvPr/>
        </p:nvCxnSpPr>
        <p:spPr>
          <a:xfrm flipH="1">
            <a:off x="1587500" y="410317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AADC078-C14D-45F1-92C8-DF1EBF5843B6}"/>
              </a:ext>
            </a:extLst>
          </p:cNvPr>
          <p:cNvCxnSpPr>
            <a:cxnSpLocks/>
          </p:cNvCxnSpPr>
          <p:nvPr/>
        </p:nvCxnSpPr>
        <p:spPr>
          <a:xfrm flipH="1">
            <a:off x="1879330" y="410317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97F1B12-BE2E-4833-858F-0FC52A778F76}"/>
              </a:ext>
            </a:extLst>
          </p:cNvPr>
          <p:cNvCxnSpPr>
            <a:cxnSpLocks/>
          </p:cNvCxnSpPr>
          <p:nvPr/>
        </p:nvCxnSpPr>
        <p:spPr>
          <a:xfrm flipH="1">
            <a:off x="2432507" y="410143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A5EA841-8E8B-49B7-A74F-3F88294775E7}"/>
              </a:ext>
            </a:extLst>
          </p:cNvPr>
          <p:cNvCxnSpPr>
            <a:cxnSpLocks/>
          </p:cNvCxnSpPr>
          <p:nvPr/>
        </p:nvCxnSpPr>
        <p:spPr>
          <a:xfrm flipH="1">
            <a:off x="3010071" y="409098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49BC4D3-8B38-4D67-9248-38F857463652}"/>
              </a:ext>
            </a:extLst>
          </p:cNvPr>
          <p:cNvCxnSpPr>
            <a:cxnSpLocks/>
          </p:cNvCxnSpPr>
          <p:nvPr/>
        </p:nvCxnSpPr>
        <p:spPr>
          <a:xfrm flipH="1">
            <a:off x="3283612" y="409098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F2DBEEE-D817-40CB-8237-73DBA5128F4D}"/>
              </a:ext>
            </a:extLst>
          </p:cNvPr>
          <p:cNvCxnSpPr>
            <a:cxnSpLocks/>
          </p:cNvCxnSpPr>
          <p:nvPr/>
        </p:nvCxnSpPr>
        <p:spPr>
          <a:xfrm flipH="1">
            <a:off x="3557152" y="410143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DD2650F-C2CB-407E-8E15-1CCFAEE81B1D}"/>
              </a:ext>
            </a:extLst>
          </p:cNvPr>
          <p:cNvCxnSpPr>
            <a:cxnSpLocks/>
          </p:cNvCxnSpPr>
          <p:nvPr/>
        </p:nvCxnSpPr>
        <p:spPr>
          <a:xfrm flipH="1">
            <a:off x="3848981" y="410404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F20C64D-C795-4033-B0E1-D580BDDAA6E8}"/>
              </a:ext>
            </a:extLst>
          </p:cNvPr>
          <p:cNvCxnSpPr>
            <a:cxnSpLocks/>
          </p:cNvCxnSpPr>
          <p:nvPr/>
        </p:nvCxnSpPr>
        <p:spPr>
          <a:xfrm flipH="1">
            <a:off x="4140811" y="410404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AAD6939-3147-4C0D-8C0D-B5A69DAE722E}"/>
              </a:ext>
            </a:extLst>
          </p:cNvPr>
          <p:cNvCxnSpPr>
            <a:cxnSpLocks/>
          </p:cNvCxnSpPr>
          <p:nvPr/>
        </p:nvCxnSpPr>
        <p:spPr>
          <a:xfrm flipH="1">
            <a:off x="4414352" y="410404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3840891-6B81-48C1-814F-84E8581D5DF3}"/>
              </a:ext>
            </a:extLst>
          </p:cNvPr>
          <p:cNvCxnSpPr>
            <a:cxnSpLocks/>
          </p:cNvCxnSpPr>
          <p:nvPr/>
        </p:nvCxnSpPr>
        <p:spPr>
          <a:xfrm flipH="1">
            <a:off x="4693988" y="410230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66BAE5D-0B6C-49D6-8CC4-4F6AB67B1311}"/>
              </a:ext>
            </a:extLst>
          </p:cNvPr>
          <p:cNvCxnSpPr>
            <a:cxnSpLocks/>
          </p:cNvCxnSpPr>
          <p:nvPr/>
        </p:nvCxnSpPr>
        <p:spPr>
          <a:xfrm flipH="1">
            <a:off x="4979722" y="409185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241E090-EAC5-490E-839A-69C5A5F6D993}"/>
              </a:ext>
            </a:extLst>
          </p:cNvPr>
          <p:cNvCxnSpPr>
            <a:cxnSpLocks/>
          </p:cNvCxnSpPr>
          <p:nvPr/>
        </p:nvCxnSpPr>
        <p:spPr>
          <a:xfrm flipH="1">
            <a:off x="5271552" y="409185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8D1C262-C5E6-4587-95CF-FFAA92837946}"/>
              </a:ext>
            </a:extLst>
          </p:cNvPr>
          <p:cNvCxnSpPr>
            <a:cxnSpLocks/>
          </p:cNvCxnSpPr>
          <p:nvPr/>
        </p:nvCxnSpPr>
        <p:spPr>
          <a:xfrm flipH="1">
            <a:off x="5545093" y="409185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98953E4-DA87-4CE8-A638-8E54DC2F2487}"/>
              </a:ext>
            </a:extLst>
          </p:cNvPr>
          <p:cNvCxnSpPr>
            <a:cxnSpLocks/>
          </p:cNvCxnSpPr>
          <p:nvPr/>
        </p:nvCxnSpPr>
        <p:spPr>
          <a:xfrm flipH="1">
            <a:off x="5818633" y="409011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B43CDDB-9027-45B9-8A3F-024E0DC6C059}"/>
              </a:ext>
            </a:extLst>
          </p:cNvPr>
          <p:cNvCxnSpPr>
            <a:cxnSpLocks/>
          </p:cNvCxnSpPr>
          <p:nvPr/>
        </p:nvCxnSpPr>
        <p:spPr>
          <a:xfrm flipH="1">
            <a:off x="1594974" y="508871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9CB03CC1-EA3C-4C5E-A198-C272155FE077}"/>
              </a:ext>
            </a:extLst>
          </p:cNvPr>
          <p:cNvCxnSpPr>
            <a:cxnSpLocks/>
          </p:cNvCxnSpPr>
          <p:nvPr/>
        </p:nvCxnSpPr>
        <p:spPr>
          <a:xfrm flipH="1">
            <a:off x="1886804" y="508871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9D59FAF-AE11-4A6E-BDBF-9DD22C88C7E3}"/>
              </a:ext>
            </a:extLst>
          </p:cNvPr>
          <p:cNvCxnSpPr>
            <a:cxnSpLocks/>
          </p:cNvCxnSpPr>
          <p:nvPr/>
        </p:nvCxnSpPr>
        <p:spPr>
          <a:xfrm flipH="1">
            <a:off x="2439981" y="508697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D1967E1-D451-47B9-ABF6-AE5E5DEEC4EB}"/>
              </a:ext>
            </a:extLst>
          </p:cNvPr>
          <p:cNvCxnSpPr>
            <a:cxnSpLocks/>
          </p:cNvCxnSpPr>
          <p:nvPr/>
        </p:nvCxnSpPr>
        <p:spPr>
          <a:xfrm flipH="1">
            <a:off x="3017545" y="507652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02B1EE9-F1E2-4E3A-9EF6-4704BF605BA3}"/>
              </a:ext>
            </a:extLst>
          </p:cNvPr>
          <p:cNvCxnSpPr>
            <a:cxnSpLocks/>
          </p:cNvCxnSpPr>
          <p:nvPr/>
        </p:nvCxnSpPr>
        <p:spPr>
          <a:xfrm flipH="1">
            <a:off x="3291086" y="507652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9C6E56D-641C-4A21-9DC4-FF3B01A19A9F}"/>
              </a:ext>
            </a:extLst>
          </p:cNvPr>
          <p:cNvCxnSpPr>
            <a:cxnSpLocks/>
          </p:cNvCxnSpPr>
          <p:nvPr/>
        </p:nvCxnSpPr>
        <p:spPr>
          <a:xfrm flipH="1">
            <a:off x="3564626" y="508697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457DCBD-C8AE-4D19-8A81-16A7C6CEFF8C}"/>
              </a:ext>
            </a:extLst>
          </p:cNvPr>
          <p:cNvCxnSpPr>
            <a:cxnSpLocks/>
          </p:cNvCxnSpPr>
          <p:nvPr/>
        </p:nvCxnSpPr>
        <p:spPr>
          <a:xfrm flipH="1">
            <a:off x="3856455" y="508958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13BBFC8-5C0C-4123-99EA-7618E4FCC4EF}"/>
              </a:ext>
            </a:extLst>
          </p:cNvPr>
          <p:cNvCxnSpPr>
            <a:cxnSpLocks/>
          </p:cNvCxnSpPr>
          <p:nvPr/>
        </p:nvCxnSpPr>
        <p:spPr>
          <a:xfrm flipH="1">
            <a:off x="4148285" y="508958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72708C2-F899-4987-9AE3-0F6DA77FD548}"/>
              </a:ext>
            </a:extLst>
          </p:cNvPr>
          <p:cNvCxnSpPr>
            <a:cxnSpLocks/>
          </p:cNvCxnSpPr>
          <p:nvPr/>
        </p:nvCxnSpPr>
        <p:spPr>
          <a:xfrm flipH="1">
            <a:off x="4421826" y="5089583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5866DC0-150F-41E2-B986-47F18DE28A12}"/>
              </a:ext>
            </a:extLst>
          </p:cNvPr>
          <p:cNvCxnSpPr>
            <a:cxnSpLocks/>
          </p:cNvCxnSpPr>
          <p:nvPr/>
        </p:nvCxnSpPr>
        <p:spPr>
          <a:xfrm flipH="1">
            <a:off x="4701462" y="5087842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2E5F679-AC3C-4796-8A03-96B9FA4BB291}"/>
              </a:ext>
            </a:extLst>
          </p:cNvPr>
          <p:cNvCxnSpPr>
            <a:cxnSpLocks/>
          </p:cNvCxnSpPr>
          <p:nvPr/>
        </p:nvCxnSpPr>
        <p:spPr>
          <a:xfrm flipH="1">
            <a:off x="4987196" y="507739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99FDC55-669B-4576-94F8-A523CD53EC13}"/>
              </a:ext>
            </a:extLst>
          </p:cNvPr>
          <p:cNvCxnSpPr>
            <a:cxnSpLocks/>
          </p:cNvCxnSpPr>
          <p:nvPr/>
        </p:nvCxnSpPr>
        <p:spPr>
          <a:xfrm flipH="1">
            <a:off x="5279026" y="507739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F1E8D64-1A6F-4C54-8D43-2B36EE1C5C21}"/>
              </a:ext>
            </a:extLst>
          </p:cNvPr>
          <p:cNvCxnSpPr>
            <a:cxnSpLocks/>
          </p:cNvCxnSpPr>
          <p:nvPr/>
        </p:nvCxnSpPr>
        <p:spPr>
          <a:xfrm flipH="1">
            <a:off x="5552567" y="5077391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703C82D-F70D-4A18-9516-3BBA14713BCD}"/>
              </a:ext>
            </a:extLst>
          </p:cNvPr>
          <p:cNvCxnSpPr>
            <a:cxnSpLocks/>
          </p:cNvCxnSpPr>
          <p:nvPr/>
        </p:nvCxnSpPr>
        <p:spPr>
          <a:xfrm flipH="1">
            <a:off x="5826107" y="507565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8097388-78F1-4862-8D8D-39951A7081D6}"/>
              </a:ext>
            </a:extLst>
          </p:cNvPr>
          <p:cNvCxnSpPr>
            <a:cxnSpLocks/>
          </p:cNvCxnSpPr>
          <p:nvPr/>
        </p:nvCxnSpPr>
        <p:spPr>
          <a:xfrm flipH="1">
            <a:off x="2145040" y="312504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AA6437F-D76C-40D0-9B6D-E14ACAAB4ACF}"/>
              </a:ext>
            </a:extLst>
          </p:cNvPr>
          <p:cNvCxnSpPr>
            <a:cxnSpLocks/>
          </p:cNvCxnSpPr>
          <p:nvPr/>
        </p:nvCxnSpPr>
        <p:spPr>
          <a:xfrm flipH="1">
            <a:off x="2702790" y="311285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83E59664-DF58-437F-9C0E-C7E1D7E4155F}"/>
              </a:ext>
            </a:extLst>
          </p:cNvPr>
          <p:cNvCxnSpPr>
            <a:cxnSpLocks/>
          </p:cNvCxnSpPr>
          <p:nvPr/>
        </p:nvCxnSpPr>
        <p:spPr>
          <a:xfrm flipH="1">
            <a:off x="2145760" y="410143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2E1544B-B6F6-4C7F-B987-4B93171949E5}"/>
              </a:ext>
            </a:extLst>
          </p:cNvPr>
          <p:cNvCxnSpPr>
            <a:cxnSpLocks/>
          </p:cNvCxnSpPr>
          <p:nvPr/>
        </p:nvCxnSpPr>
        <p:spPr>
          <a:xfrm flipH="1">
            <a:off x="2703510" y="4089245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5D7A8DC6-3742-4D5B-A3B8-B1123E69CE2D}"/>
              </a:ext>
            </a:extLst>
          </p:cNvPr>
          <p:cNvCxnSpPr>
            <a:cxnSpLocks/>
          </p:cNvCxnSpPr>
          <p:nvPr/>
        </p:nvCxnSpPr>
        <p:spPr>
          <a:xfrm flipH="1">
            <a:off x="2142054" y="5083916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E6537F6-2E43-409E-B0E6-D285F3B13584}"/>
              </a:ext>
            </a:extLst>
          </p:cNvPr>
          <p:cNvCxnSpPr>
            <a:cxnSpLocks/>
          </p:cNvCxnSpPr>
          <p:nvPr/>
        </p:nvCxnSpPr>
        <p:spPr>
          <a:xfrm flipH="1">
            <a:off x="2699804" y="5071724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D2A3663-E2D3-4E7B-9554-D3BA34614DAB}"/>
              </a:ext>
            </a:extLst>
          </p:cNvPr>
          <p:cNvCxnSpPr>
            <a:cxnSpLocks/>
          </p:cNvCxnSpPr>
          <p:nvPr/>
        </p:nvCxnSpPr>
        <p:spPr>
          <a:xfrm>
            <a:off x="1592177" y="3135715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31A5E81-F508-4AB4-8BFD-B9868D55616F}"/>
              </a:ext>
            </a:extLst>
          </p:cNvPr>
          <p:cNvCxnSpPr>
            <a:cxnSpLocks/>
          </p:cNvCxnSpPr>
          <p:nvPr/>
        </p:nvCxnSpPr>
        <p:spPr>
          <a:xfrm>
            <a:off x="1881038" y="3135715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C43FE729-0CA4-43D4-B5F9-6CBD8F9E0659}"/>
              </a:ext>
            </a:extLst>
          </p:cNvPr>
          <p:cNvCxnSpPr>
            <a:cxnSpLocks/>
          </p:cNvCxnSpPr>
          <p:nvPr/>
        </p:nvCxnSpPr>
        <p:spPr>
          <a:xfrm>
            <a:off x="2719870" y="3137675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C9E361FC-0BE2-47F0-AC67-9B6A30A94DA0}"/>
              </a:ext>
            </a:extLst>
          </p:cNvPr>
          <p:cNvCxnSpPr>
            <a:cxnSpLocks/>
          </p:cNvCxnSpPr>
          <p:nvPr/>
        </p:nvCxnSpPr>
        <p:spPr>
          <a:xfrm>
            <a:off x="3008731" y="3137675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D1D88FB-E2A8-405E-B466-81DA4E0B80CA}"/>
              </a:ext>
            </a:extLst>
          </p:cNvPr>
          <p:cNvCxnSpPr>
            <a:cxnSpLocks/>
          </p:cNvCxnSpPr>
          <p:nvPr/>
        </p:nvCxnSpPr>
        <p:spPr>
          <a:xfrm>
            <a:off x="3862959" y="3138410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A3E3F75-E0C6-4584-9FAD-378B855CB194}"/>
              </a:ext>
            </a:extLst>
          </p:cNvPr>
          <p:cNvCxnSpPr>
            <a:cxnSpLocks/>
          </p:cNvCxnSpPr>
          <p:nvPr/>
        </p:nvCxnSpPr>
        <p:spPr>
          <a:xfrm>
            <a:off x="4151820" y="3138410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E457D7A7-4A38-4369-9C86-AB6F70CF1F9C}"/>
              </a:ext>
            </a:extLst>
          </p:cNvPr>
          <p:cNvCxnSpPr>
            <a:cxnSpLocks/>
          </p:cNvCxnSpPr>
          <p:nvPr/>
        </p:nvCxnSpPr>
        <p:spPr>
          <a:xfrm>
            <a:off x="4997970" y="3136880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8A1247A-A17E-4DD3-B96D-2E92790AE5C4}"/>
              </a:ext>
            </a:extLst>
          </p:cNvPr>
          <p:cNvCxnSpPr>
            <a:cxnSpLocks/>
          </p:cNvCxnSpPr>
          <p:nvPr/>
        </p:nvCxnSpPr>
        <p:spPr>
          <a:xfrm>
            <a:off x="5286831" y="3136880"/>
            <a:ext cx="554597" cy="6787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1E31EA19-9374-4B5B-B187-2D7E2B9AB6B6}"/>
              </a:ext>
            </a:extLst>
          </p:cNvPr>
          <p:cNvCxnSpPr>
            <a:cxnSpLocks/>
          </p:cNvCxnSpPr>
          <p:nvPr/>
        </p:nvCxnSpPr>
        <p:spPr>
          <a:xfrm flipH="1">
            <a:off x="1585240" y="3134632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29719C11-C6FD-41E3-9565-3DD1E42B0CD7}"/>
              </a:ext>
            </a:extLst>
          </p:cNvPr>
          <p:cNvCxnSpPr>
            <a:cxnSpLocks/>
          </p:cNvCxnSpPr>
          <p:nvPr/>
        </p:nvCxnSpPr>
        <p:spPr>
          <a:xfrm flipH="1">
            <a:off x="1879915" y="3130706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7AE4D8E-E720-49A7-BCA9-CC5022993D48}"/>
              </a:ext>
            </a:extLst>
          </p:cNvPr>
          <p:cNvCxnSpPr>
            <a:cxnSpLocks/>
          </p:cNvCxnSpPr>
          <p:nvPr/>
        </p:nvCxnSpPr>
        <p:spPr>
          <a:xfrm flipH="1">
            <a:off x="2707452" y="3131928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1B19FFFD-E466-42CB-888C-8DF63FB282A5}"/>
              </a:ext>
            </a:extLst>
          </p:cNvPr>
          <p:cNvCxnSpPr>
            <a:cxnSpLocks/>
          </p:cNvCxnSpPr>
          <p:nvPr/>
        </p:nvCxnSpPr>
        <p:spPr>
          <a:xfrm flipH="1">
            <a:off x="3002127" y="3128002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6E516446-3466-4822-A444-53C96ED4D608}"/>
              </a:ext>
            </a:extLst>
          </p:cNvPr>
          <p:cNvCxnSpPr>
            <a:cxnSpLocks/>
          </p:cNvCxnSpPr>
          <p:nvPr/>
        </p:nvCxnSpPr>
        <p:spPr>
          <a:xfrm flipH="1">
            <a:off x="3844842" y="3134535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06679C1-9053-4269-A275-6B277F05806C}"/>
              </a:ext>
            </a:extLst>
          </p:cNvPr>
          <p:cNvCxnSpPr>
            <a:cxnSpLocks/>
          </p:cNvCxnSpPr>
          <p:nvPr/>
        </p:nvCxnSpPr>
        <p:spPr>
          <a:xfrm flipH="1">
            <a:off x="4139517" y="3130609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38AF23FD-2870-4FE0-B821-14BF4C84C3A4}"/>
              </a:ext>
            </a:extLst>
          </p:cNvPr>
          <p:cNvCxnSpPr>
            <a:cxnSpLocks/>
          </p:cNvCxnSpPr>
          <p:nvPr/>
        </p:nvCxnSpPr>
        <p:spPr>
          <a:xfrm flipH="1">
            <a:off x="4984558" y="3134535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E05C3461-31BE-4E63-A637-078B82E2C91E}"/>
              </a:ext>
            </a:extLst>
          </p:cNvPr>
          <p:cNvCxnSpPr>
            <a:cxnSpLocks/>
          </p:cNvCxnSpPr>
          <p:nvPr/>
        </p:nvCxnSpPr>
        <p:spPr>
          <a:xfrm flipH="1">
            <a:off x="5279233" y="3130609"/>
            <a:ext cx="552890" cy="6906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6151D48B-7E3C-4E5C-BD49-683683F2096A}"/>
              </a:ext>
            </a:extLst>
          </p:cNvPr>
          <p:cNvCxnSpPr>
            <a:cxnSpLocks/>
          </p:cNvCxnSpPr>
          <p:nvPr/>
        </p:nvCxnSpPr>
        <p:spPr>
          <a:xfrm>
            <a:off x="1589839" y="4096653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996BE3F1-06E8-4589-A4AB-064E850270E6}"/>
              </a:ext>
            </a:extLst>
          </p:cNvPr>
          <p:cNvCxnSpPr>
            <a:cxnSpLocks/>
          </p:cNvCxnSpPr>
          <p:nvPr/>
        </p:nvCxnSpPr>
        <p:spPr>
          <a:xfrm>
            <a:off x="1899958" y="4103178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64BE4F39-E268-4B4C-AD44-7C42AA36F1B5}"/>
              </a:ext>
            </a:extLst>
          </p:cNvPr>
          <p:cNvCxnSpPr>
            <a:cxnSpLocks/>
          </p:cNvCxnSpPr>
          <p:nvPr/>
        </p:nvCxnSpPr>
        <p:spPr>
          <a:xfrm>
            <a:off x="2150786" y="4103178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3E9200A6-19B2-4DC8-88D9-6703A4C2E405}"/>
              </a:ext>
            </a:extLst>
          </p:cNvPr>
          <p:cNvCxnSpPr>
            <a:cxnSpLocks/>
          </p:cNvCxnSpPr>
          <p:nvPr/>
        </p:nvCxnSpPr>
        <p:spPr>
          <a:xfrm>
            <a:off x="2439267" y="4101437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461421D1-9427-4A1D-92F5-9D5632C3AD16}"/>
              </a:ext>
            </a:extLst>
          </p:cNvPr>
          <p:cNvCxnSpPr>
            <a:cxnSpLocks/>
          </p:cNvCxnSpPr>
          <p:nvPr/>
        </p:nvCxnSpPr>
        <p:spPr>
          <a:xfrm>
            <a:off x="3855740" y="4105118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D85B56C4-48AA-4612-B16A-C5F4FB071C30}"/>
              </a:ext>
            </a:extLst>
          </p:cNvPr>
          <p:cNvCxnSpPr>
            <a:cxnSpLocks/>
          </p:cNvCxnSpPr>
          <p:nvPr/>
        </p:nvCxnSpPr>
        <p:spPr>
          <a:xfrm>
            <a:off x="4165859" y="4111643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F7D315F-24CB-4E22-A596-875E81B59928}"/>
              </a:ext>
            </a:extLst>
          </p:cNvPr>
          <p:cNvCxnSpPr>
            <a:cxnSpLocks/>
          </p:cNvCxnSpPr>
          <p:nvPr/>
        </p:nvCxnSpPr>
        <p:spPr>
          <a:xfrm>
            <a:off x="4416687" y="4111643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27E7F3AA-1E16-4F5B-A51C-96ACFCCF2D05}"/>
              </a:ext>
            </a:extLst>
          </p:cNvPr>
          <p:cNvCxnSpPr>
            <a:cxnSpLocks/>
          </p:cNvCxnSpPr>
          <p:nvPr/>
        </p:nvCxnSpPr>
        <p:spPr>
          <a:xfrm>
            <a:off x="4705168" y="4109902"/>
            <a:ext cx="1116208" cy="7064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E5E67ED7-B810-4F8E-96E9-8DD59FCBA02B}"/>
              </a:ext>
            </a:extLst>
          </p:cNvPr>
          <p:cNvCxnSpPr>
            <a:cxnSpLocks/>
          </p:cNvCxnSpPr>
          <p:nvPr/>
        </p:nvCxnSpPr>
        <p:spPr>
          <a:xfrm flipH="1">
            <a:off x="1588881" y="4092727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DA3C5974-F7BA-4216-A652-C7CBB605A6A0}"/>
              </a:ext>
            </a:extLst>
          </p:cNvPr>
          <p:cNvCxnSpPr>
            <a:cxnSpLocks/>
          </p:cNvCxnSpPr>
          <p:nvPr/>
        </p:nvCxnSpPr>
        <p:spPr>
          <a:xfrm flipH="1">
            <a:off x="1880409" y="4092727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6AE244DA-41E7-44CD-BA41-3B531085C816}"/>
              </a:ext>
            </a:extLst>
          </p:cNvPr>
          <p:cNvCxnSpPr>
            <a:cxnSpLocks/>
          </p:cNvCxnSpPr>
          <p:nvPr/>
        </p:nvCxnSpPr>
        <p:spPr>
          <a:xfrm flipH="1">
            <a:off x="2151532" y="4092511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8E6B42AC-3A1B-4FCE-8D0B-6D7110225903}"/>
              </a:ext>
            </a:extLst>
          </p:cNvPr>
          <p:cNvCxnSpPr>
            <a:cxnSpLocks/>
          </p:cNvCxnSpPr>
          <p:nvPr/>
        </p:nvCxnSpPr>
        <p:spPr>
          <a:xfrm flipH="1">
            <a:off x="2424543" y="4087723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57C0D0DB-F27D-4302-A5F1-8133148C39F7}"/>
              </a:ext>
            </a:extLst>
          </p:cNvPr>
          <p:cNvCxnSpPr>
            <a:cxnSpLocks/>
          </p:cNvCxnSpPr>
          <p:nvPr/>
        </p:nvCxnSpPr>
        <p:spPr>
          <a:xfrm flipH="1">
            <a:off x="3855740" y="4096653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3C30D20-DC49-4BAD-B65C-5952AFFD1025}"/>
              </a:ext>
            </a:extLst>
          </p:cNvPr>
          <p:cNvCxnSpPr>
            <a:cxnSpLocks/>
          </p:cNvCxnSpPr>
          <p:nvPr/>
        </p:nvCxnSpPr>
        <p:spPr>
          <a:xfrm flipH="1">
            <a:off x="4147268" y="4096653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801FE987-1ADB-4305-ADF5-DC06F8A44220}"/>
              </a:ext>
            </a:extLst>
          </p:cNvPr>
          <p:cNvCxnSpPr>
            <a:cxnSpLocks/>
          </p:cNvCxnSpPr>
          <p:nvPr/>
        </p:nvCxnSpPr>
        <p:spPr>
          <a:xfrm flipH="1">
            <a:off x="4418391" y="4096437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35059548-5152-461A-9E9E-4E1BFC9E705D}"/>
              </a:ext>
            </a:extLst>
          </p:cNvPr>
          <p:cNvCxnSpPr>
            <a:cxnSpLocks/>
          </p:cNvCxnSpPr>
          <p:nvPr/>
        </p:nvCxnSpPr>
        <p:spPr>
          <a:xfrm flipH="1">
            <a:off x="4691402" y="4091649"/>
            <a:ext cx="1120518" cy="715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A935F01B-5692-4344-BD32-04891025D32F}"/>
              </a:ext>
            </a:extLst>
          </p:cNvPr>
          <p:cNvCxnSpPr>
            <a:cxnSpLocks/>
          </p:cNvCxnSpPr>
          <p:nvPr/>
        </p:nvCxnSpPr>
        <p:spPr>
          <a:xfrm flipH="1">
            <a:off x="1585240" y="5090453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356AC890-B2D2-4B9A-B02C-3B8A6A3DD9A3}"/>
              </a:ext>
            </a:extLst>
          </p:cNvPr>
          <p:cNvCxnSpPr>
            <a:cxnSpLocks/>
          </p:cNvCxnSpPr>
          <p:nvPr/>
        </p:nvCxnSpPr>
        <p:spPr>
          <a:xfrm flipH="1">
            <a:off x="1894129" y="5083916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843E944D-1EB3-488B-AD0C-253F7B1D1AB0}"/>
              </a:ext>
            </a:extLst>
          </p:cNvPr>
          <p:cNvCxnSpPr>
            <a:cxnSpLocks/>
          </p:cNvCxnSpPr>
          <p:nvPr/>
        </p:nvCxnSpPr>
        <p:spPr>
          <a:xfrm flipH="1">
            <a:off x="2149140" y="5083916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ACC8FB7-0226-4A7D-A1E3-292BD70D3733}"/>
              </a:ext>
            </a:extLst>
          </p:cNvPr>
          <p:cNvCxnSpPr>
            <a:cxnSpLocks/>
          </p:cNvCxnSpPr>
          <p:nvPr/>
        </p:nvCxnSpPr>
        <p:spPr>
          <a:xfrm flipH="1">
            <a:off x="2447188" y="5090453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79C2EF96-F8D5-46A6-A83E-942BD6F357D2}"/>
              </a:ext>
            </a:extLst>
          </p:cNvPr>
          <p:cNvCxnSpPr>
            <a:cxnSpLocks/>
          </p:cNvCxnSpPr>
          <p:nvPr/>
        </p:nvCxnSpPr>
        <p:spPr>
          <a:xfrm flipH="1">
            <a:off x="2712506" y="5082626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E745E032-5321-49B0-A239-2E82112EE5A5}"/>
              </a:ext>
            </a:extLst>
          </p:cNvPr>
          <p:cNvCxnSpPr>
            <a:cxnSpLocks/>
          </p:cNvCxnSpPr>
          <p:nvPr/>
        </p:nvCxnSpPr>
        <p:spPr>
          <a:xfrm flipH="1">
            <a:off x="3021395" y="5076089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8F585A4F-7B5F-48A6-AF88-041D815B22B1}"/>
              </a:ext>
            </a:extLst>
          </p:cNvPr>
          <p:cNvCxnSpPr>
            <a:cxnSpLocks/>
          </p:cNvCxnSpPr>
          <p:nvPr/>
        </p:nvCxnSpPr>
        <p:spPr>
          <a:xfrm flipH="1">
            <a:off x="3276406" y="5076089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84529FF9-D867-43FF-BA19-3F964F2E583C}"/>
              </a:ext>
            </a:extLst>
          </p:cNvPr>
          <p:cNvCxnSpPr>
            <a:cxnSpLocks/>
          </p:cNvCxnSpPr>
          <p:nvPr/>
        </p:nvCxnSpPr>
        <p:spPr>
          <a:xfrm flipH="1">
            <a:off x="3574454" y="5082626"/>
            <a:ext cx="2259022" cy="6963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1ECBC411-EC24-4544-976D-A16B55F7FE0C}"/>
              </a:ext>
            </a:extLst>
          </p:cNvPr>
          <p:cNvCxnSpPr>
            <a:cxnSpLocks/>
          </p:cNvCxnSpPr>
          <p:nvPr/>
        </p:nvCxnSpPr>
        <p:spPr>
          <a:xfrm>
            <a:off x="1598824" y="5089583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D9BF8028-EB2D-42E7-A88F-AD2C59A921E8}"/>
              </a:ext>
            </a:extLst>
          </p:cNvPr>
          <p:cNvCxnSpPr>
            <a:cxnSpLocks/>
          </p:cNvCxnSpPr>
          <p:nvPr/>
        </p:nvCxnSpPr>
        <p:spPr>
          <a:xfrm>
            <a:off x="1892725" y="5089583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7A546328-7216-4C23-AB6B-3DE6B89E39D8}"/>
              </a:ext>
            </a:extLst>
          </p:cNvPr>
          <p:cNvCxnSpPr>
            <a:cxnSpLocks/>
          </p:cNvCxnSpPr>
          <p:nvPr/>
        </p:nvCxnSpPr>
        <p:spPr>
          <a:xfrm>
            <a:off x="2147750" y="5089582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40DAC2CF-6CE3-4E1D-970F-F9C9C139D5AC}"/>
              </a:ext>
            </a:extLst>
          </p:cNvPr>
          <p:cNvCxnSpPr>
            <a:cxnSpLocks/>
          </p:cNvCxnSpPr>
          <p:nvPr/>
        </p:nvCxnSpPr>
        <p:spPr>
          <a:xfrm>
            <a:off x="2452361" y="5089581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4DD03357-8FA9-4BE4-9B91-A356E66C085A}"/>
              </a:ext>
            </a:extLst>
          </p:cNvPr>
          <p:cNvCxnSpPr>
            <a:cxnSpLocks/>
          </p:cNvCxnSpPr>
          <p:nvPr/>
        </p:nvCxnSpPr>
        <p:spPr>
          <a:xfrm>
            <a:off x="2699664" y="5082673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92EFD6F0-C062-4BDD-8F2F-CEE8152BF2C5}"/>
              </a:ext>
            </a:extLst>
          </p:cNvPr>
          <p:cNvCxnSpPr>
            <a:cxnSpLocks/>
          </p:cNvCxnSpPr>
          <p:nvPr/>
        </p:nvCxnSpPr>
        <p:spPr>
          <a:xfrm>
            <a:off x="2993565" y="5082673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845CC97B-8B8A-43AF-BE30-9CBF9AA5F3D0}"/>
              </a:ext>
            </a:extLst>
          </p:cNvPr>
          <p:cNvCxnSpPr>
            <a:cxnSpLocks/>
          </p:cNvCxnSpPr>
          <p:nvPr/>
        </p:nvCxnSpPr>
        <p:spPr>
          <a:xfrm>
            <a:off x="3248590" y="5082672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8B6B1470-52AC-43B8-8E2F-04D5B9B5D892}"/>
              </a:ext>
            </a:extLst>
          </p:cNvPr>
          <p:cNvCxnSpPr>
            <a:cxnSpLocks/>
          </p:cNvCxnSpPr>
          <p:nvPr/>
        </p:nvCxnSpPr>
        <p:spPr>
          <a:xfrm>
            <a:off x="3553201" y="5082671"/>
            <a:ext cx="2261106" cy="6963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21786AAB-4918-403F-8AF3-452CDFA5E841}"/>
              </a:ext>
            </a:extLst>
          </p:cNvPr>
          <p:cNvSpPr txBox="1"/>
          <p:nvPr/>
        </p:nvSpPr>
        <p:spPr>
          <a:xfrm>
            <a:off x="2957864" y="944145"/>
            <a:ext cx="2321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Cooley-</a:t>
            </a:r>
            <a:r>
              <a:rPr lang="en-US" dirty="0" err="1"/>
              <a:t>tukey</a:t>
            </a:r>
            <a:r>
              <a:rPr lang="en-US" dirty="0"/>
              <a:t> (16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graphicFrame>
        <p:nvGraphicFramePr>
          <p:cNvPr id="152" name="Table 151">
            <a:extLst>
              <a:ext uri="{FF2B5EF4-FFF2-40B4-BE49-F238E27FC236}">
                <a16:creationId xmlns:a16="http://schemas.microsoft.com/office/drawing/2014/main" id="{D5E8AFBC-FB5C-4EE9-8E84-F140CA32B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79577"/>
              </p:ext>
            </p:extLst>
          </p:nvPr>
        </p:nvGraphicFramePr>
        <p:xfrm>
          <a:off x="1445767" y="1289331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54D98A5A-33AD-484D-A9A0-207EF200F9CE}"/>
              </a:ext>
            </a:extLst>
          </p:cNvPr>
          <p:cNvCxnSpPr>
            <a:cxnSpLocks/>
          </p:cNvCxnSpPr>
          <p:nvPr/>
        </p:nvCxnSpPr>
        <p:spPr>
          <a:xfrm>
            <a:off x="3492780" y="1607961"/>
            <a:ext cx="0" cy="27793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C7947A4B-FD94-4073-86FE-1A2C61176150}"/>
              </a:ext>
            </a:extLst>
          </p:cNvPr>
          <p:cNvSpPr txBox="1"/>
          <p:nvPr/>
        </p:nvSpPr>
        <p:spPr>
          <a:xfrm>
            <a:off x="3812899" y="1568202"/>
            <a:ext cx="1795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Bit-reverse</a:t>
            </a:r>
            <a:endParaRPr lang="en-US" sz="14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468DFED-A90A-4098-A9D7-A1702B641B85}"/>
              </a:ext>
            </a:extLst>
          </p:cNvPr>
          <p:cNvSpPr txBox="1"/>
          <p:nvPr/>
        </p:nvSpPr>
        <p:spPr>
          <a:xfrm>
            <a:off x="-77357" y="5388496"/>
            <a:ext cx="2063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W16_0,W16_1,W16_2,W16_3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W16_4,W16_5,W16_6,W16_7</a:t>
            </a:r>
          </a:p>
        </p:txBody>
      </p:sp>
      <p:graphicFrame>
        <p:nvGraphicFramePr>
          <p:cNvPr id="156" name="Table 155">
            <a:extLst>
              <a:ext uri="{FF2B5EF4-FFF2-40B4-BE49-F238E27FC236}">
                <a16:creationId xmlns:a16="http://schemas.microsoft.com/office/drawing/2014/main" id="{BA32628B-87B8-4D28-B3F1-3026D4B68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909124"/>
              </p:ext>
            </p:extLst>
          </p:nvPr>
        </p:nvGraphicFramePr>
        <p:xfrm>
          <a:off x="7206293" y="1920051"/>
          <a:ext cx="4503424" cy="2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[2]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[6]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[7]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[8]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[9]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[10]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[12]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57" name="Table 156">
            <a:extLst>
              <a:ext uri="{FF2B5EF4-FFF2-40B4-BE49-F238E27FC236}">
                <a16:creationId xmlns:a16="http://schemas.microsoft.com/office/drawing/2014/main" id="{DE8CA652-7112-48FE-AFA8-C7E8E9F90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111099"/>
              </p:ext>
            </p:extLst>
          </p:nvPr>
        </p:nvGraphicFramePr>
        <p:xfrm>
          <a:off x="7206293" y="2873362"/>
          <a:ext cx="4503424" cy="2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[2]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[6]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[7]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[8]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[9]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[10]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[12]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58" name="Table 157">
            <a:extLst>
              <a:ext uri="{FF2B5EF4-FFF2-40B4-BE49-F238E27FC236}">
                <a16:creationId xmlns:a16="http://schemas.microsoft.com/office/drawing/2014/main" id="{C33E9F82-F340-4F59-9D49-2A54FFD0C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679174"/>
              </p:ext>
            </p:extLst>
          </p:nvPr>
        </p:nvGraphicFramePr>
        <p:xfrm>
          <a:off x="7206293" y="3826673"/>
          <a:ext cx="4503424" cy="2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[4]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[8]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[9]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[12]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[2]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[6]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[7]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[10]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59" name="Table 158">
            <a:extLst>
              <a:ext uri="{FF2B5EF4-FFF2-40B4-BE49-F238E27FC236}">
                <a16:creationId xmlns:a16="http://schemas.microsoft.com/office/drawing/2014/main" id="{27D2126D-7248-4E76-9A88-AC0F444A5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383993"/>
              </p:ext>
            </p:extLst>
          </p:nvPr>
        </p:nvGraphicFramePr>
        <p:xfrm>
          <a:off x="7206293" y="4821788"/>
          <a:ext cx="4503424" cy="2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[8]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[9]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[2]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[10]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[12]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[6]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[7]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60" name="Table 159">
            <a:extLst>
              <a:ext uri="{FF2B5EF4-FFF2-40B4-BE49-F238E27FC236}">
                <a16:creationId xmlns:a16="http://schemas.microsoft.com/office/drawing/2014/main" id="{EA61CAE8-B3F0-4D29-A579-944276782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51572"/>
              </p:ext>
            </p:extLst>
          </p:nvPr>
        </p:nvGraphicFramePr>
        <p:xfrm>
          <a:off x="7206293" y="5796001"/>
          <a:ext cx="4503424" cy="2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[2]</a:t>
                      </a:r>
                      <a:endParaRPr lang="en-US" sz="11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[6]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[7]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[8]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[9]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[10]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[11]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[12]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[13]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[14]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[15]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34B37960-9608-41A0-AAD6-33CE55465425}"/>
              </a:ext>
            </a:extLst>
          </p:cNvPr>
          <p:cNvCxnSpPr>
            <a:cxnSpLocks/>
          </p:cNvCxnSpPr>
          <p:nvPr/>
        </p:nvCxnSpPr>
        <p:spPr>
          <a:xfrm flipH="1">
            <a:off x="7331408" y="217346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836A80A8-84DF-43EC-BD3A-3CC7F786C73C}"/>
              </a:ext>
            </a:extLst>
          </p:cNvPr>
          <p:cNvCxnSpPr>
            <a:cxnSpLocks/>
          </p:cNvCxnSpPr>
          <p:nvPr/>
        </p:nvCxnSpPr>
        <p:spPr>
          <a:xfrm flipH="1">
            <a:off x="7623238" y="217346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6E6C7B01-5425-4950-A4AB-FEE55325D789}"/>
              </a:ext>
            </a:extLst>
          </p:cNvPr>
          <p:cNvCxnSpPr>
            <a:cxnSpLocks/>
          </p:cNvCxnSpPr>
          <p:nvPr/>
        </p:nvCxnSpPr>
        <p:spPr>
          <a:xfrm flipH="1">
            <a:off x="7904399" y="217346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BBBE3980-F24A-43B6-B154-8347D0BF836F}"/>
              </a:ext>
            </a:extLst>
          </p:cNvPr>
          <p:cNvCxnSpPr>
            <a:cxnSpLocks/>
          </p:cNvCxnSpPr>
          <p:nvPr/>
        </p:nvCxnSpPr>
        <p:spPr>
          <a:xfrm flipH="1">
            <a:off x="8176415" y="217172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8DDD9AAE-7A8F-485D-AECC-47BBAB171F1E}"/>
              </a:ext>
            </a:extLst>
          </p:cNvPr>
          <p:cNvCxnSpPr>
            <a:cxnSpLocks/>
          </p:cNvCxnSpPr>
          <p:nvPr/>
        </p:nvCxnSpPr>
        <p:spPr>
          <a:xfrm flipH="1">
            <a:off x="8462149" y="216127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44A888E-E553-4B4E-A997-DBE7B5CD5292}"/>
              </a:ext>
            </a:extLst>
          </p:cNvPr>
          <p:cNvCxnSpPr>
            <a:cxnSpLocks/>
          </p:cNvCxnSpPr>
          <p:nvPr/>
        </p:nvCxnSpPr>
        <p:spPr>
          <a:xfrm flipH="1">
            <a:off x="8753979" y="216127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A370E057-0A66-49BB-81BB-CABF358A8CD0}"/>
              </a:ext>
            </a:extLst>
          </p:cNvPr>
          <p:cNvCxnSpPr>
            <a:cxnSpLocks/>
          </p:cNvCxnSpPr>
          <p:nvPr/>
        </p:nvCxnSpPr>
        <p:spPr>
          <a:xfrm flipH="1">
            <a:off x="9027520" y="216127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D3FB545E-CE4B-4AA2-AA28-55918DE5C873}"/>
              </a:ext>
            </a:extLst>
          </p:cNvPr>
          <p:cNvCxnSpPr>
            <a:cxnSpLocks/>
          </p:cNvCxnSpPr>
          <p:nvPr/>
        </p:nvCxnSpPr>
        <p:spPr>
          <a:xfrm flipH="1">
            <a:off x="9301060" y="217172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B07DD7FF-E740-46EE-ACE8-ECE90F5D68C6}"/>
              </a:ext>
            </a:extLst>
          </p:cNvPr>
          <p:cNvCxnSpPr>
            <a:cxnSpLocks/>
          </p:cNvCxnSpPr>
          <p:nvPr/>
        </p:nvCxnSpPr>
        <p:spPr>
          <a:xfrm flipH="1">
            <a:off x="9592889" y="217434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08F9D09F-2F5C-4286-8D68-B7A8A42B596B}"/>
              </a:ext>
            </a:extLst>
          </p:cNvPr>
          <p:cNvCxnSpPr>
            <a:cxnSpLocks/>
          </p:cNvCxnSpPr>
          <p:nvPr/>
        </p:nvCxnSpPr>
        <p:spPr>
          <a:xfrm flipH="1">
            <a:off x="9884719" y="217434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B0F939FC-5D0A-4DF7-9726-5E7FE46288F5}"/>
              </a:ext>
            </a:extLst>
          </p:cNvPr>
          <p:cNvCxnSpPr>
            <a:cxnSpLocks/>
          </p:cNvCxnSpPr>
          <p:nvPr/>
        </p:nvCxnSpPr>
        <p:spPr>
          <a:xfrm flipH="1">
            <a:off x="10158260" y="2174340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4745A986-2FC2-403E-B98D-D8B7AC6ACACF}"/>
              </a:ext>
            </a:extLst>
          </p:cNvPr>
          <p:cNvCxnSpPr>
            <a:cxnSpLocks/>
          </p:cNvCxnSpPr>
          <p:nvPr/>
        </p:nvCxnSpPr>
        <p:spPr>
          <a:xfrm flipH="1">
            <a:off x="10437896" y="2172599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EBA252D1-1F2F-4032-82DA-C54499B0B2CC}"/>
              </a:ext>
            </a:extLst>
          </p:cNvPr>
          <p:cNvCxnSpPr>
            <a:cxnSpLocks/>
          </p:cNvCxnSpPr>
          <p:nvPr/>
        </p:nvCxnSpPr>
        <p:spPr>
          <a:xfrm flipH="1">
            <a:off x="10723630" y="216214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A4218C62-DB18-4200-B2F6-2DA829A0F901}"/>
              </a:ext>
            </a:extLst>
          </p:cNvPr>
          <p:cNvCxnSpPr>
            <a:cxnSpLocks/>
          </p:cNvCxnSpPr>
          <p:nvPr/>
        </p:nvCxnSpPr>
        <p:spPr>
          <a:xfrm flipH="1">
            <a:off x="11015460" y="216214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05AB53F1-2F4D-4A1B-8F9A-D6E8806619AC}"/>
              </a:ext>
            </a:extLst>
          </p:cNvPr>
          <p:cNvCxnSpPr>
            <a:cxnSpLocks/>
          </p:cNvCxnSpPr>
          <p:nvPr/>
        </p:nvCxnSpPr>
        <p:spPr>
          <a:xfrm flipH="1">
            <a:off x="11289001" y="2162148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56F78676-FC6D-4C01-8072-A227F8CEBED9}"/>
              </a:ext>
            </a:extLst>
          </p:cNvPr>
          <p:cNvCxnSpPr>
            <a:cxnSpLocks/>
          </p:cNvCxnSpPr>
          <p:nvPr/>
        </p:nvCxnSpPr>
        <p:spPr>
          <a:xfrm flipH="1">
            <a:off x="11562541" y="2160407"/>
            <a:ext cx="1" cy="71208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AB1E657E-DDF1-4FF2-8E93-F8F76CB2ED43}"/>
              </a:ext>
            </a:extLst>
          </p:cNvPr>
          <p:cNvCxnSpPr>
            <a:cxnSpLocks/>
          </p:cNvCxnSpPr>
          <p:nvPr/>
        </p:nvCxnSpPr>
        <p:spPr>
          <a:xfrm flipH="1">
            <a:off x="7325311" y="2182179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23C28B83-382A-4282-B1FF-45CE82951A9C}"/>
              </a:ext>
            </a:extLst>
          </p:cNvPr>
          <p:cNvCxnSpPr>
            <a:cxnSpLocks/>
          </p:cNvCxnSpPr>
          <p:nvPr/>
        </p:nvCxnSpPr>
        <p:spPr>
          <a:xfrm>
            <a:off x="7331408" y="2178261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27F2A1FD-B3FE-4185-911B-D24D56E7451D}"/>
              </a:ext>
            </a:extLst>
          </p:cNvPr>
          <p:cNvCxnSpPr>
            <a:cxnSpLocks/>
          </p:cNvCxnSpPr>
          <p:nvPr/>
        </p:nvCxnSpPr>
        <p:spPr>
          <a:xfrm>
            <a:off x="7894537" y="2180525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372BE32D-2692-4EE1-8F6A-DB6273EF77BA}"/>
              </a:ext>
            </a:extLst>
          </p:cNvPr>
          <p:cNvCxnSpPr>
            <a:cxnSpLocks/>
          </p:cNvCxnSpPr>
          <p:nvPr/>
        </p:nvCxnSpPr>
        <p:spPr>
          <a:xfrm>
            <a:off x="8463671" y="2187187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60383D6D-438A-4E48-81F2-23206C10A91D}"/>
              </a:ext>
            </a:extLst>
          </p:cNvPr>
          <p:cNvCxnSpPr>
            <a:cxnSpLocks/>
          </p:cNvCxnSpPr>
          <p:nvPr/>
        </p:nvCxnSpPr>
        <p:spPr>
          <a:xfrm>
            <a:off x="9030363" y="2186184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40350AD6-D80C-450B-8B08-2C647F80B57A}"/>
              </a:ext>
            </a:extLst>
          </p:cNvPr>
          <p:cNvCxnSpPr>
            <a:cxnSpLocks/>
          </p:cNvCxnSpPr>
          <p:nvPr/>
        </p:nvCxnSpPr>
        <p:spPr>
          <a:xfrm>
            <a:off x="9594311" y="2186954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1404C282-B9B5-4A30-A911-6C10EA5D8619}"/>
              </a:ext>
            </a:extLst>
          </p:cNvPr>
          <p:cNvCxnSpPr>
            <a:cxnSpLocks/>
          </p:cNvCxnSpPr>
          <p:nvPr/>
        </p:nvCxnSpPr>
        <p:spPr>
          <a:xfrm>
            <a:off x="10155450" y="2186475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422FDFAF-F619-493B-8966-58FB531D9417}"/>
              </a:ext>
            </a:extLst>
          </p:cNvPr>
          <p:cNvCxnSpPr>
            <a:cxnSpLocks/>
          </p:cNvCxnSpPr>
          <p:nvPr/>
        </p:nvCxnSpPr>
        <p:spPr>
          <a:xfrm>
            <a:off x="10726677" y="2174340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D64811B5-5292-41E0-B73A-8CFF6D141BC0}"/>
              </a:ext>
            </a:extLst>
          </p:cNvPr>
          <p:cNvCxnSpPr>
            <a:cxnSpLocks/>
          </p:cNvCxnSpPr>
          <p:nvPr/>
        </p:nvCxnSpPr>
        <p:spPr>
          <a:xfrm>
            <a:off x="11285278" y="2176155"/>
            <a:ext cx="297927" cy="7020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8219DFD3-CA67-4898-B820-D4673E002681}"/>
              </a:ext>
            </a:extLst>
          </p:cNvPr>
          <p:cNvCxnSpPr>
            <a:cxnSpLocks/>
          </p:cNvCxnSpPr>
          <p:nvPr/>
        </p:nvCxnSpPr>
        <p:spPr>
          <a:xfrm flipH="1">
            <a:off x="7878751" y="2183399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93FB8C27-FA95-4F89-A010-ED43FEDB3FA7}"/>
              </a:ext>
            </a:extLst>
          </p:cNvPr>
          <p:cNvCxnSpPr>
            <a:cxnSpLocks/>
          </p:cNvCxnSpPr>
          <p:nvPr/>
        </p:nvCxnSpPr>
        <p:spPr>
          <a:xfrm flipH="1">
            <a:off x="8443358" y="2190102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900DB2B0-5385-4553-AF77-18C5572C6E73}"/>
              </a:ext>
            </a:extLst>
          </p:cNvPr>
          <p:cNvCxnSpPr>
            <a:cxnSpLocks/>
          </p:cNvCxnSpPr>
          <p:nvPr/>
        </p:nvCxnSpPr>
        <p:spPr>
          <a:xfrm flipH="1">
            <a:off x="9009391" y="2187883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A88089DF-9C73-4A85-9055-6B8B19898C07}"/>
              </a:ext>
            </a:extLst>
          </p:cNvPr>
          <p:cNvCxnSpPr>
            <a:cxnSpLocks/>
          </p:cNvCxnSpPr>
          <p:nvPr/>
        </p:nvCxnSpPr>
        <p:spPr>
          <a:xfrm flipH="1">
            <a:off x="9583400" y="2181962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0FAB2E3E-CC49-4362-BD63-6D60E1DCB156}"/>
              </a:ext>
            </a:extLst>
          </p:cNvPr>
          <p:cNvCxnSpPr>
            <a:cxnSpLocks/>
          </p:cNvCxnSpPr>
          <p:nvPr/>
        </p:nvCxnSpPr>
        <p:spPr>
          <a:xfrm flipH="1">
            <a:off x="10131636" y="2182615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16275F27-1B57-42D2-90CD-242998401904}"/>
              </a:ext>
            </a:extLst>
          </p:cNvPr>
          <p:cNvCxnSpPr>
            <a:cxnSpLocks/>
          </p:cNvCxnSpPr>
          <p:nvPr/>
        </p:nvCxnSpPr>
        <p:spPr>
          <a:xfrm flipH="1">
            <a:off x="10718008" y="2178261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BF98A799-EADD-433B-ADDB-DD80F91CB43D}"/>
              </a:ext>
            </a:extLst>
          </p:cNvPr>
          <p:cNvCxnSpPr>
            <a:cxnSpLocks/>
          </p:cNvCxnSpPr>
          <p:nvPr/>
        </p:nvCxnSpPr>
        <p:spPr>
          <a:xfrm flipH="1">
            <a:off x="11276135" y="2182657"/>
            <a:ext cx="297927" cy="6981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9" name="TextBox 288">
            <a:extLst>
              <a:ext uri="{FF2B5EF4-FFF2-40B4-BE49-F238E27FC236}">
                <a16:creationId xmlns:a16="http://schemas.microsoft.com/office/drawing/2014/main" id="{3C8D2D80-5935-42FA-8242-CB20E3E963F7}"/>
              </a:ext>
            </a:extLst>
          </p:cNvPr>
          <p:cNvSpPr txBox="1"/>
          <p:nvPr/>
        </p:nvSpPr>
        <p:spPr>
          <a:xfrm>
            <a:off x="7235192" y="951863"/>
            <a:ext cx="4549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Cooley-</a:t>
            </a:r>
            <a:r>
              <a:rPr lang="en-US" dirty="0" err="1"/>
              <a:t>tukey</a:t>
            </a:r>
            <a:r>
              <a:rPr lang="en-US" dirty="0"/>
              <a:t> (16 </a:t>
            </a:r>
            <a:r>
              <a:rPr lang="en-US" dirty="0" err="1"/>
              <a:t>pt</a:t>
            </a:r>
            <a:r>
              <a:rPr lang="en-US" dirty="0"/>
              <a:t>) variation: Pease FFT</a:t>
            </a:r>
          </a:p>
        </p:txBody>
      </p:sp>
      <p:graphicFrame>
        <p:nvGraphicFramePr>
          <p:cNvPr id="290" name="Table 289">
            <a:extLst>
              <a:ext uri="{FF2B5EF4-FFF2-40B4-BE49-F238E27FC236}">
                <a16:creationId xmlns:a16="http://schemas.microsoft.com/office/drawing/2014/main" id="{A2D20979-734B-4150-AFED-6E1634B0F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79577"/>
              </p:ext>
            </p:extLst>
          </p:nvPr>
        </p:nvGraphicFramePr>
        <p:xfrm>
          <a:off x="7206293" y="1295856"/>
          <a:ext cx="4503424" cy="26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64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281464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</a:tblGrid>
              <a:tr h="222725"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6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AFEE3E83-3CF8-4A7C-B941-FE8AF13A09E8}"/>
              </a:ext>
            </a:extLst>
          </p:cNvPr>
          <p:cNvCxnSpPr>
            <a:cxnSpLocks/>
          </p:cNvCxnSpPr>
          <p:nvPr/>
        </p:nvCxnSpPr>
        <p:spPr>
          <a:xfrm>
            <a:off x="9253306" y="1614486"/>
            <a:ext cx="0" cy="27793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2" name="TextBox 291">
            <a:extLst>
              <a:ext uri="{FF2B5EF4-FFF2-40B4-BE49-F238E27FC236}">
                <a16:creationId xmlns:a16="http://schemas.microsoft.com/office/drawing/2014/main" id="{2A3A9165-4EC7-451C-81D8-DB348D195D6F}"/>
              </a:ext>
            </a:extLst>
          </p:cNvPr>
          <p:cNvSpPr txBox="1"/>
          <p:nvPr/>
        </p:nvSpPr>
        <p:spPr>
          <a:xfrm>
            <a:off x="9573425" y="1574727"/>
            <a:ext cx="1795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Bit-reverse</a:t>
            </a:r>
            <a:endParaRPr lang="en-US" sz="1400" dirty="0"/>
          </a:p>
        </p:txBody>
      </p: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F92F6E8C-FF1B-40FE-B377-F911452BDC4C}"/>
              </a:ext>
            </a:extLst>
          </p:cNvPr>
          <p:cNvCxnSpPr>
            <a:cxnSpLocks/>
          </p:cNvCxnSpPr>
          <p:nvPr/>
        </p:nvCxnSpPr>
        <p:spPr>
          <a:xfrm flipH="1">
            <a:off x="7618971" y="3091938"/>
            <a:ext cx="1577" cy="730191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257ECDF1-072D-4DA0-8027-22B713F07E94}"/>
              </a:ext>
            </a:extLst>
          </p:cNvPr>
          <p:cNvCxnSpPr>
            <a:cxnSpLocks/>
          </p:cNvCxnSpPr>
          <p:nvPr/>
        </p:nvCxnSpPr>
        <p:spPr>
          <a:xfrm>
            <a:off x="7332784" y="3096446"/>
            <a:ext cx="0" cy="717781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18D4683F-36A2-4269-AC46-759747328E51}"/>
              </a:ext>
            </a:extLst>
          </p:cNvPr>
          <p:cNvCxnSpPr>
            <a:cxnSpLocks/>
          </p:cNvCxnSpPr>
          <p:nvPr/>
        </p:nvCxnSpPr>
        <p:spPr>
          <a:xfrm flipH="1">
            <a:off x="7902580" y="3090874"/>
            <a:ext cx="552158" cy="73122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D2544F2A-C066-426D-97A0-EE2E6641AF77}"/>
              </a:ext>
            </a:extLst>
          </p:cNvPr>
          <p:cNvCxnSpPr>
            <a:cxnSpLocks/>
          </p:cNvCxnSpPr>
          <p:nvPr/>
        </p:nvCxnSpPr>
        <p:spPr>
          <a:xfrm flipH="1">
            <a:off x="8177537" y="3096303"/>
            <a:ext cx="577819" cy="725800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2" name="Straight Arrow Connector 331">
            <a:extLst>
              <a:ext uri="{FF2B5EF4-FFF2-40B4-BE49-F238E27FC236}">
                <a16:creationId xmlns:a16="http://schemas.microsoft.com/office/drawing/2014/main" id="{5A928715-2A21-400A-A3F9-F5385A518789}"/>
              </a:ext>
            </a:extLst>
          </p:cNvPr>
          <p:cNvCxnSpPr>
            <a:cxnSpLocks/>
          </p:cNvCxnSpPr>
          <p:nvPr/>
        </p:nvCxnSpPr>
        <p:spPr>
          <a:xfrm flipH="1">
            <a:off x="8475128" y="3095918"/>
            <a:ext cx="1118337" cy="724696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CD11DF73-27C3-4BD5-ADD8-75DC2E8018D0}"/>
              </a:ext>
            </a:extLst>
          </p:cNvPr>
          <p:cNvCxnSpPr>
            <a:cxnSpLocks/>
          </p:cNvCxnSpPr>
          <p:nvPr/>
        </p:nvCxnSpPr>
        <p:spPr>
          <a:xfrm flipH="1">
            <a:off x="8751071" y="3095722"/>
            <a:ext cx="1127379" cy="731251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F34867F5-AE7E-4592-96D4-6A954664FA59}"/>
              </a:ext>
            </a:extLst>
          </p:cNvPr>
          <p:cNvCxnSpPr>
            <a:cxnSpLocks/>
          </p:cNvCxnSpPr>
          <p:nvPr/>
        </p:nvCxnSpPr>
        <p:spPr>
          <a:xfrm flipH="1">
            <a:off x="9041229" y="3088825"/>
            <a:ext cx="1685816" cy="738338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3FC84725-9E4B-4F6E-8FD4-A67E52576AF9}"/>
              </a:ext>
            </a:extLst>
          </p:cNvPr>
          <p:cNvCxnSpPr>
            <a:cxnSpLocks/>
          </p:cNvCxnSpPr>
          <p:nvPr/>
        </p:nvCxnSpPr>
        <p:spPr>
          <a:xfrm flipH="1">
            <a:off x="9316251" y="3089423"/>
            <a:ext cx="1685087" cy="74409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9" name="Straight Arrow Connector 338">
            <a:extLst>
              <a:ext uri="{FF2B5EF4-FFF2-40B4-BE49-F238E27FC236}">
                <a16:creationId xmlns:a16="http://schemas.microsoft.com/office/drawing/2014/main" id="{4C85B156-9C1F-4E47-A643-093AA1CD8851}"/>
              </a:ext>
            </a:extLst>
          </p:cNvPr>
          <p:cNvCxnSpPr>
            <a:cxnSpLocks/>
          </p:cNvCxnSpPr>
          <p:nvPr/>
        </p:nvCxnSpPr>
        <p:spPr>
          <a:xfrm flipH="1">
            <a:off x="7348026" y="3098683"/>
            <a:ext cx="554553" cy="715544"/>
          </a:xfrm>
          <a:prstGeom prst="straightConnector1">
            <a:avLst/>
          </a:prstGeom>
          <a:ln w="12700">
            <a:solidFill>
              <a:schemeClr val="accent6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1CDFBBD4-BCD5-4662-A230-7E747A529FFC}"/>
              </a:ext>
            </a:extLst>
          </p:cNvPr>
          <p:cNvCxnSpPr>
            <a:cxnSpLocks/>
          </p:cNvCxnSpPr>
          <p:nvPr/>
        </p:nvCxnSpPr>
        <p:spPr>
          <a:xfrm flipH="1">
            <a:off x="7621684" y="3097399"/>
            <a:ext cx="552158" cy="731229"/>
          </a:xfrm>
          <a:prstGeom prst="straightConnector1">
            <a:avLst/>
          </a:prstGeom>
          <a:ln w="12700">
            <a:solidFill>
              <a:schemeClr val="accent6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1" name="Straight Arrow Connector 340">
            <a:extLst>
              <a:ext uri="{FF2B5EF4-FFF2-40B4-BE49-F238E27FC236}">
                <a16:creationId xmlns:a16="http://schemas.microsoft.com/office/drawing/2014/main" id="{0A2AC2C4-4819-44F6-A532-F89CEC998711}"/>
              </a:ext>
            </a:extLst>
          </p:cNvPr>
          <p:cNvCxnSpPr>
            <a:cxnSpLocks/>
          </p:cNvCxnSpPr>
          <p:nvPr/>
        </p:nvCxnSpPr>
        <p:spPr>
          <a:xfrm flipH="1">
            <a:off x="7915731" y="3096848"/>
            <a:ext cx="1122723" cy="720365"/>
          </a:xfrm>
          <a:prstGeom prst="straightConnector1">
            <a:avLst/>
          </a:prstGeom>
          <a:ln w="12700">
            <a:solidFill>
              <a:schemeClr val="accent6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60619CAF-DAC1-4BBD-9388-743C4BAF5F90}"/>
              </a:ext>
            </a:extLst>
          </p:cNvPr>
          <p:cNvCxnSpPr>
            <a:cxnSpLocks/>
          </p:cNvCxnSpPr>
          <p:nvPr/>
        </p:nvCxnSpPr>
        <p:spPr>
          <a:xfrm flipH="1">
            <a:off x="8197208" y="3091263"/>
            <a:ext cx="1127547" cy="725949"/>
          </a:xfrm>
          <a:prstGeom prst="straightConnector1">
            <a:avLst/>
          </a:prstGeom>
          <a:ln w="12700">
            <a:solidFill>
              <a:schemeClr val="accent6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26019F0E-2540-4ED3-893A-43D45701F45E}"/>
              </a:ext>
            </a:extLst>
          </p:cNvPr>
          <p:cNvCxnSpPr>
            <a:cxnSpLocks/>
          </p:cNvCxnSpPr>
          <p:nvPr/>
        </p:nvCxnSpPr>
        <p:spPr>
          <a:xfrm flipH="1">
            <a:off x="8484211" y="3096940"/>
            <a:ext cx="1657136" cy="723329"/>
          </a:xfrm>
          <a:prstGeom prst="straightConnector1">
            <a:avLst/>
          </a:prstGeom>
          <a:ln w="12700">
            <a:solidFill>
              <a:schemeClr val="accent6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4" name="Straight Arrow Connector 343">
            <a:extLst>
              <a:ext uri="{FF2B5EF4-FFF2-40B4-BE49-F238E27FC236}">
                <a16:creationId xmlns:a16="http://schemas.microsoft.com/office/drawing/2014/main" id="{FEA28280-40E8-45A3-A808-33ECE163D9F3}"/>
              </a:ext>
            </a:extLst>
          </p:cNvPr>
          <p:cNvCxnSpPr>
            <a:cxnSpLocks/>
          </p:cNvCxnSpPr>
          <p:nvPr/>
        </p:nvCxnSpPr>
        <p:spPr>
          <a:xfrm flipH="1">
            <a:off x="8757594" y="3096617"/>
            <a:ext cx="1669581" cy="728003"/>
          </a:xfrm>
          <a:prstGeom prst="straightConnector1">
            <a:avLst/>
          </a:prstGeom>
          <a:ln w="12700">
            <a:solidFill>
              <a:schemeClr val="accent6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5" name="Straight Arrow Connector 344">
            <a:extLst>
              <a:ext uri="{FF2B5EF4-FFF2-40B4-BE49-F238E27FC236}">
                <a16:creationId xmlns:a16="http://schemas.microsoft.com/office/drawing/2014/main" id="{87104335-EE12-48D5-B42C-83043C72A352}"/>
              </a:ext>
            </a:extLst>
          </p:cNvPr>
          <p:cNvCxnSpPr>
            <a:cxnSpLocks/>
          </p:cNvCxnSpPr>
          <p:nvPr/>
        </p:nvCxnSpPr>
        <p:spPr>
          <a:xfrm flipH="1">
            <a:off x="9047406" y="3085868"/>
            <a:ext cx="2235325" cy="741105"/>
          </a:xfrm>
          <a:prstGeom prst="straightConnector1">
            <a:avLst/>
          </a:prstGeom>
          <a:ln w="12700">
            <a:solidFill>
              <a:schemeClr val="accent6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8" name="Straight Arrow Connector 347">
            <a:extLst>
              <a:ext uri="{FF2B5EF4-FFF2-40B4-BE49-F238E27FC236}">
                <a16:creationId xmlns:a16="http://schemas.microsoft.com/office/drawing/2014/main" id="{183585C2-D589-40CB-8E2C-860F0D28D844}"/>
              </a:ext>
            </a:extLst>
          </p:cNvPr>
          <p:cNvCxnSpPr>
            <a:cxnSpLocks/>
          </p:cNvCxnSpPr>
          <p:nvPr/>
        </p:nvCxnSpPr>
        <p:spPr>
          <a:xfrm flipH="1">
            <a:off x="9320724" y="3104552"/>
            <a:ext cx="2230299" cy="722611"/>
          </a:xfrm>
          <a:prstGeom prst="straightConnector1">
            <a:avLst/>
          </a:prstGeom>
          <a:ln w="12700">
            <a:solidFill>
              <a:schemeClr val="accent6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8" name="TextBox 357">
            <a:extLst>
              <a:ext uri="{FF2B5EF4-FFF2-40B4-BE49-F238E27FC236}">
                <a16:creationId xmlns:a16="http://schemas.microsoft.com/office/drawing/2014/main" id="{48098A5B-ADC3-4B74-AB03-44A1DF01D08A}"/>
              </a:ext>
            </a:extLst>
          </p:cNvPr>
          <p:cNvSpPr txBox="1"/>
          <p:nvPr/>
        </p:nvSpPr>
        <p:spPr>
          <a:xfrm>
            <a:off x="8592321" y="4233301"/>
            <a:ext cx="1795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Same as above layer</a:t>
            </a:r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5EA74052-313E-4751-B774-D407A839570E}"/>
              </a:ext>
            </a:extLst>
          </p:cNvPr>
          <p:cNvSpPr txBox="1"/>
          <p:nvPr/>
        </p:nvSpPr>
        <p:spPr>
          <a:xfrm>
            <a:off x="8611995" y="5280774"/>
            <a:ext cx="1795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Same as above layer</a:t>
            </a:r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02B84E3F-6AE6-4554-ADA0-C2BC19608EFE}"/>
              </a:ext>
            </a:extLst>
          </p:cNvPr>
          <p:cNvSpPr txBox="1"/>
          <p:nvPr/>
        </p:nvSpPr>
        <p:spPr>
          <a:xfrm>
            <a:off x="9063866" y="6072287"/>
            <a:ext cx="1795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Order come back!</a:t>
            </a:r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1CB324DB-30A2-4FBE-BC60-43D03591E0DD}"/>
              </a:ext>
            </a:extLst>
          </p:cNvPr>
          <p:cNvCxnSpPr>
            <a:cxnSpLocks/>
          </p:cNvCxnSpPr>
          <p:nvPr/>
        </p:nvCxnSpPr>
        <p:spPr>
          <a:xfrm>
            <a:off x="7332784" y="3095722"/>
            <a:ext cx="2260105" cy="729486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2663E306-80BE-49F1-A91E-D21133178769}"/>
              </a:ext>
            </a:extLst>
          </p:cNvPr>
          <p:cNvCxnSpPr>
            <a:cxnSpLocks/>
          </p:cNvCxnSpPr>
          <p:nvPr/>
        </p:nvCxnSpPr>
        <p:spPr>
          <a:xfrm>
            <a:off x="7623114" y="3096302"/>
            <a:ext cx="2261773" cy="734879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67" name="Straight Arrow Connector 366">
            <a:extLst>
              <a:ext uri="{FF2B5EF4-FFF2-40B4-BE49-F238E27FC236}">
                <a16:creationId xmlns:a16="http://schemas.microsoft.com/office/drawing/2014/main" id="{82A88B17-1195-47C2-A027-9AA43555DF1A}"/>
              </a:ext>
            </a:extLst>
          </p:cNvPr>
          <p:cNvCxnSpPr>
            <a:cxnSpLocks/>
          </p:cNvCxnSpPr>
          <p:nvPr/>
        </p:nvCxnSpPr>
        <p:spPr>
          <a:xfrm>
            <a:off x="7892896" y="3096942"/>
            <a:ext cx="1698757" cy="731999"/>
          </a:xfrm>
          <a:prstGeom prst="straightConnector1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1" name="Straight Arrow Connector 370">
            <a:extLst>
              <a:ext uri="{FF2B5EF4-FFF2-40B4-BE49-F238E27FC236}">
                <a16:creationId xmlns:a16="http://schemas.microsoft.com/office/drawing/2014/main" id="{811A39D0-B558-458C-9F90-DD1AC65FBCFE}"/>
              </a:ext>
            </a:extLst>
          </p:cNvPr>
          <p:cNvCxnSpPr>
            <a:cxnSpLocks/>
          </p:cNvCxnSpPr>
          <p:nvPr/>
        </p:nvCxnSpPr>
        <p:spPr>
          <a:xfrm>
            <a:off x="8163359" y="3096941"/>
            <a:ext cx="1698757" cy="731999"/>
          </a:xfrm>
          <a:prstGeom prst="straightConnector1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2" name="Straight Arrow Connector 371">
            <a:extLst>
              <a:ext uri="{FF2B5EF4-FFF2-40B4-BE49-F238E27FC236}">
                <a16:creationId xmlns:a16="http://schemas.microsoft.com/office/drawing/2014/main" id="{122B1FDC-63A7-4850-8A1E-41C4C328F330}"/>
              </a:ext>
            </a:extLst>
          </p:cNvPr>
          <p:cNvCxnSpPr>
            <a:cxnSpLocks/>
          </p:cNvCxnSpPr>
          <p:nvPr/>
        </p:nvCxnSpPr>
        <p:spPr>
          <a:xfrm>
            <a:off x="8446579" y="3095947"/>
            <a:ext cx="1708256" cy="728581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5" name="Straight Arrow Connector 374">
            <a:extLst>
              <a:ext uri="{FF2B5EF4-FFF2-40B4-BE49-F238E27FC236}">
                <a16:creationId xmlns:a16="http://schemas.microsoft.com/office/drawing/2014/main" id="{F23DD831-ABD3-490C-9A7A-E21388CAE78B}"/>
              </a:ext>
            </a:extLst>
          </p:cNvPr>
          <p:cNvCxnSpPr>
            <a:cxnSpLocks/>
          </p:cNvCxnSpPr>
          <p:nvPr/>
        </p:nvCxnSpPr>
        <p:spPr>
          <a:xfrm>
            <a:off x="8762463" y="3096593"/>
            <a:ext cx="1684166" cy="724720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CD3ECA56-9011-45CC-8FDF-AC4C785EA1CE}"/>
              </a:ext>
            </a:extLst>
          </p:cNvPr>
          <p:cNvCxnSpPr>
            <a:cxnSpLocks/>
          </p:cNvCxnSpPr>
          <p:nvPr/>
        </p:nvCxnSpPr>
        <p:spPr>
          <a:xfrm>
            <a:off x="9036505" y="3101165"/>
            <a:ext cx="1106510" cy="719449"/>
          </a:xfrm>
          <a:prstGeom prst="straightConnector1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8" name="Straight Arrow Connector 377">
            <a:extLst>
              <a:ext uri="{FF2B5EF4-FFF2-40B4-BE49-F238E27FC236}">
                <a16:creationId xmlns:a16="http://schemas.microsoft.com/office/drawing/2014/main" id="{8BC0FDF9-F8C7-46D9-B492-BFCDD29FCE52}"/>
              </a:ext>
            </a:extLst>
          </p:cNvPr>
          <p:cNvCxnSpPr>
            <a:cxnSpLocks/>
          </p:cNvCxnSpPr>
          <p:nvPr/>
        </p:nvCxnSpPr>
        <p:spPr>
          <a:xfrm>
            <a:off x="9323539" y="3092281"/>
            <a:ext cx="1127563" cy="728784"/>
          </a:xfrm>
          <a:prstGeom prst="straightConnector1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9" name="Straight Arrow Connector 378">
            <a:extLst>
              <a:ext uri="{FF2B5EF4-FFF2-40B4-BE49-F238E27FC236}">
                <a16:creationId xmlns:a16="http://schemas.microsoft.com/office/drawing/2014/main" id="{4E510940-9CDD-4C24-8630-9557CF55D4E5}"/>
              </a:ext>
            </a:extLst>
          </p:cNvPr>
          <p:cNvCxnSpPr>
            <a:cxnSpLocks/>
          </p:cNvCxnSpPr>
          <p:nvPr/>
        </p:nvCxnSpPr>
        <p:spPr>
          <a:xfrm>
            <a:off x="9587651" y="3100763"/>
            <a:ext cx="1132489" cy="723765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1" name="Straight Arrow Connector 380">
            <a:extLst>
              <a:ext uri="{FF2B5EF4-FFF2-40B4-BE49-F238E27FC236}">
                <a16:creationId xmlns:a16="http://schemas.microsoft.com/office/drawing/2014/main" id="{3BB04428-53EC-4336-A994-A673A469E435}"/>
              </a:ext>
            </a:extLst>
          </p:cNvPr>
          <p:cNvCxnSpPr>
            <a:cxnSpLocks/>
          </p:cNvCxnSpPr>
          <p:nvPr/>
        </p:nvCxnSpPr>
        <p:spPr>
          <a:xfrm>
            <a:off x="9869397" y="3098318"/>
            <a:ext cx="1132489" cy="723765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2" name="Straight Arrow Connector 381">
            <a:extLst>
              <a:ext uri="{FF2B5EF4-FFF2-40B4-BE49-F238E27FC236}">
                <a16:creationId xmlns:a16="http://schemas.microsoft.com/office/drawing/2014/main" id="{86737472-10FB-4EA4-B7CF-054E4EB1B468}"/>
              </a:ext>
            </a:extLst>
          </p:cNvPr>
          <p:cNvCxnSpPr>
            <a:cxnSpLocks/>
          </p:cNvCxnSpPr>
          <p:nvPr/>
        </p:nvCxnSpPr>
        <p:spPr>
          <a:xfrm>
            <a:off x="10136433" y="3101615"/>
            <a:ext cx="582639" cy="725057"/>
          </a:xfrm>
          <a:prstGeom prst="straightConnector1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4" name="Straight Arrow Connector 383">
            <a:extLst>
              <a:ext uri="{FF2B5EF4-FFF2-40B4-BE49-F238E27FC236}">
                <a16:creationId xmlns:a16="http://schemas.microsoft.com/office/drawing/2014/main" id="{84B737C5-425B-4350-9EE5-DDB700054258}"/>
              </a:ext>
            </a:extLst>
          </p:cNvPr>
          <p:cNvCxnSpPr>
            <a:cxnSpLocks/>
          </p:cNvCxnSpPr>
          <p:nvPr/>
        </p:nvCxnSpPr>
        <p:spPr>
          <a:xfrm>
            <a:off x="10423172" y="3093959"/>
            <a:ext cx="582639" cy="725057"/>
          </a:xfrm>
          <a:prstGeom prst="straightConnector1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4" name="Straight Arrow Connector 393">
            <a:extLst>
              <a:ext uri="{FF2B5EF4-FFF2-40B4-BE49-F238E27FC236}">
                <a16:creationId xmlns:a16="http://schemas.microsoft.com/office/drawing/2014/main" id="{D0DB4686-D0E6-4772-935E-523C9968F801}"/>
              </a:ext>
            </a:extLst>
          </p:cNvPr>
          <p:cNvCxnSpPr>
            <a:cxnSpLocks/>
          </p:cNvCxnSpPr>
          <p:nvPr/>
        </p:nvCxnSpPr>
        <p:spPr>
          <a:xfrm>
            <a:off x="10725063" y="3095722"/>
            <a:ext cx="555270" cy="731251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6" name="Straight Arrow Connector 395">
            <a:extLst>
              <a:ext uri="{FF2B5EF4-FFF2-40B4-BE49-F238E27FC236}">
                <a16:creationId xmlns:a16="http://schemas.microsoft.com/office/drawing/2014/main" id="{D9BD0630-E183-493C-9912-67C414B47EFD}"/>
              </a:ext>
            </a:extLst>
          </p:cNvPr>
          <p:cNvCxnSpPr>
            <a:cxnSpLocks/>
          </p:cNvCxnSpPr>
          <p:nvPr/>
        </p:nvCxnSpPr>
        <p:spPr>
          <a:xfrm>
            <a:off x="10997403" y="3093310"/>
            <a:ext cx="555270" cy="731251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7" name="Straight Arrow Connector 396">
            <a:extLst>
              <a:ext uri="{FF2B5EF4-FFF2-40B4-BE49-F238E27FC236}">
                <a16:creationId xmlns:a16="http://schemas.microsoft.com/office/drawing/2014/main" id="{7CE50678-0C4D-42E8-970E-8CB1AB78B1C6}"/>
              </a:ext>
            </a:extLst>
          </p:cNvPr>
          <p:cNvCxnSpPr>
            <a:cxnSpLocks/>
          </p:cNvCxnSpPr>
          <p:nvPr/>
        </p:nvCxnSpPr>
        <p:spPr>
          <a:xfrm>
            <a:off x="11272847" y="3089363"/>
            <a:ext cx="0" cy="731251"/>
          </a:xfrm>
          <a:prstGeom prst="straightConnector1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9" name="Straight Arrow Connector 398">
            <a:extLst>
              <a:ext uri="{FF2B5EF4-FFF2-40B4-BE49-F238E27FC236}">
                <a16:creationId xmlns:a16="http://schemas.microsoft.com/office/drawing/2014/main" id="{E444DD4C-1E3A-4680-B277-17E434C76D06}"/>
              </a:ext>
            </a:extLst>
          </p:cNvPr>
          <p:cNvCxnSpPr>
            <a:cxnSpLocks/>
          </p:cNvCxnSpPr>
          <p:nvPr/>
        </p:nvCxnSpPr>
        <p:spPr>
          <a:xfrm>
            <a:off x="11551023" y="3095721"/>
            <a:ext cx="0" cy="731251"/>
          </a:xfrm>
          <a:prstGeom prst="straightConnector1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783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65AAFC-C913-4D2F-BF81-F2AE34B17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528342"/>
              </p:ext>
            </p:extLst>
          </p:nvPr>
        </p:nvGraphicFramePr>
        <p:xfrm>
          <a:off x="149290" y="1251429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C1506D-6F4C-4D37-8DEE-63A696E8F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868542"/>
              </p:ext>
            </p:extLst>
          </p:nvPr>
        </p:nvGraphicFramePr>
        <p:xfrm>
          <a:off x="149290" y="2094709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4C0A6B-4652-4636-869E-8753060E6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139426"/>
              </p:ext>
            </p:extLst>
          </p:nvPr>
        </p:nvGraphicFramePr>
        <p:xfrm>
          <a:off x="149290" y="2937989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B22C5E7-F0F5-43EC-B1DC-FEC85FCB8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754056"/>
              </p:ext>
            </p:extLst>
          </p:nvPr>
        </p:nvGraphicFramePr>
        <p:xfrm>
          <a:off x="149290" y="3786425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CAE8B5B-6764-483D-AB2A-89D7EC91E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84633"/>
              </p:ext>
            </p:extLst>
          </p:nvPr>
        </p:nvGraphicFramePr>
        <p:xfrm>
          <a:off x="149290" y="4634861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86F9CB7-3B3E-4806-8CD5-FB41CA9DC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304837"/>
              </p:ext>
            </p:extLst>
          </p:nvPr>
        </p:nvGraphicFramePr>
        <p:xfrm>
          <a:off x="149290" y="5483297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8B7EB37-3FFC-45C8-8164-2BAD0078B512}"/>
              </a:ext>
            </a:extLst>
          </p:cNvPr>
          <p:cNvCxnSpPr>
            <a:cxnSpLocks/>
          </p:cNvCxnSpPr>
          <p:nvPr/>
        </p:nvCxnSpPr>
        <p:spPr>
          <a:xfrm>
            <a:off x="243064" y="142359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14B86-5511-46AF-B1AD-C5F13AE0AFD1}"/>
              </a:ext>
            </a:extLst>
          </p:cNvPr>
          <p:cNvCxnSpPr>
            <a:cxnSpLocks/>
          </p:cNvCxnSpPr>
          <p:nvPr/>
        </p:nvCxnSpPr>
        <p:spPr>
          <a:xfrm>
            <a:off x="400544" y="142359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CB34E02-660A-4F63-859C-11E3A8422381}"/>
              </a:ext>
            </a:extLst>
          </p:cNvPr>
          <p:cNvCxnSpPr>
            <a:cxnSpLocks/>
          </p:cNvCxnSpPr>
          <p:nvPr/>
        </p:nvCxnSpPr>
        <p:spPr>
          <a:xfrm>
            <a:off x="558024" y="142359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2E153E7-4D87-4060-8403-9DE0ED6C495F}"/>
              </a:ext>
            </a:extLst>
          </p:cNvPr>
          <p:cNvCxnSpPr>
            <a:cxnSpLocks/>
          </p:cNvCxnSpPr>
          <p:nvPr/>
        </p:nvCxnSpPr>
        <p:spPr>
          <a:xfrm>
            <a:off x="740904" y="142359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792C4C5-7121-4D3A-B16F-5F012E21D330}"/>
              </a:ext>
            </a:extLst>
          </p:cNvPr>
          <p:cNvCxnSpPr>
            <a:cxnSpLocks/>
          </p:cNvCxnSpPr>
          <p:nvPr/>
        </p:nvCxnSpPr>
        <p:spPr>
          <a:xfrm>
            <a:off x="918704" y="142875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CBE0476-9E11-494F-A15E-281BE2BF4D2B}"/>
              </a:ext>
            </a:extLst>
          </p:cNvPr>
          <p:cNvCxnSpPr>
            <a:cxnSpLocks/>
          </p:cNvCxnSpPr>
          <p:nvPr/>
        </p:nvCxnSpPr>
        <p:spPr>
          <a:xfrm>
            <a:off x="1076184" y="142875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6E98F7F-7FC2-45D7-976F-8840880BB0D2}"/>
              </a:ext>
            </a:extLst>
          </p:cNvPr>
          <p:cNvCxnSpPr>
            <a:cxnSpLocks/>
          </p:cNvCxnSpPr>
          <p:nvPr/>
        </p:nvCxnSpPr>
        <p:spPr>
          <a:xfrm>
            <a:off x="1233664" y="142875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C4F3D1C-1C6B-496F-9900-68D21EE5AF4A}"/>
              </a:ext>
            </a:extLst>
          </p:cNvPr>
          <p:cNvCxnSpPr>
            <a:cxnSpLocks/>
          </p:cNvCxnSpPr>
          <p:nvPr/>
        </p:nvCxnSpPr>
        <p:spPr>
          <a:xfrm>
            <a:off x="1416544" y="142875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96E01D6-A610-4BF3-871B-C5251472888E}"/>
              </a:ext>
            </a:extLst>
          </p:cNvPr>
          <p:cNvCxnSpPr>
            <a:cxnSpLocks/>
          </p:cNvCxnSpPr>
          <p:nvPr/>
        </p:nvCxnSpPr>
        <p:spPr>
          <a:xfrm>
            <a:off x="1589264" y="142359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5464E32-24E5-4D36-BFBE-B9FC1133B3CC}"/>
              </a:ext>
            </a:extLst>
          </p:cNvPr>
          <p:cNvCxnSpPr>
            <a:cxnSpLocks/>
          </p:cNvCxnSpPr>
          <p:nvPr/>
        </p:nvCxnSpPr>
        <p:spPr>
          <a:xfrm>
            <a:off x="1746744" y="142359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CF602BF-D166-4A55-83DD-CDF163A4A384}"/>
              </a:ext>
            </a:extLst>
          </p:cNvPr>
          <p:cNvCxnSpPr>
            <a:cxnSpLocks/>
          </p:cNvCxnSpPr>
          <p:nvPr/>
        </p:nvCxnSpPr>
        <p:spPr>
          <a:xfrm>
            <a:off x="1904224" y="142359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61AC500-DA96-4079-9C07-17D37558EB49}"/>
              </a:ext>
            </a:extLst>
          </p:cNvPr>
          <p:cNvCxnSpPr>
            <a:cxnSpLocks/>
          </p:cNvCxnSpPr>
          <p:nvPr/>
        </p:nvCxnSpPr>
        <p:spPr>
          <a:xfrm>
            <a:off x="2087104" y="142359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8BCC3CF-5084-45EB-A3D3-09D65E740AA0}"/>
              </a:ext>
            </a:extLst>
          </p:cNvPr>
          <p:cNvCxnSpPr>
            <a:cxnSpLocks/>
          </p:cNvCxnSpPr>
          <p:nvPr/>
        </p:nvCxnSpPr>
        <p:spPr>
          <a:xfrm>
            <a:off x="2254744" y="142359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4893400-D13D-4DEB-B182-4C488D112A53}"/>
              </a:ext>
            </a:extLst>
          </p:cNvPr>
          <p:cNvCxnSpPr>
            <a:cxnSpLocks/>
          </p:cNvCxnSpPr>
          <p:nvPr/>
        </p:nvCxnSpPr>
        <p:spPr>
          <a:xfrm>
            <a:off x="2417304" y="142359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C672CA8-9E6A-4359-A301-AAFB83E095D7}"/>
              </a:ext>
            </a:extLst>
          </p:cNvPr>
          <p:cNvCxnSpPr>
            <a:cxnSpLocks/>
          </p:cNvCxnSpPr>
          <p:nvPr/>
        </p:nvCxnSpPr>
        <p:spPr>
          <a:xfrm>
            <a:off x="2584944" y="142359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F7CDE70-18F6-46A7-B9A0-ADA328BD35B7}"/>
              </a:ext>
            </a:extLst>
          </p:cNvPr>
          <p:cNvCxnSpPr>
            <a:cxnSpLocks/>
          </p:cNvCxnSpPr>
          <p:nvPr/>
        </p:nvCxnSpPr>
        <p:spPr>
          <a:xfrm>
            <a:off x="2752584" y="142359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BDD9884-FF73-4B94-836F-25BC9E38A04F}"/>
              </a:ext>
            </a:extLst>
          </p:cNvPr>
          <p:cNvCxnSpPr>
            <a:cxnSpLocks/>
          </p:cNvCxnSpPr>
          <p:nvPr/>
        </p:nvCxnSpPr>
        <p:spPr>
          <a:xfrm>
            <a:off x="2950704" y="142875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7368323-5E5A-4FD6-B122-40010926F7A7}"/>
              </a:ext>
            </a:extLst>
          </p:cNvPr>
          <p:cNvCxnSpPr>
            <a:cxnSpLocks/>
          </p:cNvCxnSpPr>
          <p:nvPr/>
        </p:nvCxnSpPr>
        <p:spPr>
          <a:xfrm>
            <a:off x="3108184" y="142875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34FE9E6-6C8E-49E0-90FA-40D93BC9C270}"/>
              </a:ext>
            </a:extLst>
          </p:cNvPr>
          <p:cNvCxnSpPr>
            <a:cxnSpLocks/>
          </p:cNvCxnSpPr>
          <p:nvPr/>
        </p:nvCxnSpPr>
        <p:spPr>
          <a:xfrm>
            <a:off x="3265664" y="142875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B64E952-FCFA-4329-97DC-F8FC9E9E4C92}"/>
              </a:ext>
            </a:extLst>
          </p:cNvPr>
          <p:cNvCxnSpPr>
            <a:cxnSpLocks/>
          </p:cNvCxnSpPr>
          <p:nvPr/>
        </p:nvCxnSpPr>
        <p:spPr>
          <a:xfrm>
            <a:off x="3448544" y="142875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D945B12-1EC5-4F85-9688-2CAD68CCF364}"/>
              </a:ext>
            </a:extLst>
          </p:cNvPr>
          <p:cNvCxnSpPr>
            <a:cxnSpLocks/>
          </p:cNvCxnSpPr>
          <p:nvPr/>
        </p:nvCxnSpPr>
        <p:spPr>
          <a:xfrm>
            <a:off x="3626344" y="143390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3D3DE43-40F2-4B3C-9141-C7BB1244BF93}"/>
              </a:ext>
            </a:extLst>
          </p:cNvPr>
          <p:cNvCxnSpPr>
            <a:cxnSpLocks/>
          </p:cNvCxnSpPr>
          <p:nvPr/>
        </p:nvCxnSpPr>
        <p:spPr>
          <a:xfrm>
            <a:off x="3783824" y="143390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0229EA8-346E-428A-95D3-6EAD5873116A}"/>
              </a:ext>
            </a:extLst>
          </p:cNvPr>
          <p:cNvCxnSpPr>
            <a:cxnSpLocks/>
          </p:cNvCxnSpPr>
          <p:nvPr/>
        </p:nvCxnSpPr>
        <p:spPr>
          <a:xfrm>
            <a:off x="3941304" y="143390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9E5D0C8-E833-441C-B0BA-64F4EDFF7C50}"/>
              </a:ext>
            </a:extLst>
          </p:cNvPr>
          <p:cNvCxnSpPr>
            <a:cxnSpLocks/>
          </p:cNvCxnSpPr>
          <p:nvPr/>
        </p:nvCxnSpPr>
        <p:spPr>
          <a:xfrm>
            <a:off x="4124184" y="143390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4F09DCD-292B-43B9-B8DF-FC616ECAF558}"/>
              </a:ext>
            </a:extLst>
          </p:cNvPr>
          <p:cNvCxnSpPr>
            <a:cxnSpLocks/>
          </p:cNvCxnSpPr>
          <p:nvPr/>
        </p:nvCxnSpPr>
        <p:spPr>
          <a:xfrm>
            <a:off x="4296904" y="142875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B10BB45-33FE-436F-88E1-0636C26C2659}"/>
              </a:ext>
            </a:extLst>
          </p:cNvPr>
          <p:cNvCxnSpPr>
            <a:cxnSpLocks/>
          </p:cNvCxnSpPr>
          <p:nvPr/>
        </p:nvCxnSpPr>
        <p:spPr>
          <a:xfrm>
            <a:off x="4454384" y="142875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94F7619-02C0-4F78-875B-43ACD1BD767F}"/>
              </a:ext>
            </a:extLst>
          </p:cNvPr>
          <p:cNvCxnSpPr>
            <a:cxnSpLocks/>
          </p:cNvCxnSpPr>
          <p:nvPr/>
        </p:nvCxnSpPr>
        <p:spPr>
          <a:xfrm>
            <a:off x="4611864" y="142875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0B4ABAF-CB37-4AC7-9579-25659915DDBF}"/>
              </a:ext>
            </a:extLst>
          </p:cNvPr>
          <p:cNvCxnSpPr>
            <a:cxnSpLocks/>
          </p:cNvCxnSpPr>
          <p:nvPr/>
        </p:nvCxnSpPr>
        <p:spPr>
          <a:xfrm>
            <a:off x="4794744" y="142875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09ABA6C-EF1D-4571-8139-96BCE91C2FEC}"/>
              </a:ext>
            </a:extLst>
          </p:cNvPr>
          <p:cNvCxnSpPr>
            <a:cxnSpLocks/>
          </p:cNvCxnSpPr>
          <p:nvPr/>
        </p:nvCxnSpPr>
        <p:spPr>
          <a:xfrm>
            <a:off x="4962384" y="142875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53D5AB7-ED32-42EB-B2C2-58510E2D6503}"/>
              </a:ext>
            </a:extLst>
          </p:cNvPr>
          <p:cNvCxnSpPr>
            <a:cxnSpLocks/>
          </p:cNvCxnSpPr>
          <p:nvPr/>
        </p:nvCxnSpPr>
        <p:spPr>
          <a:xfrm>
            <a:off x="5124944" y="142875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0746975-1277-4A6B-BCD5-A05766E70B23}"/>
              </a:ext>
            </a:extLst>
          </p:cNvPr>
          <p:cNvCxnSpPr>
            <a:cxnSpLocks/>
          </p:cNvCxnSpPr>
          <p:nvPr/>
        </p:nvCxnSpPr>
        <p:spPr>
          <a:xfrm>
            <a:off x="5292584" y="142875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7052D15-96A5-4122-8326-B0145F4AC21A}"/>
              </a:ext>
            </a:extLst>
          </p:cNvPr>
          <p:cNvCxnSpPr>
            <a:cxnSpLocks/>
          </p:cNvCxnSpPr>
          <p:nvPr/>
        </p:nvCxnSpPr>
        <p:spPr>
          <a:xfrm>
            <a:off x="5460224" y="142875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BB372D8-A6DE-47DC-9D9A-6E360A55FE76}"/>
              </a:ext>
            </a:extLst>
          </p:cNvPr>
          <p:cNvCxnSpPr>
            <a:cxnSpLocks/>
          </p:cNvCxnSpPr>
          <p:nvPr/>
        </p:nvCxnSpPr>
        <p:spPr>
          <a:xfrm flipH="1">
            <a:off x="253226" y="1423595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59FF94B-F627-4322-9D93-33CCBBF2BEAB}"/>
              </a:ext>
            </a:extLst>
          </p:cNvPr>
          <p:cNvCxnSpPr>
            <a:cxnSpLocks/>
          </p:cNvCxnSpPr>
          <p:nvPr/>
        </p:nvCxnSpPr>
        <p:spPr>
          <a:xfrm flipH="1">
            <a:off x="402472" y="1423595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29A335D-5053-4D77-8C9F-E9DCD62984C3}"/>
              </a:ext>
            </a:extLst>
          </p:cNvPr>
          <p:cNvCxnSpPr>
            <a:cxnSpLocks/>
          </p:cNvCxnSpPr>
          <p:nvPr/>
        </p:nvCxnSpPr>
        <p:spPr>
          <a:xfrm flipH="1">
            <a:off x="558659" y="1424615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E198573-FDE5-499F-805F-E957B00AABD2}"/>
              </a:ext>
            </a:extLst>
          </p:cNvPr>
          <p:cNvCxnSpPr>
            <a:cxnSpLocks/>
          </p:cNvCxnSpPr>
          <p:nvPr/>
        </p:nvCxnSpPr>
        <p:spPr>
          <a:xfrm flipH="1">
            <a:off x="740904" y="1423595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F51FAE4-C859-495E-AAEB-29B29E5764EF}"/>
              </a:ext>
            </a:extLst>
          </p:cNvPr>
          <p:cNvCxnSpPr>
            <a:cxnSpLocks/>
          </p:cNvCxnSpPr>
          <p:nvPr/>
        </p:nvCxnSpPr>
        <p:spPr>
          <a:xfrm flipH="1">
            <a:off x="922532" y="1423595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4B7C22-3CD1-4A44-9C17-7293D09DD9D9}"/>
              </a:ext>
            </a:extLst>
          </p:cNvPr>
          <p:cNvCxnSpPr>
            <a:cxnSpLocks/>
          </p:cNvCxnSpPr>
          <p:nvPr/>
        </p:nvCxnSpPr>
        <p:spPr>
          <a:xfrm flipH="1">
            <a:off x="1071778" y="1423595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4851AF1-7ED1-4EE5-9539-4B7E145A843A}"/>
              </a:ext>
            </a:extLst>
          </p:cNvPr>
          <p:cNvCxnSpPr>
            <a:cxnSpLocks/>
          </p:cNvCxnSpPr>
          <p:nvPr/>
        </p:nvCxnSpPr>
        <p:spPr>
          <a:xfrm flipH="1">
            <a:off x="1227965" y="1424615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CF092BA-9EFA-4878-BA70-4E3A5BAED8F6}"/>
              </a:ext>
            </a:extLst>
          </p:cNvPr>
          <p:cNvCxnSpPr>
            <a:cxnSpLocks/>
          </p:cNvCxnSpPr>
          <p:nvPr/>
        </p:nvCxnSpPr>
        <p:spPr>
          <a:xfrm flipH="1">
            <a:off x="1410210" y="1423595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33CBFBF-359A-40A1-8F50-9C866EA26A14}"/>
              </a:ext>
            </a:extLst>
          </p:cNvPr>
          <p:cNvCxnSpPr>
            <a:cxnSpLocks/>
          </p:cNvCxnSpPr>
          <p:nvPr/>
        </p:nvCxnSpPr>
        <p:spPr>
          <a:xfrm flipH="1">
            <a:off x="1596591" y="1423595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400397D-85F9-4CAE-8A78-3C1BDCB962E6}"/>
              </a:ext>
            </a:extLst>
          </p:cNvPr>
          <p:cNvCxnSpPr>
            <a:cxnSpLocks/>
          </p:cNvCxnSpPr>
          <p:nvPr/>
        </p:nvCxnSpPr>
        <p:spPr>
          <a:xfrm flipH="1">
            <a:off x="1745837" y="1423595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1DF09A4-D416-4EB8-87F0-6BCB0203D7BC}"/>
              </a:ext>
            </a:extLst>
          </p:cNvPr>
          <p:cNvCxnSpPr>
            <a:cxnSpLocks/>
          </p:cNvCxnSpPr>
          <p:nvPr/>
        </p:nvCxnSpPr>
        <p:spPr>
          <a:xfrm flipH="1">
            <a:off x="1902024" y="1424615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4999F70-12F7-4741-8C5E-F114833822F7}"/>
              </a:ext>
            </a:extLst>
          </p:cNvPr>
          <p:cNvCxnSpPr>
            <a:cxnSpLocks/>
          </p:cNvCxnSpPr>
          <p:nvPr/>
        </p:nvCxnSpPr>
        <p:spPr>
          <a:xfrm flipH="1">
            <a:off x="2084269" y="1423595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82686A0-531A-43A4-A15A-44A71E806137}"/>
              </a:ext>
            </a:extLst>
          </p:cNvPr>
          <p:cNvCxnSpPr>
            <a:cxnSpLocks/>
          </p:cNvCxnSpPr>
          <p:nvPr/>
        </p:nvCxnSpPr>
        <p:spPr>
          <a:xfrm flipH="1">
            <a:off x="2260470" y="1423595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A8486DD-CBA2-4268-8196-7F127A9588EA}"/>
              </a:ext>
            </a:extLst>
          </p:cNvPr>
          <p:cNvCxnSpPr>
            <a:cxnSpLocks/>
          </p:cNvCxnSpPr>
          <p:nvPr/>
        </p:nvCxnSpPr>
        <p:spPr>
          <a:xfrm flipH="1">
            <a:off x="2409716" y="1423595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04783CD-59CE-4BFF-8674-671A84323A07}"/>
              </a:ext>
            </a:extLst>
          </p:cNvPr>
          <p:cNvCxnSpPr>
            <a:cxnSpLocks/>
          </p:cNvCxnSpPr>
          <p:nvPr/>
        </p:nvCxnSpPr>
        <p:spPr>
          <a:xfrm flipH="1">
            <a:off x="2565903" y="1424615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A859118-3EC6-4254-8C15-CEC253C2B5D7}"/>
              </a:ext>
            </a:extLst>
          </p:cNvPr>
          <p:cNvCxnSpPr>
            <a:cxnSpLocks/>
          </p:cNvCxnSpPr>
          <p:nvPr/>
        </p:nvCxnSpPr>
        <p:spPr>
          <a:xfrm flipH="1">
            <a:off x="2748148" y="1423595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272EBBB-2A56-4B92-806C-1E7F9913F072}"/>
              </a:ext>
            </a:extLst>
          </p:cNvPr>
          <p:cNvCxnSpPr>
            <a:cxnSpLocks/>
          </p:cNvCxnSpPr>
          <p:nvPr/>
        </p:nvCxnSpPr>
        <p:spPr>
          <a:xfrm>
            <a:off x="239254" y="1427405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F02DE6C-F546-4F37-BAAD-96E89D106F44}"/>
              </a:ext>
            </a:extLst>
          </p:cNvPr>
          <p:cNvCxnSpPr>
            <a:cxnSpLocks/>
          </p:cNvCxnSpPr>
          <p:nvPr/>
        </p:nvCxnSpPr>
        <p:spPr>
          <a:xfrm>
            <a:off x="396671" y="1430097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0327E35-DED5-472A-B06D-D4F32C8133E0}"/>
              </a:ext>
            </a:extLst>
          </p:cNvPr>
          <p:cNvCxnSpPr>
            <a:cxnSpLocks/>
          </p:cNvCxnSpPr>
          <p:nvPr/>
        </p:nvCxnSpPr>
        <p:spPr>
          <a:xfrm>
            <a:off x="564114" y="1432561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83F3E47-529A-4286-9ED2-567A1247621E}"/>
              </a:ext>
            </a:extLst>
          </p:cNvPr>
          <p:cNvCxnSpPr>
            <a:cxnSpLocks/>
          </p:cNvCxnSpPr>
          <p:nvPr/>
        </p:nvCxnSpPr>
        <p:spPr>
          <a:xfrm>
            <a:off x="743180" y="1432561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8920600-AE9D-46A4-85FF-E9E7DE0CACDA}"/>
              </a:ext>
            </a:extLst>
          </p:cNvPr>
          <p:cNvCxnSpPr>
            <a:cxnSpLocks/>
          </p:cNvCxnSpPr>
          <p:nvPr/>
        </p:nvCxnSpPr>
        <p:spPr>
          <a:xfrm>
            <a:off x="921886" y="1432561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E4F9BE6-34F4-465B-B73F-6A0D8F80EEC4}"/>
              </a:ext>
            </a:extLst>
          </p:cNvPr>
          <p:cNvCxnSpPr>
            <a:cxnSpLocks/>
          </p:cNvCxnSpPr>
          <p:nvPr/>
        </p:nvCxnSpPr>
        <p:spPr>
          <a:xfrm>
            <a:off x="1079303" y="1435253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310C453-9812-47D6-BBC6-6A45D2381DEF}"/>
              </a:ext>
            </a:extLst>
          </p:cNvPr>
          <p:cNvCxnSpPr>
            <a:cxnSpLocks/>
          </p:cNvCxnSpPr>
          <p:nvPr/>
        </p:nvCxnSpPr>
        <p:spPr>
          <a:xfrm>
            <a:off x="1246746" y="1437717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B298E3C-0D43-49CF-9C8C-346D4CE6A925}"/>
              </a:ext>
            </a:extLst>
          </p:cNvPr>
          <p:cNvCxnSpPr>
            <a:cxnSpLocks/>
          </p:cNvCxnSpPr>
          <p:nvPr/>
        </p:nvCxnSpPr>
        <p:spPr>
          <a:xfrm>
            <a:off x="1425812" y="1437717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4AB872A-782D-4126-A5B0-00570AB4DF5C}"/>
              </a:ext>
            </a:extLst>
          </p:cNvPr>
          <p:cNvCxnSpPr>
            <a:cxnSpLocks/>
          </p:cNvCxnSpPr>
          <p:nvPr/>
        </p:nvCxnSpPr>
        <p:spPr>
          <a:xfrm>
            <a:off x="1588501" y="1435253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19D25E6-84CA-4504-B7C3-6319369868CF}"/>
              </a:ext>
            </a:extLst>
          </p:cNvPr>
          <p:cNvCxnSpPr>
            <a:cxnSpLocks/>
          </p:cNvCxnSpPr>
          <p:nvPr/>
        </p:nvCxnSpPr>
        <p:spPr>
          <a:xfrm>
            <a:off x="1745918" y="1437945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635F460-8EFB-4567-A808-22D88026F3E1}"/>
              </a:ext>
            </a:extLst>
          </p:cNvPr>
          <p:cNvCxnSpPr>
            <a:cxnSpLocks/>
          </p:cNvCxnSpPr>
          <p:nvPr/>
        </p:nvCxnSpPr>
        <p:spPr>
          <a:xfrm>
            <a:off x="1913361" y="1440409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C9CED99-47D7-497C-B538-A01533D0973F}"/>
              </a:ext>
            </a:extLst>
          </p:cNvPr>
          <p:cNvCxnSpPr>
            <a:cxnSpLocks/>
          </p:cNvCxnSpPr>
          <p:nvPr/>
        </p:nvCxnSpPr>
        <p:spPr>
          <a:xfrm>
            <a:off x="2092427" y="1440409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9B578F6-676B-4562-B161-2B63DDA0DA33}"/>
              </a:ext>
            </a:extLst>
          </p:cNvPr>
          <p:cNvCxnSpPr>
            <a:cxnSpLocks/>
          </p:cNvCxnSpPr>
          <p:nvPr/>
        </p:nvCxnSpPr>
        <p:spPr>
          <a:xfrm>
            <a:off x="2250546" y="1429435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A8125314-7ADD-42FF-A7A5-AD49CF513966}"/>
              </a:ext>
            </a:extLst>
          </p:cNvPr>
          <p:cNvCxnSpPr>
            <a:cxnSpLocks/>
          </p:cNvCxnSpPr>
          <p:nvPr/>
        </p:nvCxnSpPr>
        <p:spPr>
          <a:xfrm>
            <a:off x="2407963" y="1432127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517C6F9-7C24-4F3D-B444-E7048E690476}"/>
              </a:ext>
            </a:extLst>
          </p:cNvPr>
          <p:cNvCxnSpPr>
            <a:cxnSpLocks/>
          </p:cNvCxnSpPr>
          <p:nvPr/>
        </p:nvCxnSpPr>
        <p:spPr>
          <a:xfrm>
            <a:off x="2575406" y="1434591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0C8A5FF2-AFF6-4113-92BC-A7E810434A39}"/>
              </a:ext>
            </a:extLst>
          </p:cNvPr>
          <p:cNvCxnSpPr>
            <a:cxnSpLocks/>
          </p:cNvCxnSpPr>
          <p:nvPr/>
        </p:nvCxnSpPr>
        <p:spPr>
          <a:xfrm>
            <a:off x="2754472" y="1434591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6321617B-2DEC-4027-BA2E-411A6AC4B2E2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appendix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2860142-E955-4759-B056-4A63F245981C}"/>
              </a:ext>
            </a:extLst>
          </p:cNvPr>
          <p:cNvCxnSpPr>
            <a:cxnSpLocks/>
          </p:cNvCxnSpPr>
          <p:nvPr/>
        </p:nvCxnSpPr>
        <p:spPr>
          <a:xfrm>
            <a:off x="253226" y="226687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B1FBD2D-5896-43C9-8D1C-3F66A70489C5}"/>
              </a:ext>
            </a:extLst>
          </p:cNvPr>
          <p:cNvCxnSpPr>
            <a:cxnSpLocks/>
          </p:cNvCxnSpPr>
          <p:nvPr/>
        </p:nvCxnSpPr>
        <p:spPr>
          <a:xfrm>
            <a:off x="410706" y="226687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1AB298D-352E-415B-9196-09DA5AD84C48}"/>
              </a:ext>
            </a:extLst>
          </p:cNvPr>
          <p:cNvCxnSpPr>
            <a:cxnSpLocks/>
          </p:cNvCxnSpPr>
          <p:nvPr/>
        </p:nvCxnSpPr>
        <p:spPr>
          <a:xfrm>
            <a:off x="568186" y="226687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DE959B-71AD-4299-A774-EE300DA5390C}"/>
              </a:ext>
            </a:extLst>
          </p:cNvPr>
          <p:cNvCxnSpPr>
            <a:cxnSpLocks/>
          </p:cNvCxnSpPr>
          <p:nvPr/>
        </p:nvCxnSpPr>
        <p:spPr>
          <a:xfrm>
            <a:off x="751066" y="226687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CC5FFBD-EDAC-41CA-B1E9-C8EDA92439B3}"/>
              </a:ext>
            </a:extLst>
          </p:cNvPr>
          <p:cNvCxnSpPr>
            <a:cxnSpLocks/>
          </p:cNvCxnSpPr>
          <p:nvPr/>
        </p:nvCxnSpPr>
        <p:spPr>
          <a:xfrm>
            <a:off x="928866" y="227203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4F1C3F0-B38E-4DC2-B804-79E01503E47F}"/>
              </a:ext>
            </a:extLst>
          </p:cNvPr>
          <p:cNvCxnSpPr>
            <a:cxnSpLocks/>
          </p:cNvCxnSpPr>
          <p:nvPr/>
        </p:nvCxnSpPr>
        <p:spPr>
          <a:xfrm>
            <a:off x="1086346" y="227203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37A422A-CDB6-454B-908F-2350DE579751}"/>
              </a:ext>
            </a:extLst>
          </p:cNvPr>
          <p:cNvCxnSpPr>
            <a:cxnSpLocks/>
          </p:cNvCxnSpPr>
          <p:nvPr/>
        </p:nvCxnSpPr>
        <p:spPr>
          <a:xfrm>
            <a:off x="1243826" y="227203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A7E47E9-0775-48CF-BFE3-625783629EE9}"/>
              </a:ext>
            </a:extLst>
          </p:cNvPr>
          <p:cNvCxnSpPr>
            <a:cxnSpLocks/>
          </p:cNvCxnSpPr>
          <p:nvPr/>
        </p:nvCxnSpPr>
        <p:spPr>
          <a:xfrm>
            <a:off x="1426706" y="227203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78337E3-4572-4292-9FB5-317F090E648B}"/>
              </a:ext>
            </a:extLst>
          </p:cNvPr>
          <p:cNvCxnSpPr>
            <a:cxnSpLocks/>
          </p:cNvCxnSpPr>
          <p:nvPr/>
        </p:nvCxnSpPr>
        <p:spPr>
          <a:xfrm>
            <a:off x="1590267" y="226687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2C059403-5B82-4548-8C3F-D7B2196B0DB3}"/>
              </a:ext>
            </a:extLst>
          </p:cNvPr>
          <p:cNvCxnSpPr>
            <a:cxnSpLocks/>
          </p:cNvCxnSpPr>
          <p:nvPr/>
        </p:nvCxnSpPr>
        <p:spPr>
          <a:xfrm>
            <a:off x="1747747" y="226687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D2526E31-E16D-4FF8-B445-5ED01F7F718E}"/>
              </a:ext>
            </a:extLst>
          </p:cNvPr>
          <p:cNvCxnSpPr>
            <a:cxnSpLocks/>
          </p:cNvCxnSpPr>
          <p:nvPr/>
        </p:nvCxnSpPr>
        <p:spPr>
          <a:xfrm>
            <a:off x="1905227" y="226687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B95AB1BA-1B7C-4D7D-9BE6-A386BEA6EF9F}"/>
              </a:ext>
            </a:extLst>
          </p:cNvPr>
          <p:cNvCxnSpPr>
            <a:cxnSpLocks/>
          </p:cNvCxnSpPr>
          <p:nvPr/>
        </p:nvCxnSpPr>
        <p:spPr>
          <a:xfrm>
            <a:off x="2088107" y="226687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647425B-C5C6-438F-A96E-F55046E61E97}"/>
              </a:ext>
            </a:extLst>
          </p:cNvPr>
          <p:cNvCxnSpPr>
            <a:cxnSpLocks/>
          </p:cNvCxnSpPr>
          <p:nvPr/>
        </p:nvCxnSpPr>
        <p:spPr>
          <a:xfrm>
            <a:off x="2265907" y="227203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B0CB33FF-FC72-4675-955E-ED2215B48BDC}"/>
              </a:ext>
            </a:extLst>
          </p:cNvPr>
          <p:cNvCxnSpPr>
            <a:cxnSpLocks/>
          </p:cNvCxnSpPr>
          <p:nvPr/>
        </p:nvCxnSpPr>
        <p:spPr>
          <a:xfrm>
            <a:off x="2423387" y="227203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5BB3379-4D60-49F0-BDD4-C5C3D4C53AC6}"/>
              </a:ext>
            </a:extLst>
          </p:cNvPr>
          <p:cNvCxnSpPr>
            <a:cxnSpLocks/>
          </p:cNvCxnSpPr>
          <p:nvPr/>
        </p:nvCxnSpPr>
        <p:spPr>
          <a:xfrm>
            <a:off x="2580867" y="227203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50F663A-A949-483B-AD46-B9D8CD8AA901}"/>
              </a:ext>
            </a:extLst>
          </p:cNvPr>
          <p:cNvCxnSpPr>
            <a:cxnSpLocks/>
          </p:cNvCxnSpPr>
          <p:nvPr/>
        </p:nvCxnSpPr>
        <p:spPr>
          <a:xfrm>
            <a:off x="2763747" y="227203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916F8B19-3A18-4A54-8571-88C84B138C7C}"/>
              </a:ext>
            </a:extLst>
          </p:cNvPr>
          <p:cNvCxnSpPr>
            <a:cxnSpLocks/>
          </p:cNvCxnSpPr>
          <p:nvPr/>
        </p:nvCxnSpPr>
        <p:spPr>
          <a:xfrm>
            <a:off x="2950704" y="226687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173C1DB-AA9E-455B-A89A-A63B9131F944}"/>
              </a:ext>
            </a:extLst>
          </p:cNvPr>
          <p:cNvCxnSpPr>
            <a:cxnSpLocks/>
          </p:cNvCxnSpPr>
          <p:nvPr/>
        </p:nvCxnSpPr>
        <p:spPr>
          <a:xfrm>
            <a:off x="3108184" y="226687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4B77F3A-38B3-4779-9AD8-761B553874CC}"/>
              </a:ext>
            </a:extLst>
          </p:cNvPr>
          <p:cNvCxnSpPr>
            <a:cxnSpLocks/>
          </p:cNvCxnSpPr>
          <p:nvPr/>
        </p:nvCxnSpPr>
        <p:spPr>
          <a:xfrm>
            <a:off x="3265664" y="226687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C97FAE5F-508C-4BF8-B827-BE8759724F17}"/>
              </a:ext>
            </a:extLst>
          </p:cNvPr>
          <p:cNvCxnSpPr>
            <a:cxnSpLocks/>
          </p:cNvCxnSpPr>
          <p:nvPr/>
        </p:nvCxnSpPr>
        <p:spPr>
          <a:xfrm>
            <a:off x="3448544" y="226687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15B9782-6DE8-47CC-9290-E310D4E587C5}"/>
              </a:ext>
            </a:extLst>
          </p:cNvPr>
          <p:cNvCxnSpPr>
            <a:cxnSpLocks/>
          </p:cNvCxnSpPr>
          <p:nvPr/>
        </p:nvCxnSpPr>
        <p:spPr>
          <a:xfrm>
            <a:off x="3626344" y="227203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BB05830F-F5DA-4F48-9132-46F3C8923758}"/>
              </a:ext>
            </a:extLst>
          </p:cNvPr>
          <p:cNvCxnSpPr>
            <a:cxnSpLocks/>
          </p:cNvCxnSpPr>
          <p:nvPr/>
        </p:nvCxnSpPr>
        <p:spPr>
          <a:xfrm>
            <a:off x="3783824" y="227203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E723E51-71E1-4717-85F6-47D88024A1F5}"/>
              </a:ext>
            </a:extLst>
          </p:cNvPr>
          <p:cNvCxnSpPr>
            <a:cxnSpLocks/>
          </p:cNvCxnSpPr>
          <p:nvPr/>
        </p:nvCxnSpPr>
        <p:spPr>
          <a:xfrm>
            <a:off x="3941304" y="227203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97413EDC-1CDE-40CE-B870-C1164B413690}"/>
              </a:ext>
            </a:extLst>
          </p:cNvPr>
          <p:cNvCxnSpPr>
            <a:cxnSpLocks/>
          </p:cNvCxnSpPr>
          <p:nvPr/>
        </p:nvCxnSpPr>
        <p:spPr>
          <a:xfrm>
            <a:off x="4124184" y="227203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7175684-5B00-44CE-A05F-37F7574E57A9}"/>
              </a:ext>
            </a:extLst>
          </p:cNvPr>
          <p:cNvCxnSpPr>
            <a:cxnSpLocks/>
          </p:cNvCxnSpPr>
          <p:nvPr/>
        </p:nvCxnSpPr>
        <p:spPr>
          <a:xfrm>
            <a:off x="4296904" y="226687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E461493-89FC-4D76-B48C-C4BDD6E626A6}"/>
              </a:ext>
            </a:extLst>
          </p:cNvPr>
          <p:cNvCxnSpPr>
            <a:cxnSpLocks/>
          </p:cNvCxnSpPr>
          <p:nvPr/>
        </p:nvCxnSpPr>
        <p:spPr>
          <a:xfrm>
            <a:off x="4454384" y="226687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0315E7F8-9DF0-451B-B016-FEEB6BACADB8}"/>
              </a:ext>
            </a:extLst>
          </p:cNvPr>
          <p:cNvCxnSpPr>
            <a:cxnSpLocks/>
          </p:cNvCxnSpPr>
          <p:nvPr/>
        </p:nvCxnSpPr>
        <p:spPr>
          <a:xfrm>
            <a:off x="4611864" y="226687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8A76D8D-99BE-4E9D-A243-B0B83D201D9B}"/>
              </a:ext>
            </a:extLst>
          </p:cNvPr>
          <p:cNvCxnSpPr>
            <a:cxnSpLocks/>
          </p:cNvCxnSpPr>
          <p:nvPr/>
        </p:nvCxnSpPr>
        <p:spPr>
          <a:xfrm>
            <a:off x="4794744" y="2266875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576ED1F8-122A-4F2A-8BB4-DD7EBC06BBD9}"/>
              </a:ext>
            </a:extLst>
          </p:cNvPr>
          <p:cNvCxnSpPr>
            <a:cxnSpLocks/>
          </p:cNvCxnSpPr>
          <p:nvPr/>
        </p:nvCxnSpPr>
        <p:spPr>
          <a:xfrm>
            <a:off x="4972544" y="227203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E0BCD44-5E44-4AEE-895F-6A2987CD3F4D}"/>
              </a:ext>
            </a:extLst>
          </p:cNvPr>
          <p:cNvCxnSpPr>
            <a:cxnSpLocks/>
          </p:cNvCxnSpPr>
          <p:nvPr/>
        </p:nvCxnSpPr>
        <p:spPr>
          <a:xfrm>
            <a:off x="5130024" y="227203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239EA49-25D9-4929-995F-38327CF26D2D}"/>
              </a:ext>
            </a:extLst>
          </p:cNvPr>
          <p:cNvCxnSpPr>
            <a:cxnSpLocks/>
          </p:cNvCxnSpPr>
          <p:nvPr/>
        </p:nvCxnSpPr>
        <p:spPr>
          <a:xfrm>
            <a:off x="5287504" y="227203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BC723D04-1117-41D1-BEDB-0F539E34E1CB}"/>
              </a:ext>
            </a:extLst>
          </p:cNvPr>
          <p:cNvCxnSpPr>
            <a:cxnSpLocks/>
          </p:cNvCxnSpPr>
          <p:nvPr/>
        </p:nvCxnSpPr>
        <p:spPr>
          <a:xfrm>
            <a:off x="5470384" y="227203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676CB6ED-87FF-4129-8F54-749806C57B6A}"/>
              </a:ext>
            </a:extLst>
          </p:cNvPr>
          <p:cNvCxnSpPr>
            <a:cxnSpLocks/>
          </p:cNvCxnSpPr>
          <p:nvPr/>
        </p:nvCxnSpPr>
        <p:spPr>
          <a:xfrm>
            <a:off x="243562" y="311531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AA6A5AD-4F7D-48DD-9C03-51E13B7315EB}"/>
              </a:ext>
            </a:extLst>
          </p:cNvPr>
          <p:cNvCxnSpPr>
            <a:cxnSpLocks/>
          </p:cNvCxnSpPr>
          <p:nvPr/>
        </p:nvCxnSpPr>
        <p:spPr>
          <a:xfrm>
            <a:off x="401042" y="311531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4545DE6-12E3-42FB-919D-E441494E0B72}"/>
              </a:ext>
            </a:extLst>
          </p:cNvPr>
          <p:cNvCxnSpPr>
            <a:cxnSpLocks/>
          </p:cNvCxnSpPr>
          <p:nvPr/>
        </p:nvCxnSpPr>
        <p:spPr>
          <a:xfrm>
            <a:off x="558522" y="311531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10DD8A8C-CDC3-4EE2-A306-5C2BDD21E36B}"/>
              </a:ext>
            </a:extLst>
          </p:cNvPr>
          <p:cNvCxnSpPr>
            <a:cxnSpLocks/>
          </p:cNvCxnSpPr>
          <p:nvPr/>
        </p:nvCxnSpPr>
        <p:spPr>
          <a:xfrm>
            <a:off x="741402" y="311531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443562FA-F1FD-495C-8816-806D8CC038A5}"/>
              </a:ext>
            </a:extLst>
          </p:cNvPr>
          <p:cNvCxnSpPr>
            <a:cxnSpLocks/>
          </p:cNvCxnSpPr>
          <p:nvPr/>
        </p:nvCxnSpPr>
        <p:spPr>
          <a:xfrm>
            <a:off x="919202" y="312046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C6AC8E81-9E2D-4E58-B3AE-98AAF3875286}"/>
              </a:ext>
            </a:extLst>
          </p:cNvPr>
          <p:cNvCxnSpPr>
            <a:cxnSpLocks/>
          </p:cNvCxnSpPr>
          <p:nvPr/>
        </p:nvCxnSpPr>
        <p:spPr>
          <a:xfrm>
            <a:off x="1076682" y="312046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247EF99-188B-4013-870C-4E7E7FBE6F44}"/>
              </a:ext>
            </a:extLst>
          </p:cNvPr>
          <p:cNvCxnSpPr>
            <a:cxnSpLocks/>
          </p:cNvCxnSpPr>
          <p:nvPr/>
        </p:nvCxnSpPr>
        <p:spPr>
          <a:xfrm>
            <a:off x="1234162" y="312046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4BAD9A6D-C767-49E7-BC3B-5EF992B8CE38}"/>
              </a:ext>
            </a:extLst>
          </p:cNvPr>
          <p:cNvCxnSpPr>
            <a:cxnSpLocks/>
          </p:cNvCxnSpPr>
          <p:nvPr/>
        </p:nvCxnSpPr>
        <p:spPr>
          <a:xfrm>
            <a:off x="1417042" y="312046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3C661DB-C104-4DC4-9D22-4484069AC248}"/>
              </a:ext>
            </a:extLst>
          </p:cNvPr>
          <p:cNvCxnSpPr>
            <a:cxnSpLocks/>
          </p:cNvCxnSpPr>
          <p:nvPr/>
        </p:nvCxnSpPr>
        <p:spPr>
          <a:xfrm>
            <a:off x="1580603" y="311531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437B12FA-06D2-4440-89C9-24EC798E36AD}"/>
              </a:ext>
            </a:extLst>
          </p:cNvPr>
          <p:cNvCxnSpPr>
            <a:cxnSpLocks/>
          </p:cNvCxnSpPr>
          <p:nvPr/>
        </p:nvCxnSpPr>
        <p:spPr>
          <a:xfrm>
            <a:off x="1738083" y="311531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BF33F1A-B76D-4476-9F1E-88D4B096C924}"/>
              </a:ext>
            </a:extLst>
          </p:cNvPr>
          <p:cNvCxnSpPr>
            <a:cxnSpLocks/>
          </p:cNvCxnSpPr>
          <p:nvPr/>
        </p:nvCxnSpPr>
        <p:spPr>
          <a:xfrm>
            <a:off x="1895563" y="311531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3A075C2-4BBC-4B98-888A-743A3EBD1723}"/>
              </a:ext>
            </a:extLst>
          </p:cNvPr>
          <p:cNvCxnSpPr>
            <a:cxnSpLocks/>
          </p:cNvCxnSpPr>
          <p:nvPr/>
        </p:nvCxnSpPr>
        <p:spPr>
          <a:xfrm>
            <a:off x="2078443" y="311531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56186BC-152E-48A5-8528-722CC3A866BB}"/>
              </a:ext>
            </a:extLst>
          </p:cNvPr>
          <p:cNvCxnSpPr>
            <a:cxnSpLocks/>
          </p:cNvCxnSpPr>
          <p:nvPr/>
        </p:nvCxnSpPr>
        <p:spPr>
          <a:xfrm>
            <a:off x="2256243" y="312046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7AAE7D7D-DE25-47DB-B687-B3E78B54616B}"/>
              </a:ext>
            </a:extLst>
          </p:cNvPr>
          <p:cNvCxnSpPr>
            <a:cxnSpLocks/>
          </p:cNvCxnSpPr>
          <p:nvPr/>
        </p:nvCxnSpPr>
        <p:spPr>
          <a:xfrm>
            <a:off x="2413723" y="312046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615B18B7-A66D-418D-8D31-E074DC80B5F5}"/>
              </a:ext>
            </a:extLst>
          </p:cNvPr>
          <p:cNvCxnSpPr>
            <a:cxnSpLocks/>
          </p:cNvCxnSpPr>
          <p:nvPr/>
        </p:nvCxnSpPr>
        <p:spPr>
          <a:xfrm>
            <a:off x="2571203" y="312046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E12E5F6B-FAC4-444D-A704-BD65A271D820}"/>
              </a:ext>
            </a:extLst>
          </p:cNvPr>
          <p:cNvCxnSpPr>
            <a:cxnSpLocks/>
          </p:cNvCxnSpPr>
          <p:nvPr/>
        </p:nvCxnSpPr>
        <p:spPr>
          <a:xfrm>
            <a:off x="2754083" y="312046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E5B4EF9F-4240-4D6E-9DDA-B3E3EDCD9DAC}"/>
              </a:ext>
            </a:extLst>
          </p:cNvPr>
          <p:cNvCxnSpPr>
            <a:cxnSpLocks/>
          </p:cNvCxnSpPr>
          <p:nvPr/>
        </p:nvCxnSpPr>
        <p:spPr>
          <a:xfrm>
            <a:off x="2941040" y="311531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654167F8-02FE-4592-869E-C2CC611EE024}"/>
              </a:ext>
            </a:extLst>
          </p:cNvPr>
          <p:cNvCxnSpPr>
            <a:cxnSpLocks/>
          </p:cNvCxnSpPr>
          <p:nvPr/>
        </p:nvCxnSpPr>
        <p:spPr>
          <a:xfrm>
            <a:off x="3098520" y="311531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DC9DF124-6C92-474D-BEF7-6F52B6C28CC9}"/>
              </a:ext>
            </a:extLst>
          </p:cNvPr>
          <p:cNvCxnSpPr>
            <a:cxnSpLocks/>
          </p:cNvCxnSpPr>
          <p:nvPr/>
        </p:nvCxnSpPr>
        <p:spPr>
          <a:xfrm>
            <a:off x="3256000" y="311531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74DA76D8-DFB7-4A7B-90A6-4F66075AAB62}"/>
              </a:ext>
            </a:extLst>
          </p:cNvPr>
          <p:cNvCxnSpPr>
            <a:cxnSpLocks/>
          </p:cNvCxnSpPr>
          <p:nvPr/>
        </p:nvCxnSpPr>
        <p:spPr>
          <a:xfrm>
            <a:off x="3438880" y="311531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D2B1C67-EAC7-47F7-9E62-4326AC3E4EA2}"/>
              </a:ext>
            </a:extLst>
          </p:cNvPr>
          <p:cNvCxnSpPr>
            <a:cxnSpLocks/>
          </p:cNvCxnSpPr>
          <p:nvPr/>
        </p:nvCxnSpPr>
        <p:spPr>
          <a:xfrm>
            <a:off x="3616680" y="312046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F66DB2E3-0CB3-4BC4-B8F0-575EAA462C25}"/>
              </a:ext>
            </a:extLst>
          </p:cNvPr>
          <p:cNvCxnSpPr>
            <a:cxnSpLocks/>
          </p:cNvCxnSpPr>
          <p:nvPr/>
        </p:nvCxnSpPr>
        <p:spPr>
          <a:xfrm>
            <a:off x="3774160" y="312046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AB5DBFC3-E12C-4540-A916-F4F06A8B5B3E}"/>
              </a:ext>
            </a:extLst>
          </p:cNvPr>
          <p:cNvCxnSpPr>
            <a:cxnSpLocks/>
          </p:cNvCxnSpPr>
          <p:nvPr/>
        </p:nvCxnSpPr>
        <p:spPr>
          <a:xfrm>
            <a:off x="3931640" y="312046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A65FCC72-1554-4976-9E85-7356C72939B9}"/>
              </a:ext>
            </a:extLst>
          </p:cNvPr>
          <p:cNvCxnSpPr>
            <a:cxnSpLocks/>
          </p:cNvCxnSpPr>
          <p:nvPr/>
        </p:nvCxnSpPr>
        <p:spPr>
          <a:xfrm>
            <a:off x="4114520" y="312046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9C677B74-2FCB-4E1F-8B9F-4772206D42D6}"/>
              </a:ext>
            </a:extLst>
          </p:cNvPr>
          <p:cNvCxnSpPr>
            <a:cxnSpLocks/>
          </p:cNvCxnSpPr>
          <p:nvPr/>
        </p:nvCxnSpPr>
        <p:spPr>
          <a:xfrm>
            <a:off x="4287240" y="311531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68E73396-5832-4C28-B1C0-BB41D2E0F943}"/>
              </a:ext>
            </a:extLst>
          </p:cNvPr>
          <p:cNvCxnSpPr>
            <a:cxnSpLocks/>
          </p:cNvCxnSpPr>
          <p:nvPr/>
        </p:nvCxnSpPr>
        <p:spPr>
          <a:xfrm>
            <a:off x="4444720" y="311531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157676A5-B27E-4DAE-BD17-EFD09555DE86}"/>
              </a:ext>
            </a:extLst>
          </p:cNvPr>
          <p:cNvCxnSpPr>
            <a:cxnSpLocks/>
          </p:cNvCxnSpPr>
          <p:nvPr/>
        </p:nvCxnSpPr>
        <p:spPr>
          <a:xfrm>
            <a:off x="4602200" y="311531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27C62AE6-A599-4426-AE81-C6E8B29140AA}"/>
              </a:ext>
            </a:extLst>
          </p:cNvPr>
          <p:cNvCxnSpPr>
            <a:cxnSpLocks/>
          </p:cNvCxnSpPr>
          <p:nvPr/>
        </p:nvCxnSpPr>
        <p:spPr>
          <a:xfrm>
            <a:off x="4785080" y="311531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D954510D-5661-4ABD-BE46-ADDBF29390E4}"/>
              </a:ext>
            </a:extLst>
          </p:cNvPr>
          <p:cNvCxnSpPr>
            <a:cxnSpLocks/>
          </p:cNvCxnSpPr>
          <p:nvPr/>
        </p:nvCxnSpPr>
        <p:spPr>
          <a:xfrm>
            <a:off x="4962880" y="312046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82883F8D-7CA6-45FA-B3A0-45078EE0DD86}"/>
              </a:ext>
            </a:extLst>
          </p:cNvPr>
          <p:cNvCxnSpPr>
            <a:cxnSpLocks/>
          </p:cNvCxnSpPr>
          <p:nvPr/>
        </p:nvCxnSpPr>
        <p:spPr>
          <a:xfrm>
            <a:off x="5120360" y="312046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FE35700F-DC8C-45ED-9DFD-6F1CAD5CC3F9}"/>
              </a:ext>
            </a:extLst>
          </p:cNvPr>
          <p:cNvCxnSpPr>
            <a:cxnSpLocks/>
          </p:cNvCxnSpPr>
          <p:nvPr/>
        </p:nvCxnSpPr>
        <p:spPr>
          <a:xfrm>
            <a:off x="5277840" y="312046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45687E1B-1E16-4C95-B55A-ACF575818C23}"/>
              </a:ext>
            </a:extLst>
          </p:cNvPr>
          <p:cNvCxnSpPr>
            <a:cxnSpLocks/>
          </p:cNvCxnSpPr>
          <p:nvPr/>
        </p:nvCxnSpPr>
        <p:spPr>
          <a:xfrm>
            <a:off x="5460720" y="312046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C3823366-CDC5-4F01-8C8C-EC563513A471}"/>
              </a:ext>
            </a:extLst>
          </p:cNvPr>
          <p:cNvCxnSpPr>
            <a:cxnSpLocks/>
          </p:cNvCxnSpPr>
          <p:nvPr/>
        </p:nvCxnSpPr>
        <p:spPr>
          <a:xfrm>
            <a:off x="245328" y="396374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3BAA10E7-03FD-44BC-9999-6049DFFB00FD}"/>
              </a:ext>
            </a:extLst>
          </p:cNvPr>
          <p:cNvCxnSpPr>
            <a:cxnSpLocks/>
          </p:cNvCxnSpPr>
          <p:nvPr/>
        </p:nvCxnSpPr>
        <p:spPr>
          <a:xfrm>
            <a:off x="402808" y="396374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2A00B1C4-C05C-4D09-8A2D-3E2863A7C5D3}"/>
              </a:ext>
            </a:extLst>
          </p:cNvPr>
          <p:cNvCxnSpPr>
            <a:cxnSpLocks/>
          </p:cNvCxnSpPr>
          <p:nvPr/>
        </p:nvCxnSpPr>
        <p:spPr>
          <a:xfrm>
            <a:off x="560288" y="396374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C0409C41-09D7-4B43-8486-E45A04796A5F}"/>
              </a:ext>
            </a:extLst>
          </p:cNvPr>
          <p:cNvCxnSpPr>
            <a:cxnSpLocks/>
          </p:cNvCxnSpPr>
          <p:nvPr/>
        </p:nvCxnSpPr>
        <p:spPr>
          <a:xfrm>
            <a:off x="743168" y="396374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DD934398-B3CB-482D-8EF4-1D307BEE9ADE}"/>
              </a:ext>
            </a:extLst>
          </p:cNvPr>
          <p:cNvCxnSpPr>
            <a:cxnSpLocks/>
          </p:cNvCxnSpPr>
          <p:nvPr/>
        </p:nvCxnSpPr>
        <p:spPr>
          <a:xfrm>
            <a:off x="920968" y="396890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0C982FC-C330-40BB-B0D9-B4E2DF5C1798}"/>
              </a:ext>
            </a:extLst>
          </p:cNvPr>
          <p:cNvCxnSpPr>
            <a:cxnSpLocks/>
          </p:cNvCxnSpPr>
          <p:nvPr/>
        </p:nvCxnSpPr>
        <p:spPr>
          <a:xfrm>
            <a:off x="1078448" y="396890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96264D69-C456-496A-8999-5F9F03A0A3B8}"/>
              </a:ext>
            </a:extLst>
          </p:cNvPr>
          <p:cNvCxnSpPr>
            <a:cxnSpLocks/>
          </p:cNvCxnSpPr>
          <p:nvPr/>
        </p:nvCxnSpPr>
        <p:spPr>
          <a:xfrm>
            <a:off x="1235928" y="396890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9B8EA3DB-D0DB-41C9-81B9-649211E03217}"/>
              </a:ext>
            </a:extLst>
          </p:cNvPr>
          <p:cNvCxnSpPr>
            <a:cxnSpLocks/>
          </p:cNvCxnSpPr>
          <p:nvPr/>
        </p:nvCxnSpPr>
        <p:spPr>
          <a:xfrm>
            <a:off x="1418808" y="396890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37C95A08-5A92-436D-B1EF-926BFB43A0A2}"/>
              </a:ext>
            </a:extLst>
          </p:cNvPr>
          <p:cNvCxnSpPr>
            <a:cxnSpLocks/>
          </p:cNvCxnSpPr>
          <p:nvPr/>
        </p:nvCxnSpPr>
        <p:spPr>
          <a:xfrm>
            <a:off x="1582369" y="396374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DE291575-C8E0-4976-A5BA-9E242EAEEB4E}"/>
              </a:ext>
            </a:extLst>
          </p:cNvPr>
          <p:cNvCxnSpPr>
            <a:cxnSpLocks/>
          </p:cNvCxnSpPr>
          <p:nvPr/>
        </p:nvCxnSpPr>
        <p:spPr>
          <a:xfrm>
            <a:off x="1739849" y="396374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E0A2F07-276D-4B0F-B2B4-1A5682E1572F}"/>
              </a:ext>
            </a:extLst>
          </p:cNvPr>
          <p:cNvCxnSpPr>
            <a:cxnSpLocks/>
          </p:cNvCxnSpPr>
          <p:nvPr/>
        </p:nvCxnSpPr>
        <p:spPr>
          <a:xfrm>
            <a:off x="1897329" y="396374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05E9654B-651A-4F8E-A5EC-3ED648A2A1A1}"/>
              </a:ext>
            </a:extLst>
          </p:cNvPr>
          <p:cNvCxnSpPr>
            <a:cxnSpLocks/>
          </p:cNvCxnSpPr>
          <p:nvPr/>
        </p:nvCxnSpPr>
        <p:spPr>
          <a:xfrm>
            <a:off x="2080209" y="396374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3A2920D1-F8E1-43C7-BF08-BDBBC20B519C}"/>
              </a:ext>
            </a:extLst>
          </p:cNvPr>
          <p:cNvCxnSpPr>
            <a:cxnSpLocks/>
          </p:cNvCxnSpPr>
          <p:nvPr/>
        </p:nvCxnSpPr>
        <p:spPr>
          <a:xfrm>
            <a:off x="2258009" y="396890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9E258EF5-E09D-4BEF-A9E4-8E9F8FE2163E}"/>
              </a:ext>
            </a:extLst>
          </p:cNvPr>
          <p:cNvCxnSpPr>
            <a:cxnSpLocks/>
          </p:cNvCxnSpPr>
          <p:nvPr/>
        </p:nvCxnSpPr>
        <p:spPr>
          <a:xfrm>
            <a:off x="2415489" y="396890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34D931E-8078-4B1B-9BE8-2660AED5654F}"/>
              </a:ext>
            </a:extLst>
          </p:cNvPr>
          <p:cNvCxnSpPr>
            <a:cxnSpLocks/>
          </p:cNvCxnSpPr>
          <p:nvPr/>
        </p:nvCxnSpPr>
        <p:spPr>
          <a:xfrm>
            <a:off x="2572969" y="396890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72471E7D-8DEF-44C9-B517-0D2EF57EEC3A}"/>
              </a:ext>
            </a:extLst>
          </p:cNvPr>
          <p:cNvCxnSpPr>
            <a:cxnSpLocks/>
          </p:cNvCxnSpPr>
          <p:nvPr/>
        </p:nvCxnSpPr>
        <p:spPr>
          <a:xfrm>
            <a:off x="2755849" y="396890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6FE9A13D-C3C1-4B10-8C1E-135A2B1EE3F3}"/>
              </a:ext>
            </a:extLst>
          </p:cNvPr>
          <p:cNvCxnSpPr>
            <a:cxnSpLocks/>
          </p:cNvCxnSpPr>
          <p:nvPr/>
        </p:nvCxnSpPr>
        <p:spPr>
          <a:xfrm>
            <a:off x="2942806" y="396374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36B231D-CC91-4140-B5B8-34E8B7FF93AD}"/>
              </a:ext>
            </a:extLst>
          </p:cNvPr>
          <p:cNvCxnSpPr>
            <a:cxnSpLocks/>
          </p:cNvCxnSpPr>
          <p:nvPr/>
        </p:nvCxnSpPr>
        <p:spPr>
          <a:xfrm>
            <a:off x="3100286" y="396374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503933D6-93E2-42CD-AE82-67C9B76BDF82}"/>
              </a:ext>
            </a:extLst>
          </p:cNvPr>
          <p:cNvCxnSpPr>
            <a:cxnSpLocks/>
          </p:cNvCxnSpPr>
          <p:nvPr/>
        </p:nvCxnSpPr>
        <p:spPr>
          <a:xfrm>
            <a:off x="3257766" y="396374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52B9518C-F4C6-4623-A007-4F4D13C322F1}"/>
              </a:ext>
            </a:extLst>
          </p:cNvPr>
          <p:cNvCxnSpPr>
            <a:cxnSpLocks/>
          </p:cNvCxnSpPr>
          <p:nvPr/>
        </p:nvCxnSpPr>
        <p:spPr>
          <a:xfrm>
            <a:off x="3440646" y="396374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E24F01DD-CBAB-4B03-9AE9-83294D96F68E}"/>
              </a:ext>
            </a:extLst>
          </p:cNvPr>
          <p:cNvCxnSpPr>
            <a:cxnSpLocks/>
          </p:cNvCxnSpPr>
          <p:nvPr/>
        </p:nvCxnSpPr>
        <p:spPr>
          <a:xfrm>
            <a:off x="3618446" y="396890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0AC3F05B-06A0-4ABE-AE0C-590E506816F3}"/>
              </a:ext>
            </a:extLst>
          </p:cNvPr>
          <p:cNvCxnSpPr>
            <a:cxnSpLocks/>
          </p:cNvCxnSpPr>
          <p:nvPr/>
        </p:nvCxnSpPr>
        <p:spPr>
          <a:xfrm>
            <a:off x="3775926" y="396890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E5174510-950A-4EAC-9A88-C0153F7CD6BA}"/>
              </a:ext>
            </a:extLst>
          </p:cNvPr>
          <p:cNvCxnSpPr>
            <a:cxnSpLocks/>
          </p:cNvCxnSpPr>
          <p:nvPr/>
        </p:nvCxnSpPr>
        <p:spPr>
          <a:xfrm>
            <a:off x="3933406" y="396890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EB8544FD-ACAB-476F-8EE2-A34F3BBFE70F}"/>
              </a:ext>
            </a:extLst>
          </p:cNvPr>
          <p:cNvCxnSpPr>
            <a:cxnSpLocks/>
          </p:cNvCxnSpPr>
          <p:nvPr/>
        </p:nvCxnSpPr>
        <p:spPr>
          <a:xfrm>
            <a:off x="4116286" y="396890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3F2709F8-04B1-4D30-8431-6F5209FC74D7}"/>
              </a:ext>
            </a:extLst>
          </p:cNvPr>
          <p:cNvCxnSpPr>
            <a:cxnSpLocks/>
          </p:cNvCxnSpPr>
          <p:nvPr/>
        </p:nvCxnSpPr>
        <p:spPr>
          <a:xfrm>
            <a:off x="4289006" y="396374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C06A4B8B-4993-4224-88A0-57A0C4760B24}"/>
              </a:ext>
            </a:extLst>
          </p:cNvPr>
          <p:cNvCxnSpPr>
            <a:cxnSpLocks/>
          </p:cNvCxnSpPr>
          <p:nvPr/>
        </p:nvCxnSpPr>
        <p:spPr>
          <a:xfrm>
            <a:off x="4446486" y="396374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75B9B52F-1137-4C94-A679-ED83E47098EA}"/>
              </a:ext>
            </a:extLst>
          </p:cNvPr>
          <p:cNvCxnSpPr>
            <a:cxnSpLocks/>
          </p:cNvCxnSpPr>
          <p:nvPr/>
        </p:nvCxnSpPr>
        <p:spPr>
          <a:xfrm>
            <a:off x="4603966" y="396374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4DDA7618-A293-415A-A038-41DFCA0F735A}"/>
              </a:ext>
            </a:extLst>
          </p:cNvPr>
          <p:cNvCxnSpPr>
            <a:cxnSpLocks/>
          </p:cNvCxnSpPr>
          <p:nvPr/>
        </p:nvCxnSpPr>
        <p:spPr>
          <a:xfrm>
            <a:off x="4786846" y="396374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9D5FB68E-D2D9-4797-9CE6-E63604A24FCF}"/>
              </a:ext>
            </a:extLst>
          </p:cNvPr>
          <p:cNvCxnSpPr>
            <a:cxnSpLocks/>
          </p:cNvCxnSpPr>
          <p:nvPr/>
        </p:nvCxnSpPr>
        <p:spPr>
          <a:xfrm>
            <a:off x="4964646" y="396890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53577DF6-8B57-4742-87DD-5BBC1EB8617D}"/>
              </a:ext>
            </a:extLst>
          </p:cNvPr>
          <p:cNvCxnSpPr>
            <a:cxnSpLocks/>
          </p:cNvCxnSpPr>
          <p:nvPr/>
        </p:nvCxnSpPr>
        <p:spPr>
          <a:xfrm>
            <a:off x="5122126" y="396890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C4531AA3-A3F1-4435-999C-BC25BDF25C3E}"/>
              </a:ext>
            </a:extLst>
          </p:cNvPr>
          <p:cNvCxnSpPr>
            <a:cxnSpLocks/>
          </p:cNvCxnSpPr>
          <p:nvPr/>
        </p:nvCxnSpPr>
        <p:spPr>
          <a:xfrm>
            <a:off x="5279606" y="396890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2F440D51-777C-45C0-8A25-8377216D0F3E}"/>
              </a:ext>
            </a:extLst>
          </p:cNvPr>
          <p:cNvCxnSpPr>
            <a:cxnSpLocks/>
          </p:cNvCxnSpPr>
          <p:nvPr/>
        </p:nvCxnSpPr>
        <p:spPr>
          <a:xfrm>
            <a:off x="5462486" y="396890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AF907BCA-84B6-4925-AF1D-6FC3DEB18ECE}"/>
              </a:ext>
            </a:extLst>
          </p:cNvPr>
          <p:cNvCxnSpPr>
            <a:cxnSpLocks/>
          </p:cNvCxnSpPr>
          <p:nvPr/>
        </p:nvCxnSpPr>
        <p:spPr>
          <a:xfrm>
            <a:off x="239254" y="481218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C9AA0720-34C0-434C-BFC2-417C7EF18085}"/>
              </a:ext>
            </a:extLst>
          </p:cNvPr>
          <p:cNvCxnSpPr>
            <a:cxnSpLocks/>
          </p:cNvCxnSpPr>
          <p:nvPr/>
        </p:nvCxnSpPr>
        <p:spPr>
          <a:xfrm>
            <a:off x="396734" y="481218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D015BB1B-AF4D-425F-9D0D-CC14B1ABC670}"/>
              </a:ext>
            </a:extLst>
          </p:cNvPr>
          <p:cNvCxnSpPr>
            <a:cxnSpLocks/>
          </p:cNvCxnSpPr>
          <p:nvPr/>
        </p:nvCxnSpPr>
        <p:spPr>
          <a:xfrm>
            <a:off x="554214" y="481218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55BB26A1-64B6-44FC-B633-D20161889D62}"/>
              </a:ext>
            </a:extLst>
          </p:cNvPr>
          <p:cNvCxnSpPr>
            <a:cxnSpLocks/>
          </p:cNvCxnSpPr>
          <p:nvPr/>
        </p:nvCxnSpPr>
        <p:spPr>
          <a:xfrm>
            <a:off x="737094" y="481218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16B198BE-F438-45D0-B694-A2FF10978B36}"/>
              </a:ext>
            </a:extLst>
          </p:cNvPr>
          <p:cNvCxnSpPr>
            <a:cxnSpLocks/>
          </p:cNvCxnSpPr>
          <p:nvPr/>
        </p:nvCxnSpPr>
        <p:spPr>
          <a:xfrm>
            <a:off x="914894" y="481733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3DC54052-D734-4ADB-940B-5749C045DC55}"/>
              </a:ext>
            </a:extLst>
          </p:cNvPr>
          <p:cNvCxnSpPr>
            <a:cxnSpLocks/>
          </p:cNvCxnSpPr>
          <p:nvPr/>
        </p:nvCxnSpPr>
        <p:spPr>
          <a:xfrm>
            <a:off x="1072374" y="481733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B97EBC87-ED7C-4F54-ADE1-6C9E8EF9D724}"/>
              </a:ext>
            </a:extLst>
          </p:cNvPr>
          <p:cNvCxnSpPr>
            <a:cxnSpLocks/>
          </p:cNvCxnSpPr>
          <p:nvPr/>
        </p:nvCxnSpPr>
        <p:spPr>
          <a:xfrm>
            <a:off x="1229854" y="481733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69D63220-E728-46B2-AB77-E216E8765743}"/>
              </a:ext>
            </a:extLst>
          </p:cNvPr>
          <p:cNvCxnSpPr>
            <a:cxnSpLocks/>
          </p:cNvCxnSpPr>
          <p:nvPr/>
        </p:nvCxnSpPr>
        <p:spPr>
          <a:xfrm>
            <a:off x="1412734" y="481733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5428E46D-C695-4D7E-9546-31C4296E195F}"/>
              </a:ext>
            </a:extLst>
          </p:cNvPr>
          <p:cNvCxnSpPr>
            <a:cxnSpLocks/>
          </p:cNvCxnSpPr>
          <p:nvPr/>
        </p:nvCxnSpPr>
        <p:spPr>
          <a:xfrm>
            <a:off x="1576295" y="481218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CF202942-EBFB-47EC-8517-5B3CDDC07C38}"/>
              </a:ext>
            </a:extLst>
          </p:cNvPr>
          <p:cNvCxnSpPr>
            <a:cxnSpLocks/>
          </p:cNvCxnSpPr>
          <p:nvPr/>
        </p:nvCxnSpPr>
        <p:spPr>
          <a:xfrm>
            <a:off x="1733775" y="481218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D25DDA97-5686-4CA2-8386-D5EF26B97FC8}"/>
              </a:ext>
            </a:extLst>
          </p:cNvPr>
          <p:cNvCxnSpPr>
            <a:cxnSpLocks/>
          </p:cNvCxnSpPr>
          <p:nvPr/>
        </p:nvCxnSpPr>
        <p:spPr>
          <a:xfrm>
            <a:off x="1891255" y="481218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8C910EC8-5E7E-4AA5-8385-75356717806A}"/>
              </a:ext>
            </a:extLst>
          </p:cNvPr>
          <p:cNvCxnSpPr>
            <a:cxnSpLocks/>
          </p:cNvCxnSpPr>
          <p:nvPr/>
        </p:nvCxnSpPr>
        <p:spPr>
          <a:xfrm>
            <a:off x="2074135" y="481218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36BBE2A-00CD-4E3F-ACB5-7DC7B2A77E06}"/>
              </a:ext>
            </a:extLst>
          </p:cNvPr>
          <p:cNvCxnSpPr>
            <a:cxnSpLocks/>
          </p:cNvCxnSpPr>
          <p:nvPr/>
        </p:nvCxnSpPr>
        <p:spPr>
          <a:xfrm>
            <a:off x="2251935" y="481733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7E613832-49CB-47F2-89BB-6C1BB96058B4}"/>
              </a:ext>
            </a:extLst>
          </p:cNvPr>
          <p:cNvCxnSpPr>
            <a:cxnSpLocks/>
          </p:cNvCxnSpPr>
          <p:nvPr/>
        </p:nvCxnSpPr>
        <p:spPr>
          <a:xfrm>
            <a:off x="2409415" y="481733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458F464E-FE2B-4646-B591-5F5F7A7484B9}"/>
              </a:ext>
            </a:extLst>
          </p:cNvPr>
          <p:cNvCxnSpPr>
            <a:cxnSpLocks/>
          </p:cNvCxnSpPr>
          <p:nvPr/>
        </p:nvCxnSpPr>
        <p:spPr>
          <a:xfrm>
            <a:off x="2566895" y="481733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9ECC7E12-197B-45BB-8B28-534C728EC969}"/>
              </a:ext>
            </a:extLst>
          </p:cNvPr>
          <p:cNvCxnSpPr>
            <a:cxnSpLocks/>
          </p:cNvCxnSpPr>
          <p:nvPr/>
        </p:nvCxnSpPr>
        <p:spPr>
          <a:xfrm>
            <a:off x="2749775" y="481733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17AC7938-D6CF-4231-843A-E57C1B65FA86}"/>
              </a:ext>
            </a:extLst>
          </p:cNvPr>
          <p:cNvCxnSpPr>
            <a:cxnSpLocks/>
          </p:cNvCxnSpPr>
          <p:nvPr/>
        </p:nvCxnSpPr>
        <p:spPr>
          <a:xfrm>
            <a:off x="2936732" y="481218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1223D009-3E85-4B0B-A8BD-68ACAD1B607F}"/>
              </a:ext>
            </a:extLst>
          </p:cNvPr>
          <p:cNvCxnSpPr>
            <a:cxnSpLocks/>
          </p:cNvCxnSpPr>
          <p:nvPr/>
        </p:nvCxnSpPr>
        <p:spPr>
          <a:xfrm>
            <a:off x="3094212" y="481218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6E78CC3-C6A0-427F-BA72-B048906BCF73}"/>
              </a:ext>
            </a:extLst>
          </p:cNvPr>
          <p:cNvCxnSpPr>
            <a:cxnSpLocks/>
          </p:cNvCxnSpPr>
          <p:nvPr/>
        </p:nvCxnSpPr>
        <p:spPr>
          <a:xfrm>
            <a:off x="3251692" y="481218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B38CFE54-F25C-459B-ACEF-CC33970BE8FE}"/>
              </a:ext>
            </a:extLst>
          </p:cNvPr>
          <p:cNvCxnSpPr>
            <a:cxnSpLocks/>
          </p:cNvCxnSpPr>
          <p:nvPr/>
        </p:nvCxnSpPr>
        <p:spPr>
          <a:xfrm>
            <a:off x="3434572" y="481218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D48DA662-69BE-4B60-8ED9-F6FA4D73163D}"/>
              </a:ext>
            </a:extLst>
          </p:cNvPr>
          <p:cNvCxnSpPr>
            <a:cxnSpLocks/>
          </p:cNvCxnSpPr>
          <p:nvPr/>
        </p:nvCxnSpPr>
        <p:spPr>
          <a:xfrm>
            <a:off x="3612372" y="481733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32278AF0-ABF5-41B2-93ED-D646BED7FEB5}"/>
              </a:ext>
            </a:extLst>
          </p:cNvPr>
          <p:cNvCxnSpPr>
            <a:cxnSpLocks/>
          </p:cNvCxnSpPr>
          <p:nvPr/>
        </p:nvCxnSpPr>
        <p:spPr>
          <a:xfrm>
            <a:off x="3769852" y="481733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4120FDAA-D452-4DDC-90A2-4294DF10CDD2}"/>
              </a:ext>
            </a:extLst>
          </p:cNvPr>
          <p:cNvCxnSpPr>
            <a:cxnSpLocks/>
          </p:cNvCxnSpPr>
          <p:nvPr/>
        </p:nvCxnSpPr>
        <p:spPr>
          <a:xfrm>
            <a:off x="3927332" y="481733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4274A2C0-A618-4008-BBC0-94C36376B923}"/>
              </a:ext>
            </a:extLst>
          </p:cNvPr>
          <p:cNvCxnSpPr>
            <a:cxnSpLocks/>
          </p:cNvCxnSpPr>
          <p:nvPr/>
        </p:nvCxnSpPr>
        <p:spPr>
          <a:xfrm>
            <a:off x="4110212" y="481733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B9241759-C26E-4ED8-82EC-3EC0F20B7DF7}"/>
              </a:ext>
            </a:extLst>
          </p:cNvPr>
          <p:cNvCxnSpPr>
            <a:cxnSpLocks/>
          </p:cNvCxnSpPr>
          <p:nvPr/>
        </p:nvCxnSpPr>
        <p:spPr>
          <a:xfrm>
            <a:off x="4282932" y="481218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5698D267-BB42-4080-BD12-73F229D041B0}"/>
              </a:ext>
            </a:extLst>
          </p:cNvPr>
          <p:cNvCxnSpPr>
            <a:cxnSpLocks/>
          </p:cNvCxnSpPr>
          <p:nvPr/>
        </p:nvCxnSpPr>
        <p:spPr>
          <a:xfrm>
            <a:off x="4440412" y="481218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9B11E02D-4B4B-44CB-B582-BE4D54FBD749}"/>
              </a:ext>
            </a:extLst>
          </p:cNvPr>
          <p:cNvCxnSpPr>
            <a:cxnSpLocks/>
          </p:cNvCxnSpPr>
          <p:nvPr/>
        </p:nvCxnSpPr>
        <p:spPr>
          <a:xfrm>
            <a:off x="4597892" y="481218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D2AA2225-4624-4C4D-BC40-A212B65C86EF}"/>
              </a:ext>
            </a:extLst>
          </p:cNvPr>
          <p:cNvCxnSpPr>
            <a:cxnSpLocks/>
          </p:cNvCxnSpPr>
          <p:nvPr/>
        </p:nvCxnSpPr>
        <p:spPr>
          <a:xfrm>
            <a:off x="4780772" y="481218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F9BCDCCF-EF27-4765-8BAD-76E9B5A2DBF6}"/>
              </a:ext>
            </a:extLst>
          </p:cNvPr>
          <p:cNvCxnSpPr>
            <a:cxnSpLocks/>
          </p:cNvCxnSpPr>
          <p:nvPr/>
        </p:nvCxnSpPr>
        <p:spPr>
          <a:xfrm>
            <a:off x="4958572" y="481733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BB3D8F45-9314-4F61-ACF6-D4CAF24BC195}"/>
              </a:ext>
            </a:extLst>
          </p:cNvPr>
          <p:cNvCxnSpPr>
            <a:cxnSpLocks/>
          </p:cNvCxnSpPr>
          <p:nvPr/>
        </p:nvCxnSpPr>
        <p:spPr>
          <a:xfrm>
            <a:off x="5116052" y="481733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957CD150-00FA-4A97-808F-14FF30933A65}"/>
              </a:ext>
            </a:extLst>
          </p:cNvPr>
          <p:cNvCxnSpPr>
            <a:cxnSpLocks/>
          </p:cNvCxnSpPr>
          <p:nvPr/>
        </p:nvCxnSpPr>
        <p:spPr>
          <a:xfrm>
            <a:off x="5273532" y="481733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1C55CA1-B0FD-4D20-972C-4F3DF9679E20}"/>
              </a:ext>
            </a:extLst>
          </p:cNvPr>
          <p:cNvCxnSpPr>
            <a:cxnSpLocks/>
          </p:cNvCxnSpPr>
          <p:nvPr/>
        </p:nvCxnSpPr>
        <p:spPr>
          <a:xfrm>
            <a:off x="5456412" y="481733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2BE5C4E5-A35C-4BD4-B2A4-931499A993E9}"/>
              </a:ext>
            </a:extLst>
          </p:cNvPr>
          <p:cNvCxnSpPr>
            <a:cxnSpLocks/>
          </p:cNvCxnSpPr>
          <p:nvPr/>
        </p:nvCxnSpPr>
        <p:spPr>
          <a:xfrm>
            <a:off x="253226" y="2266875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BCE5A6B6-8DC8-4760-9269-F759F0EDEB42}"/>
              </a:ext>
            </a:extLst>
          </p:cNvPr>
          <p:cNvCxnSpPr>
            <a:cxnSpLocks/>
          </p:cNvCxnSpPr>
          <p:nvPr/>
        </p:nvCxnSpPr>
        <p:spPr>
          <a:xfrm>
            <a:off x="409463" y="2264297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7FA768ED-C25F-4E37-B1D2-779AE639C970}"/>
              </a:ext>
            </a:extLst>
          </p:cNvPr>
          <p:cNvCxnSpPr>
            <a:cxnSpLocks/>
          </p:cNvCxnSpPr>
          <p:nvPr/>
        </p:nvCxnSpPr>
        <p:spPr>
          <a:xfrm>
            <a:off x="568502" y="2271917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BAF432D9-B6A5-482A-817C-70989736BB7B}"/>
              </a:ext>
            </a:extLst>
          </p:cNvPr>
          <p:cNvCxnSpPr>
            <a:cxnSpLocks/>
          </p:cNvCxnSpPr>
          <p:nvPr/>
        </p:nvCxnSpPr>
        <p:spPr>
          <a:xfrm>
            <a:off x="751861" y="2276959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D1FEAA37-FABC-49E4-AE7D-07ED965046AE}"/>
              </a:ext>
            </a:extLst>
          </p:cNvPr>
          <p:cNvCxnSpPr>
            <a:cxnSpLocks/>
          </p:cNvCxnSpPr>
          <p:nvPr/>
        </p:nvCxnSpPr>
        <p:spPr>
          <a:xfrm>
            <a:off x="927592" y="2260373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355A0BF5-418A-46AA-A219-85D3BC37D5BC}"/>
              </a:ext>
            </a:extLst>
          </p:cNvPr>
          <p:cNvCxnSpPr>
            <a:cxnSpLocks/>
          </p:cNvCxnSpPr>
          <p:nvPr/>
        </p:nvCxnSpPr>
        <p:spPr>
          <a:xfrm>
            <a:off x="1083829" y="2257795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D80705FC-586F-4CEC-91E3-B9A890188941}"/>
              </a:ext>
            </a:extLst>
          </p:cNvPr>
          <p:cNvCxnSpPr>
            <a:cxnSpLocks/>
          </p:cNvCxnSpPr>
          <p:nvPr/>
        </p:nvCxnSpPr>
        <p:spPr>
          <a:xfrm>
            <a:off x="1242868" y="2265415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C054B2B6-28B8-4940-B767-B3797FB4E90A}"/>
              </a:ext>
            </a:extLst>
          </p:cNvPr>
          <p:cNvCxnSpPr>
            <a:cxnSpLocks/>
          </p:cNvCxnSpPr>
          <p:nvPr/>
        </p:nvCxnSpPr>
        <p:spPr>
          <a:xfrm>
            <a:off x="1426227" y="2270457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10D0F68E-A3D6-438A-A093-B4EF4D7FED2B}"/>
              </a:ext>
            </a:extLst>
          </p:cNvPr>
          <p:cNvCxnSpPr>
            <a:cxnSpLocks/>
          </p:cNvCxnSpPr>
          <p:nvPr/>
        </p:nvCxnSpPr>
        <p:spPr>
          <a:xfrm>
            <a:off x="2952511" y="2273491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1C151D14-6FB6-40FC-AF2F-E7E4D056DC3F}"/>
              </a:ext>
            </a:extLst>
          </p:cNvPr>
          <p:cNvCxnSpPr>
            <a:cxnSpLocks/>
          </p:cNvCxnSpPr>
          <p:nvPr/>
        </p:nvCxnSpPr>
        <p:spPr>
          <a:xfrm>
            <a:off x="3108748" y="2270913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85CC5909-E948-407E-B276-4FC22E1CC2DD}"/>
              </a:ext>
            </a:extLst>
          </p:cNvPr>
          <p:cNvCxnSpPr>
            <a:cxnSpLocks/>
          </p:cNvCxnSpPr>
          <p:nvPr/>
        </p:nvCxnSpPr>
        <p:spPr>
          <a:xfrm>
            <a:off x="3267787" y="2278533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04BC90A8-58EB-498F-BDC6-8E270D005728}"/>
              </a:ext>
            </a:extLst>
          </p:cNvPr>
          <p:cNvCxnSpPr>
            <a:cxnSpLocks/>
          </p:cNvCxnSpPr>
          <p:nvPr/>
        </p:nvCxnSpPr>
        <p:spPr>
          <a:xfrm>
            <a:off x="3451146" y="2283575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62D37740-A069-4ABB-82E2-4527DBE72F9F}"/>
              </a:ext>
            </a:extLst>
          </p:cNvPr>
          <p:cNvCxnSpPr>
            <a:cxnSpLocks/>
          </p:cNvCxnSpPr>
          <p:nvPr/>
        </p:nvCxnSpPr>
        <p:spPr>
          <a:xfrm>
            <a:off x="3626877" y="2266989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CC3BFBFF-9481-4327-94A8-5F25BA2E1B92}"/>
              </a:ext>
            </a:extLst>
          </p:cNvPr>
          <p:cNvCxnSpPr>
            <a:cxnSpLocks/>
          </p:cNvCxnSpPr>
          <p:nvPr/>
        </p:nvCxnSpPr>
        <p:spPr>
          <a:xfrm>
            <a:off x="3783114" y="2264411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0334450F-3884-4BFD-B1AB-0FA715CABA28}"/>
              </a:ext>
            </a:extLst>
          </p:cNvPr>
          <p:cNvCxnSpPr>
            <a:cxnSpLocks/>
          </p:cNvCxnSpPr>
          <p:nvPr/>
        </p:nvCxnSpPr>
        <p:spPr>
          <a:xfrm>
            <a:off x="3942153" y="2272031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FD9B636E-F0D0-4D41-8813-D25C15DD7949}"/>
              </a:ext>
            </a:extLst>
          </p:cNvPr>
          <p:cNvCxnSpPr>
            <a:cxnSpLocks/>
          </p:cNvCxnSpPr>
          <p:nvPr/>
        </p:nvCxnSpPr>
        <p:spPr>
          <a:xfrm>
            <a:off x="4125512" y="2277073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2F18CFC7-632A-4028-A848-57EB87EA7E30}"/>
              </a:ext>
            </a:extLst>
          </p:cNvPr>
          <p:cNvCxnSpPr>
            <a:cxnSpLocks/>
          </p:cNvCxnSpPr>
          <p:nvPr/>
        </p:nvCxnSpPr>
        <p:spPr>
          <a:xfrm flipH="1">
            <a:off x="249150" y="2277073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FE96EA43-1B6A-4F57-A7B3-C230E2D1504C}"/>
              </a:ext>
            </a:extLst>
          </p:cNvPr>
          <p:cNvCxnSpPr>
            <a:cxnSpLocks/>
          </p:cNvCxnSpPr>
          <p:nvPr/>
        </p:nvCxnSpPr>
        <p:spPr>
          <a:xfrm flipH="1">
            <a:off x="412450" y="2276959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1C41786B-70B1-41F4-8C76-8597734CECCD}"/>
              </a:ext>
            </a:extLst>
          </p:cNvPr>
          <p:cNvCxnSpPr>
            <a:cxnSpLocks/>
          </p:cNvCxnSpPr>
          <p:nvPr/>
        </p:nvCxnSpPr>
        <p:spPr>
          <a:xfrm flipH="1">
            <a:off x="572492" y="2273936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821C2FBA-E95C-42E0-8961-E89665CBA840}"/>
              </a:ext>
            </a:extLst>
          </p:cNvPr>
          <p:cNvCxnSpPr>
            <a:cxnSpLocks/>
          </p:cNvCxnSpPr>
          <p:nvPr/>
        </p:nvCxnSpPr>
        <p:spPr>
          <a:xfrm flipH="1">
            <a:off x="751573" y="2280324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985F1DB4-9845-4D71-AEC5-B56782B6AB2A}"/>
              </a:ext>
            </a:extLst>
          </p:cNvPr>
          <p:cNvCxnSpPr>
            <a:cxnSpLocks/>
          </p:cNvCxnSpPr>
          <p:nvPr/>
        </p:nvCxnSpPr>
        <p:spPr>
          <a:xfrm flipH="1">
            <a:off x="938531" y="2277062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40267C0E-1BC8-4824-A01B-1E5C0A4059E4}"/>
              </a:ext>
            </a:extLst>
          </p:cNvPr>
          <p:cNvCxnSpPr>
            <a:cxnSpLocks/>
          </p:cNvCxnSpPr>
          <p:nvPr/>
        </p:nvCxnSpPr>
        <p:spPr>
          <a:xfrm flipH="1">
            <a:off x="1101831" y="2276948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0AB862CA-FCE7-4307-B796-24BBECD27366}"/>
              </a:ext>
            </a:extLst>
          </p:cNvPr>
          <p:cNvCxnSpPr>
            <a:cxnSpLocks/>
          </p:cNvCxnSpPr>
          <p:nvPr/>
        </p:nvCxnSpPr>
        <p:spPr>
          <a:xfrm flipH="1">
            <a:off x="1261873" y="2273925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59ECAC89-F17E-4DCA-99E2-85CCB8BCF6CA}"/>
              </a:ext>
            </a:extLst>
          </p:cNvPr>
          <p:cNvCxnSpPr>
            <a:cxnSpLocks/>
          </p:cNvCxnSpPr>
          <p:nvPr/>
        </p:nvCxnSpPr>
        <p:spPr>
          <a:xfrm flipH="1">
            <a:off x="1440954" y="2280313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C6568DD6-9173-4F45-9677-AC67241D494D}"/>
              </a:ext>
            </a:extLst>
          </p:cNvPr>
          <p:cNvCxnSpPr>
            <a:cxnSpLocks/>
          </p:cNvCxnSpPr>
          <p:nvPr/>
        </p:nvCxnSpPr>
        <p:spPr>
          <a:xfrm flipH="1">
            <a:off x="2946677" y="2273925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212B0F41-1B55-4799-A3AD-9CF85DCC84EE}"/>
              </a:ext>
            </a:extLst>
          </p:cNvPr>
          <p:cNvCxnSpPr>
            <a:cxnSpLocks/>
          </p:cNvCxnSpPr>
          <p:nvPr/>
        </p:nvCxnSpPr>
        <p:spPr>
          <a:xfrm flipH="1">
            <a:off x="3109977" y="2273811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EDE0139-9B5A-4303-A375-D15D2D62747F}"/>
              </a:ext>
            </a:extLst>
          </p:cNvPr>
          <p:cNvCxnSpPr>
            <a:cxnSpLocks/>
          </p:cNvCxnSpPr>
          <p:nvPr/>
        </p:nvCxnSpPr>
        <p:spPr>
          <a:xfrm flipH="1">
            <a:off x="3270019" y="2270788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E427C27C-1A8F-4993-95EA-C080C5CFE3D9}"/>
              </a:ext>
            </a:extLst>
          </p:cNvPr>
          <p:cNvCxnSpPr>
            <a:cxnSpLocks/>
          </p:cNvCxnSpPr>
          <p:nvPr/>
        </p:nvCxnSpPr>
        <p:spPr>
          <a:xfrm flipH="1">
            <a:off x="3449100" y="2277176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8B247659-A6D4-4CBC-B0DB-9D5CFCC12534}"/>
              </a:ext>
            </a:extLst>
          </p:cNvPr>
          <p:cNvCxnSpPr>
            <a:cxnSpLocks/>
          </p:cNvCxnSpPr>
          <p:nvPr/>
        </p:nvCxnSpPr>
        <p:spPr>
          <a:xfrm flipH="1">
            <a:off x="3632862" y="2280438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ACEF0042-9487-46AB-87BF-BD688DB7E5B9}"/>
              </a:ext>
            </a:extLst>
          </p:cNvPr>
          <p:cNvCxnSpPr>
            <a:cxnSpLocks/>
          </p:cNvCxnSpPr>
          <p:nvPr/>
        </p:nvCxnSpPr>
        <p:spPr>
          <a:xfrm flipH="1">
            <a:off x="3796162" y="2280324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BC1A2B25-3C02-4CDE-9362-EA564D2DC5E9}"/>
              </a:ext>
            </a:extLst>
          </p:cNvPr>
          <p:cNvCxnSpPr>
            <a:cxnSpLocks/>
          </p:cNvCxnSpPr>
          <p:nvPr/>
        </p:nvCxnSpPr>
        <p:spPr>
          <a:xfrm flipH="1">
            <a:off x="3956204" y="2277301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C3987D11-405C-43A8-9CE5-820CE0A4626B}"/>
              </a:ext>
            </a:extLst>
          </p:cNvPr>
          <p:cNvCxnSpPr>
            <a:cxnSpLocks/>
          </p:cNvCxnSpPr>
          <p:nvPr/>
        </p:nvCxnSpPr>
        <p:spPr>
          <a:xfrm flipH="1">
            <a:off x="4135285" y="2283689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AE48804F-00E6-4EC8-8942-00EA564AAAB4}"/>
              </a:ext>
            </a:extLst>
          </p:cNvPr>
          <p:cNvCxnSpPr>
            <a:cxnSpLocks/>
          </p:cNvCxnSpPr>
          <p:nvPr/>
        </p:nvCxnSpPr>
        <p:spPr>
          <a:xfrm flipH="1">
            <a:off x="245328" y="3116771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7EDC92A5-1F51-4D1C-A20A-0324BF19E629}"/>
              </a:ext>
            </a:extLst>
          </p:cNvPr>
          <p:cNvCxnSpPr>
            <a:cxnSpLocks/>
          </p:cNvCxnSpPr>
          <p:nvPr/>
        </p:nvCxnSpPr>
        <p:spPr>
          <a:xfrm flipH="1">
            <a:off x="402386" y="3120353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53FDA23B-EABB-4B2B-B47A-BF94D9F8DB02}"/>
              </a:ext>
            </a:extLst>
          </p:cNvPr>
          <p:cNvCxnSpPr>
            <a:cxnSpLocks/>
          </p:cNvCxnSpPr>
          <p:nvPr/>
        </p:nvCxnSpPr>
        <p:spPr>
          <a:xfrm flipH="1">
            <a:off x="558522" y="3120399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5ED5D402-B61D-421E-9D0A-F67CC9BA48AB}"/>
              </a:ext>
            </a:extLst>
          </p:cNvPr>
          <p:cNvCxnSpPr>
            <a:cxnSpLocks/>
          </p:cNvCxnSpPr>
          <p:nvPr/>
        </p:nvCxnSpPr>
        <p:spPr>
          <a:xfrm flipH="1">
            <a:off x="748826" y="3116725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819C1021-9499-4E4A-B33F-EEF7A0854B7D}"/>
              </a:ext>
            </a:extLst>
          </p:cNvPr>
          <p:cNvCxnSpPr>
            <a:cxnSpLocks/>
          </p:cNvCxnSpPr>
          <p:nvPr/>
        </p:nvCxnSpPr>
        <p:spPr>
          <a:xfrm flipH="1" flipV="1">
            <a:off x="250104" y="3116679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21ABBABD-975B-4206-A3FC-E6A5909C19F8}"/>
              </a:ext>
            </a:extLst>
          </p:cNvPr>
          <p:cNvCxnSpPr>
            <a:cxnSpLocks/>
          </p:cNvCxnSpPr>
          <p:nvPr/>
        </p:nvCxnSpPr>
        <p:spPr>
          <a:xfrm flipH="1" flipV="1">
            <a:off x="406123" y="3116679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79CEA476-A49C-4427-B25B-43C6D19E319B}"/>
              </a:ext>
            </a:extLst>
          </p:cNvPr>
          <p:cNvCxnSpPr>
            <a:cxnSpLocks/>
          </p:cNvCxnSpPr>
          <p:nvPr/>
        </p:nvCxnSpPr>
        <p:spPr>
          <a:xfrm flipH="1" flipV="1">
            <a:off x="570018" y="3120433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1F8FB72C-B465-434C-AE9B-C7E9CEE66BFA}"/>
              </a:ext>
            </a:extLst>
          </p:cNvPr>
          <p:cNvCxnSpPr>
            <a:cxnSpLocks/>
          </p:cNvCxnSpPr>
          <p:nvPr/>
        </p:nvCxnSpPr>
        <p:spPr>
          <a:xfrm flipH="1" flipV="1">
            <a:off x="742459" y="3113474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1F8996D4-0B39-4F6E-BE30-C91D67286C20}"/>
              </a:ext>
            </a:extLst>
          </p:cNvPr>
          <p:cNvCxnSpPr>
            <a:cxnSpLocks/>
          </p:cNvCxnSpPr>
          <p:nvPr/>
        </p:nvCxnSpPr>
        <p:spPr>
          <a:xfrm flipH="1">
            <a:off x="1590212" y="3120927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1408642C-5C5F-41DA-9C34-BDAA03EDA9C2}"/>
              </a:ext>
            </a:extLst>
          </p:cNvPr>
          <p:cNvCxnSpPr>
            <a:cxnSpLocks/>
          </p:cNvCxnSpPr>
          <p:nvPr/>
        </p:nvCxnSpPr>
        <p:spPr>
          <a:xfrm flipH="1">
            <a:off x="1747270" y="3124509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C6E97488-29DA-4B95-A6FB-82814872CC40}"/>
              </a:ext>
            </a:extLst>
          </p:cNvPr>
          <p:cNvCxnSpPr>
            <a:cxnSpLocks/>
          </p:cNvCxnSpPr>
          <p:nvPr/>
        </p:nvCxnSpPr>
        <p:spPr>
          <a:xfrm flipH="1">
            <a:off x="1903406" y="3124555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7F3821B1-63BB-40E7-BFAC-5A651E1C72F0}"/>
              </a:ext>
            </a:extLst>
          </p:cNvPr>
          <p:cNvCxnSpPr>
            <a:cxnSpLocks/>
          </p:cNvCxnSpPr>
          <p:nvPr/>
        </p:nvCxnSpPr>
        <p:spPr>
          <a:xfrm flipH="1">
            <a:off x="2069985" y="3124086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8FF25EA6-9070-4C4F-BEDD-D9ABE94C4FC0}"/>
              </a:ext>
            </a:extLst>
          </p:cNvPr>
          <p:cNvCxnSpPr>
            <a:cxnSpLocks/>
          </p:cNvCxnSpPr>
          <p:nvPr/>
        </p:nvCxnSpPr>
        <p:spPr>
          <a:xfrm flipH="1" flipV="1">
            <a:off x="1594988" y="3120835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E4E2DCE7-567B-4E7E-96EF-23987E5C0DC9}"/>
              </a:ext>
            </a:extLst>
          </p:cNvPr>
          <p:cNvCxnSpPr>
            <a:cxnSpLocks/>
          </p:cNvCxnSpPr>
          <p:nvPr/>
        </p:nvCxnSpPr>
        <p:spPr>
          <a:xfrm flipH="1" flipV="1">
            <a:off x="1751007" y="3120835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136D9C94-E504-4AA1-9C0A-4D408A95A55A}"/>
              </a:ext>
            </a:extLst>
          </p:cNvPr>
          <p:cNvCxnSpPr>
            <a:cxnSpLocks/>
          </p:cNvCxnSpPr>
          <p:nvPr/>
        </p:nvCxnSpPr>
        <p:spPr>
          <a:xfrm flipH="1" flipV="1">
            <a:off x="1914902" y="3124589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DFE88F2F-6AE7-4F73-B871-45ADCD241525}"/>
              </a:ext>
            </a:extLst>
          </p:cNvPr>
          <p:cNvCxnSpPr>
            <a:cxnSpLocks/>
          </p:cNvCxnSpPr>
          <p:nvPr/>
        </p:nvCxnSpPr>
        <p:spPr>
          <a:xfrm flipH="1" flipV="1">
            <a:off x="2087343" y="3117630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B26EA33B-2C9B-4AEE-878C-D23CB0E7FB90}"/>
              </a:ext>
            </a:extLst>
          </p:cNvPr>
          <p:cNvCxnSpPr>
            <a:cxnSpLocks/>
          </p:cNvCxnSpPr>
          <p:nvPr/>
        </p:nvCxnSpPr>
        <p:spPr>
          <a:xfrm flipH="1">
            <a:off x="2944788" y="3121026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0ECA984C-02B2-4FEA-98FB-958A734F3794}"/>
              </a:ext>
            </a:extLst>
          </p:cNvPr>
          <p:cNvCxnSpPr>
            <a:cxnSpLocks/>
          </p:cNvCxnSpPr>
          <p:nvPr/>
        </p:nvCxnSpPr>
        <p:spPr>
          <a:xfrm flipH="1">
            <a:off x="3106477" y="3123181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BBF8902A-9A0A-4DD1-9814-624761AEA51C}"/>
              </a:ext>
            </a:extLst>
          </p:cNvPr>
          <p:cNvCxnSpPr>
            <a:cxnSpLocks/>
          </p:cNvCxnSpPr>
          <p:nvPr/>
        </p:nvCxnSpPr>
        <p:spPr>
          <a:xfrm flipH="1">
            <a:off x="3262613" y="3123227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0E303DEE-C384-45E5-ACEA-B6F5014D8BA4}"/>
              </a:ext>
            </a:extLst>
          </p:cNvPr>
          <p:cNvCxnSpPr>
            <a:cxnSpLocks/>
          </p:cNvCxnSpPr>
          <p:nvPr/>
        </p:nvCxnSpPr>
        <p:spPr>
          <a:xfrm flipH="1">
            <a:off x="3452917" y="3119553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E897125D-967E-499A-9853-A43545C86A2B}"/>
              </a:ext>
            </a:extLst>
          </p:cNvPr>
          <p:cNvCxnSpPr>
            <a:cxnSpLocks/>
          </p:cNvCxnSpPr>
          <p:nvPr/>
        </p:nvCxnSpPr>
        <p:spPr>
          <a:xfrm flipH="1" flipV="1">
            <a:off x="2924502" y="3106720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9AEB8122-E2AA-4F63-890C-9A37247BE319}"/>
              </a:ext>
            </a:extLst>
          </p:cNvPr>
          <p:cNvCxnSpPr>
            <a:cxnSpLocks/>
          </p:cNvCxnSpPr>
          <p:nvPr/>
        </p:nvCxnSpPr>
        <p:spPr>
          <a:xfrm flipH="1" flipV="1">
            <a:off x="3119098" y="3115059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B3E47A7F-9B67-423F-A119-1E6AEDC0B8D2}"/>
              </a:ext>
            </a:extLst>
          </p:cNvPr>
          <p:cNvCxnSpPr>
            <a:cxnSpLocks/>
          </p:cNvCxnSpPr>
          <p:nvPr/>
        </p:nvCxnSpPr>
        <p:spPr>
          <a:xfrm flipH="1" flipV="1">
            <a:off x="3282993" y="3118813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F42CB2F2-A39F-46BF-974E-C25CAE55F5B2}"/>
              </a:ext>
            </a:extLst>
          </p:cNvPr>
          <p:cNvCxnSpPr>
            <a:cxnSpLocks/>
          </p:cNvCxnSpPr>
          <p:nvPr/>
        </p:nvCxnSpPr>
        <p:spPr>
          <a:xfrm flipH="1" flipV="1">
            <a:off x="3455434" y="3111854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D17E2126-00AC-47F1-8144-91F07A32BDB2}"/>
              </a:ext>
            </a:extLst>
          </p:cNvPr>
          <p:cNvCxnSpPr>
            <a:cxnSpLocks/>
          </p:cNvCxnSpPr>
          <p:nvPr/>
        </p:nvCxnSpPr>
        <p:spPr>
          <a:xfrm flipH="1">
            <a:off x="4292340" y="3113222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E99C5700-E044-49A9-94C3-118DB3BD6337}"/>
              </a:ext>
            </a:extLst>
          </p:cNvPr>
          <p:cNvCxnSpPr>
            <a:cxnSpLocks/>
          </p:cNvCxnSpPr>
          <p:nvPr/>
        </p:nvCxnSpPr>
        <p:spPr>
          <a:xfrm flipH="1">
            <a:off x="4452177" y="3123181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34ACDD90-3D45-4986-BE0A-5314578AA6EE}"/>
              </a:ext>
            </a:extLst>
          </p:cNvPr>
          <p:cNvCxnSpPr>
            <a:cxnSpLocks/>
          </p:cNvCxnSpPr>
          <p:nvPr/>
        </p:nvCxnSpPr>
        <p:spPr>
          <a:xfrm flipH="1">
            <a:off x="4608313" y="3123227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B709CEA3-4885-405C-AF19-180F74B2AF0B}"/>
              </a:ext>
            </a:extLst>
          </p:cNvPr>
          <p:cNvCxnSpPr>
            <a:cxnSpLocks/>
          </p:cNvCxnSpPr>
          <p:nvPr/>
        </p:nvCxnSpPr>
        <p:spPr>
          <a:xfrm flipH="1">
            <a:off x="4793681" y="3119724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C408B5A8-63BF-4E88-A423-C84BCD2D470F}"/>
              </a:ext>
            </a:extLst>
          </p:cNvPr>
          <p:cNvCxnSpPr>
            <a:cxnSpLocks/>
          </p:cNvCxnSpPr>
          <p:nvPr/>
        </p:nvCxnSpPr>
        <p:spPr>
          <a:xfrm flipH="1" flipV="1">
            <a:off x="4270202" y="3106720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61A1030-2696-47D6-B065-398636BFAE19}"/>
              </a:ext>
            </a:extLst>
          </p:cNvPr>
          <p:cNvCxnSpPr>
            <a:cxnSpLocks/>
          </p:cNvCxnSpPr>
          <p:nvPr/>
        </p:nvCxnSpPr>
        <p:spPr>
          <a:xfrm flipH="1" flipV="1">
            <a:off x="4449819" y="3113474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AF74DC54-325D-4697-B624-AB39BA0BEF49}"/>
              </a:ext>
            </a:extLst>
          </p:cNvPr>
          <p:cNvCxnSpPr>
            <a:cxnSpLocks/>
          </p:cNvCxnSpPr>
          <p:nvPr/>
        </p:nvCxnSpPr>
        <p:spPr>
          <a:xfrm flipH="1" flipV="1">
            <a:off x="4614821" y="3119560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84CFC37F-7665-4995-87F2-22D1A0872ECF}"/>
              </a:ext>
            </a:extLst>
          </p:cNvPr>
          <p:cNvCxnSpPr>
            <a:cxnSpLocks/>
          </p:cNvCxnSpPr>
          <p:nvPr/>
        </p:nvCxnSpPr>
        <p:spPr>
          <a:xfrm flipH="1" flipV="1">
            <a:off x="4791861" y="3112144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0645CFE6-58A3-4C73-B1EF-048C01314A59}"/>
              </a:ext>
            </a:extLst>
          </p:cNvPr>
          <p:cNvCxnSpPr>
            <a:cxnSpLocks/>
          </p:cNvCxnSpPr>
          <p:nvPr/>
        </p:nvCxnSpPr>
        <p:spPr>
          <a:xfrm flipH="1">
            <a:off x="239248" y="3978384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B7F011F4-C315-4126-A919-220578D626D3}"/>
              </a:ext>
            </a:extLst>
          </p:cNvPr>
          <p:cNvCxnSpPr>
            <a:cxnSpLocks/>
          </p:cNvCxnSpPr>
          <p:nvPr/>
        </p:nvCxnSpPr>
        <p:spPr>
          <a:xfrm flipH="1">
            <a:off x="398636" y="3973243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A147B643-68F1-4385-AAC6-F7B64F6D0FBA}"/>
              </a:ext>
            </a:extLst>
          </p:cNvPr>
          <p:cNvCxnSpPr>
            <a:cxnSpLocks/>
          </p:cNvCxnSpPr>
          <p:nvPr/>
        </p:nvCxnSpPr>
        <p:spPr>
          <a:xfrm>
            <a:off x="243064" y="3958591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1BF265B4-E965-463D-9314-95CFD40E68F6}"/>
              </a:ext>
            </a:extLst>
          </p:cNvPr>
          <p:cNvCxnSpPr>
            <a:cxnSpLocks/>
          </p:cNvCxnSpPr>
          <p:nvPr/>
        </p:nvCxnSpPr>
        <p:spPr>
          <a:xfrm>
            <a:off x="407966" y="3958591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E8A9E888-A6C3-48BC-B828-DC14B6B871A8}"/>
              </a:ext>
            </a:extLst>
          </p:cNvPr>
          <p:cNvCxnSpPr>
            <a:cxnSpLocks/>
          </p:cNvCxnSpPr>
          <p:nvPr/>
        </p:nvCxnSpPr>
        <p:spPr>
          <a:xfrm flipH="1">
            <a:off x="928313" y="3978384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71E2119F-4931-4412-BDFF-738E40A606FE}"/>
              </a:ext>
            </a:extLst>
          </p:cNvPr>
          <p:cNvCxnSpPr>
            <a:cxnSpLocks/>
          </p:cNvCxnSpPr>
          <p:nvPr/>
        </p:nvCxnSpPr>
        <p:spPr>
          <a:xfrm flipH="1">
            <a:off x="1087701" y="3973243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BF49C054-EDCC-474D-A953-D619FD0C25F8}"/>
              </a:ext>
            </a:extLst>
          </p:cNvPr>
          <p:cNvCxnSpPr>
            <a:cxnSpLocks/>
          </p:cNvCxnSpPr>
          <p:nvPr/>
        </p:nvCxnSpPr>
        <p:spPr>
          <a:xfrm>
            <a:off x="932129" y="3958591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8B31A9D8-C8E6-4AD8-91A5-01903DA0A34D}"/>
              </a:ext>
            </a:extLst>
          </p:cNvPr>
          <p:cNvCxnSpPr>
            <a:cxnSpLocks/>
          </p:cNvCxnSpPr>
          <p:nvPr/>
        </p:nvCxnSpPr>
        <p:spPr>
          <a:xfrm>
            <a:off x="1097031" y="3958591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7C0FCB25-C9AE-4FFF-973D-1E39822E23E7}"/>
              </a:ext>
            </a:extLst>
          </p:cNvPr>
          <p:cNvCxnSpPr>
            <a:cxnSpLocks/>
          </p:cNvCxnSpPr>
          <p:nvPr/>
        </p:nvCxnSpPr>
        <p:spPr>
          <a:xfrm flipH="1">
            <a:off x="1587313" y="3978384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BA78D835-7F2B-4406-9FE8-F99AF6A78053}"/>
              </a:ext>
            </a:extLst>
          </p:cNvPr>
          <p:cNvCxnSpPr>
            <a:cxnSpLocks/>
          </p:cNvCxnSpPr>
          <p:nvPr/>
        </p:nvCxnSpPr>
        <p:spPr>
          <a:xfrm flipH="1">
            <a:off x="1746701" y="3973243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C33A8B79-2643-4FDC-9582-E61ACF2B86D4}"/>
              </a:ext>
            </a:extLst>
          </p:cNvPr>
          <p:cNvCxnSpPr>
            <a:cxnSpLocks/>
          </p:cNvCxnSpPr>
          <p:nvPr/>
        </p:nvCxnSpPr>
        <p:spPr>
          <a:xfrm>
            <a:off x="1591129" y="3958591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FFF99F74-A600-4FCD-A1A7-4AB6A5BA6A13}"/>
              </a:ext>
            </a:extLst>
          </p:cNvPr>
          <p:cNvCxnSpPr>
            <a:cxnSpLocks/>
          </p:cNvCxnSpPr>
          <p:nvPr/>
        </p:nvCxnSpPr>
        <p:spPr>
          <a:xfrm>
            <a:off x="1756031" y="3958591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87D56A21-6B2E-4E15-9666-B8788493E6A2}"/>
              </a:ext>
            </a:extLst>
          </p:cNvPr>
          <p:cNvCxnSpPr>
            <a:cxnSpLocks/>
          </p:cNvCxnSpPr>
          <p:nvPr/>
        </p:nvCxnSpPr>
        <p:spPr>
          <a:xfrm flipH="1">
            <a:off x="2257058" y="3978384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DAFC8A1F-BC68-4F23-9D41-F6C1386932B2}"/>
              </a:ext>
            </a:extLst>
          </p:cNvPr>
          <p:cNvCxnSpPr>
            <a:cxnSpLocks/>
          </p:cNvCxnSpPr>
          <p:nvPr/>
        </p:nvCxnSpPr>
        <p:spPr>
          <a:xfrm flipH="1">
            <a:off x="2416446" y="3973243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5A8A44CA-160C-4FFE-A178-D6C82886DDFC}"/>
              </a:ext>
            </a:extLst>
          </p:cNvPr>
          <p:cNvCxnSpPr>
            <a:cxnSpLocks/>
          </p:cNvCxnSpPr>
          <p:nvPr/>
        </p:nvCxnSpPr>
        <p:spPr>
          <a:xfrm>
            <a:off x="2260874" y="3958591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D6EEC25C-1270-44D0-9D55-BD9E9CEDA102}"/>
              </a:ext>
            </a:extLst>
          </p:cNvPr>
          <p:cNvCxnSpPr>
            <a:cxnSpLocks/>
          </p:cNvCxnSpPr>
          <p:nvPr/>
        </p:nvCxnSpPr>
        <p:spPr>
          <a:xfrm>
            <a:off x="2425776" y="3958591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BEE54BDD-ED46-4142-B356-68A169CB27F9}"/>
              </a:ext>
            </a:extLst>
          </p:cNvPr>
          <p:cNvCxnSpPr>
            <a:cxnSpLocks/>
          </p:cNvCxnSpPr>
          <p:nvPr/>
        </p:nvCxnSpPr>
        <p:spPr>
          <a:xfrm flipH="1">
            <a:off x="2946280" y="3978384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5F635F24-A5D4-434B-A9DA-935518038E24}"/>
              </a:ext>
            </a:extLst>
          </p:cNvPr>
          <p:cNvCxnSpPr>
            <a:cxnSpLocks/>
          </p:cNvCxnSpPr>
          <p:nvPr/>
        </p:nvCxnSpPr>
        <p:spPr>
          <a:xfrm flipH="1">
            <a:off x="3105668" y="3973243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0022E04E-B89F-4CFA-AFA1-5DA2F8462792}"/>
              </a:ext>
            </a:extLst>
          </p:cNvPr>
          <p:cNvCxnSpPr>
            <a:cxnSpLocks/>
          </p:cNvCxnSpPr>
          <p:nvPr/>
        </p:nvCxnSpPr>
        <p:spPr>
          <a:xfrm>
            <a:off x="2950096" y="3958591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DD4839D0-7E36-4C5C-8263-6FA54564E5C5}"/>
              </a:ext>
            </a:extLst>
          </p:cNvPr>
          <p:cNvCxnSpPr>
            <a:cxnSpLocks/>
          </p:cNvCxnSpPr>
          <p:nvPr/>
        </p:nvCxnSpPr>
        <p:spPr>
          <a:xfrm>
            <a:off x="3114998" y="3958591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90189046-E440-487A-A447-5FA0A42319D0}"/>
              </a:ext>
            </a:extLst>
          </p:cNvPr>
          <p:cNvCxnSpPr>
            <a:cxnSpLocks/>
          </p:cNvCxnSpPr>
          <p:nvPr/>
        </p:nvCxnSpPr>
        <p:spPr>
          <a:xfrm flipH="1">
            <a:off x="3610464" y="3966903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9C83FF1C-D5CD-4CC4-8A6B-34D01502D71C}"/>
              </a:ext>
            </a:extLst>
          </p:cNvPr>
          <p:cNvCxnSpPr>
            <a:cxnSpLocks/>
          </p:cNvCxnSpPr>
          <p:nvPr/>
        </p:nvCxnSpPr>
        <p:spPr>
          <a:xfrm flipH="1">
            <a:off x="3769852" y="3961762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A51EB28A-509D-4C08-AECF-275F519CBC2A}"/>
              </a:ext>
            </a:extLst>
          </p:cNvPr>
          <p:cNvCxnSpPr>
            <a:cxnSpLocks/>
          </p:cNvCxnSpPr>
          <p:nvPr/>
        </p:nvCxnSpPr>
        <p:spPr>
          <a:xfrm>
            <a:off x="3614280" y="3947110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215635A0-BD26-4D89-B011-14CEA319F12C}"/>
              </a:ext>
            </a:extLst>
          </p:cNvPr>
          <p:cNvCxnSpPr>
            <a:cxnSpLocks/>
          </p:cNvCxnSpPr>
          <p:nvPr/>
        </p:nvCxnSpPr>
        <p:spPr>
          <a:xfrm>
            <a:off x="3779182" y="3947110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A59E97A5-7346-472F-83CA-D43F1D1907D6}"/>
              </a:ext>
            </a:extLst>
          </p:cNvPr>
          <p:cNvCxnSpPr>
            <a:cxnSpLocks/>
          </p:cNvCxnSpPr>
          <p:nvPr/>
        </p:nvCxnSpPr>
        <p:spPr>
          <a:xfrm flipH="1">
            <a:off x="4280169" y="3983893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93C58402-C720-47E2-A4FE-BC9B8BF87B74}"/>
              </a:ext>
            </a:extLst>
          </p:cNvPr>
          <p:cNvCxnSpPr>
            <a:cxnSpLocks/>
          </p:cNvCxnSpPr>
          <p:nvPr/>
        </p:nvCxnSpPr>
        <p:spPr>
          <a:xfrm flipH="1">
            <a:off x="4439557" y="3978752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30CF67F7-ECE2-412A-A148-E93A50485C87}"/>
              </a:ext>
            </a:extLst>
          </p:cNvPr>
          <p:cNvCxnSpPr>
            <a:cxnSpLocks/>
          </p:cNvCxnSpPr>
          <p:nvPr/>
        </p:nvCxnSpPr>
        <p:spPr>
          <a:xfrm>
            <a:off x="4283985" y="3964100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078E1667-22C2-427D-909A-784CFC8EC34F}"/>
              </a:ext>
            </a:extLst>
          </p:cNvPr>
          <p:cNvCxnSpPr>
            <a:cxnSpLocks/>
          </p:cNvCxnSpPr>
          <p:nvPr/>
        </p:nvCxnSpPr>
        <p:spPr>
          <a:xfrm>
            <a:off x="4448887" y="3964100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DBF244A4-26A6-4B47-BDB8-0ADBAB7E8BD2}"/>
              </a:ext>
            </a:extLst>
          </p:cNvPr>
          <p:cNvCxnSpPr>
            <a:cxnSpLocks/>
          </p:cNvCxnSpPr>
          <p:nvPr/>
        </p:nvCxnSpPr>
        <p:spPr>
          <a:xfrm flipH="1">
            <a:off x="4957953" y="3987282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BEC9CCD8-D3CD-4BE8-A31D-27BB67695B2B}"/>
              </a:ext>
            </a:extLst>
          </p:cNvPr>
          <p:cNvCxnSpPr>
            <a:cxnSpLocks/>
          </p:cNvCxnSpPr>
          <p:nvPr/>
        </p:nvCxnSpPr>
        <p:spPr>
          <a:xfrm flipH="1">
            <a:off x="5117341" y="3982141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6D7003B1-C7E0-46FB-BBB5-676E36BE7042}"/>
              </a:ext>
            </a:extLst>
          </p:cNvPr>
          <p:cNvCxnSpPr>
            <a:cxnSpLocks/>
          </p:cNvCxnSpPr>
          <p:nvPr/>
        </p:nvCxnSpPr>
        <p:spPr>
          <a:xfrm>
            <a:off x="4961769" y="3967489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D16A69D0-D417-4C24-AC3F-FEA50B58B2CE}"/>
              </a:ext>
            </a:extLst>
          </p:cNvPr>
          <p:cNvCxnSpPr>
            <a:cxnSpLocks/>
          </p:cNvCxnSpPr>
          <p:nvPr/>
        </p:nvCxnSpPr>
        <p:spPr>
          <a:xfrm>
            <a:off x="5126671" y="3967489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5DC100DA-09EB-4B6D-92F2-9C9450D3CDA6}"/>
              </a:ext>
            </a:extLst>
          </p:cNvPr>
          <p:cNvCxnSpPr>
            <a:cxnSpLocks/>
          </p:cNvCxnSpPr>
          <p:nvPr/>
        </p:nvCxnSpPr>
        <p:spPr>
          <a:xfrm flipH="1">
            <a:off x="239248" y="4812183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C7A66048-DB18-4B4C-B368-95E987205CCA}"/>
              </a:ext>
            </a:extLst>
          </p:cNvPr>
          <p:cNvCxnSpPr>
            <a:cxnSpLocks/>
          </p:cNvCxnSpPr>
          <p:nvPr/>
        </p:nvCxnSpPr>
        <p:spPr>
          <a:xfrm>
            <a:off x="238782" y="4822848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FB3DA04A-6A85-4BE0-A130-6D7C737D156A}"/>
              </a:ext>
            </a:extLst>
          </p:cNvPr>
          <p:cNvCxnSpPr>
            <a:cxnSpLocks/>
          </p:cNvCxnSpPr>
          <p:nvPr/>
        </p:nvCxnSpPr>
        <p:spPr>
          <a:xfrm flipH="1">
            <a:off x="564517" y="4814938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84EC31A7-6170-4ACE-A100-4EB2A6005980}"/>
              </a:ext>
            </a:extLst>
          </p:cNvPr>
          <p:cNvCxnSpPr>
            <a:cxnSpLocks/>
          </p:cNvCxnSpPr>
          <p:nvPr/>
        </p:nvCxnSpPr>
        <p:spPr>
          <a:xfrm>
            <a:off x="564051" y="4825603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5AEDE4A2-CC08-40FF-9681-69C0BC36CA22}"/>
              </a:ext>
            </a:extLst>
          </p:cNvPr>
          <p:cNvCxnSpPr>
            <a:cxnSpLocks/>
          </p:cNvCxnSpPr>
          <p:nvPr/>
        </p:nvCxnSpPr>
        <p:spPr>
          <a:xfrm flipH="1">
            <a:off x="915037" y="4804273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D39AC791-828F-47DF-B7D1-EAF2E83BA6BF}"/>
              </a:ext>
            </a:extLst>
          </p:cNvPr>
          <p:cNvCxnSpPr>
            <a:cxnSpLocks/>
          </p:cNvCxnSpPr>
          <p:nvPr/>
        </p:nvCxnSpPr>
        <p:spPr>
          <a:xfrm>
            <a:off x="914571" y="4814938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4285CBF0-9715-4749-A304-7105190F0D45}"/>
              </a:ext>
            </a:extLst>
          </p:cNvPr>
          <p:cNvCxnSpPr>
            <a:cxnSpLocks/>
          </p:cNvCxnSpPr>
          <p:nvPr/>
        </p:nvCxnSpPr>
        <p:spPr>
          <a:xfrm flipH="1">
            <a:off x="1240157" y="4793608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19E45BB6-EA8F-4010-B5BF-DD535E44B437}"/>
              </a:ext>
            </a:extLst>
          </p:cNvPr>
          <p:cNvCxnSpPr>
            <a:cxnSpLocks/>
          </p:cNvCxnSpPr>
          <p:nvPr/>
        </p:nvCxnSpPr>
        <p:spPr>
          <a:xfrm>
            <a:off x="1239691" y="4804273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15239FFF-B680-42B5-A49C-D0CF97155AEC}"/>
              </a:ext>
            </a:extLst>
          </p:cNvPr>
          <p:cNvCxnSpPr>
            <a:cxnSpLocks/>
          </p:cNvCxnSpPr>
          <p:nvPr/>
        </p:nvCxnSpPr>
        <p:spPr>
          <a:xfrm flipH="1">
            <a:off x="1575555" y="4805650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C098E310-3F7B-4454-97D7-B680D3A576CF}"/>
              </a:ext>
            </a:extLst>
          </p:cNvPr>
          <p:cNvCxnSpPr>
            <a:cxnSpLocks/>
          </p:cNvCxnSpPr>
          <p:nvPr/>
        </p:nvCxnSpPr>
        <p:spPr>
          <a:xfrm>
            <a:off x="1575089" y="4816315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89FA2F4F-48C9-427C-9293-4F407BBB5D0D}"/>
              </a:ext>
            </a:extLst>
          </p:cNvPr>
          <p:cNvCxnSpPr>
            <a:cxnSpLocks/>
          </p:cNvCxnSpPr>
          <p:nvPr/>
        </p:nvCxnSpPr>
        <p:spPr>
          <a:xfrm flipH="1">
            <a:off x="1898900" y="4817838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153149CB-A35F-4BE7-B746-2049F9C7C71B}"/>
              </a:ext>
            </a:extLst>
          </p:cNvPr>
          <p:cNvCxnSpPr>
            <a:cxnSpLocks/>
          </p:cNvCxnSpPr>
          <p:nvPr/>
        </p:nvCxnSpPr>
        <p:spPr>
          <a:xfrm>
            <a:off x="1898434" y="4828503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4605DDF7-6E18-4BEA-8C2D-E58BC76E0910}"/>
              </a:ext>
            </a:extLst>
          </p:cNvPr>
          <p:cNvCxnSpPr>
            <a:cxnSpLocks/>
          </p:cNvCxnSpPr>
          <p:nvPr/>
        </p:nvCxnSpPr>
        <p:spPr>
          <a:xfrm flipH="1">
            <a:off x="2249720" y="4808228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3F067294-EE9B-430E-95DB-DD044EE0FBE1}"/>
              </a:ext>
            </a:extLst>
          </p:cNvPr>
          <p:cNvCxnSpPr>
            <a:cxnSpLocks/>
          </p:cNvCxnSpPr>
          <p:nvPr/>
        </p:nvCxnSpPr>
        <p:spPr>
          <a:xfrm>
            <a:off x="2249254" y="4818893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5DCD35D3-1F31-44D4-A9E4-BFD225849C17}"/>
              </a:ext>
            </a:extLst>
          </p:cNvPr>
          <p:cNvCxnSpPr>
            <a:cxnSpLocks/>
          </p:cNvCxnSpPr>
          <p:nvPr/>
        </p:nvCxnSpPr>
        <p:spPr>
          <a:xfrm flipH="1">
            <a:off x="2579847" y="4820093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09DBFE04-DAC0-4353-AF3F-890269D1AEA1}"/>
              </a:ext>
            </a:extLst>
          </p:cNvPr>
          <p:cNvCxnSpPr>
            <a:cxnSpLocks/>
          </p:cNvCxnSpPr>
          <p:nvPr/>
        </p:nvCxnSpPr>
        <p:spPr>
          <a:xfrm>
            <a:off x="2579381" y="4830758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D6B3B7ED-0880-4B53-8C0F-81FCFB585614}"/>
              </a:ext>
            </a:extLst>
          </p:cNvPr>
          <p:cNvCxnSpPr>
            <a:cxnSpLocks/>
          </p:cNvCxnSpPr>
          <p:nvPr/>
        </p:nvCxnSpPr>
        <p:spPr>
          <a:xfrm flipH="1">
            <a:off x="2940352" y="4793782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28E5E7DD-7D39-4C66-80C9-3E72D455050F}"/>
              </a:ext>
            </a:extLst>
          </p:cNvPr>
          <p:cNvCxnSpPr>
            <a:cxnSpLocks/>
          </p:cNvCxnSpPr>
          <p:nvPr/>
        </p:nvCxnSpPr>
        <p:spPr>
          <a:xfrm>
            <a:off x="2939886" y="4804447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256A6FE7-BF1A-49DD-A589-B9F4F5E17FAD}"/>
              </a:ext>
            </a:extLst>
          </p:cNvPr>
          <p:cNvCxnSpPr>
            <a:cxnSpLocks/>
          </p:cNvCxnSpPr>
          <p:nvPr/>
        </p:nvCxnSpPr>
        <p:spPr>
          <a:xfrm flipH="1">
            <a:off x="3259850" y="4820230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2B961810-5531-4361-919A-5619ED88DCCD}"/>
              </a:ext>
            </a:extLst>
          </p:cNvPr>
          <p:cNvCxnSpPr>
            <a:cxnSpLocks/>
          </p:cNvCxnSpPr>
          <p:nvPr/>
        </p:nvCxnSpPr>
        <p:spPr>
          <a:xfrm>
            <a:off x="3259384" y="4830895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1B5CD5B5-954D-41E1-B384-29B146563CB9}"/>
              </a:ext>
            </a:extLst>
          </p:cNvPr>
          <p:cNvCxnSpPr>
            <a:cxnSpLocks/>
          </p:cNvCxnSpPr>
          <p:nvPr/>
        </p:nvCxnSpPr>
        <p:spPr>
          <a:xfrm flipH="1">
            <a:off x="3611263" y="4809428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F52562DA-72A3-4A66-92F8-B72EDF8E54AD}"/>
              </a:ext>
            </a:extLst>
          </p:cNvPr>
          <p:cNvCxnSpPr>
            <a:cxnSpLocks/>
          </p:cNvCxnSpPr>
          <p:nvPr/>
        </p:nvCxnSpPr>
        <p:spPr>
          <a:xfrm>
            <a:off x="3610797" y="4820093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7B8D385A-F6E4-4336-97C9-F3FA99B6A499}"/>
              </a:ext>
            </a:extLst>
          </p:cNvPr>
          <p:cNvCxnSpPr>
            <a:cxnSpLocks/>
          </p:cNvCxnSpPr>
          <p:nvPr/>
        </p:nvCxnSpPr>
        <p:spPr>
          <a:xfrm flipH="1">
            <a:off x="3930093" y="4819725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3EFBF8EC-B63F-4D0A-828E-8AE8736AD184}"/>
              </a:ext>
            </a:extLst>
          </p:cNvPr>
          <p:cNvCxnSpPr>
            <a:cxnSpLocks/>
          </p:cNvCxnSpPr>
          <p:nvPr/>
        </p:nvCxnSpPr>
        <p:spPr>
          <a:xfrm>
            <a:off x="3929627" y="4830390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4AE9AD0B-5229-4FCA-B940-7A879BD9B05D}"/>
              </a:ext>
            </a:extLst>
          </p:cNvPr>
          <p:cNvCxnSpPr>
            <a:cxnSpLocks/>
          </p:cNvCxnSpPr>
          <p:nvPr/>
        </p:nvCxnSpPr>
        <p:spPr>
          <a:xfrm flipH="1">
            <a:off x="4283943" y="4830584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A13DBFE8-D44B-48DD-A3E6-267C2866A845}"/>
              </a:ext>
            </a:extLst>
          </p:cNvPr>
          <p:cNvCxnSpPr>
            <a:cxnSpLocks/>
          </p:cNvCxnSpPr>
          <p:nvPr/>
        </p:nvCxnSpPr>
        <p:spPr>
          <a:xfrm>
            <a:off x="4283477" y="4841249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362">
            <a:extLst>
              <a:ext uri="{FF2B5EF4-FFF2-40B4-BE49-F238E27FC236}">
                <a16:creationId xmlns:a16="http://schemas.microsoft.com/office/drawing/2014/main" id="{575BD735-4171-4E0F-A6E3-B9456FA7A405}"/>
              </a:ext>
            </a:extLst>
          </p:cNvPr>
          <p:cNvCxnSpPr>
            <a:cxnSpLocks/>
          </p:cNvCxnSpPr>
          <p:nvPr/>
        </p:nvCxnSpPr>
        <p:spPr>
          <a:xfrm flipH="1">
            <a:off x="4603315" y="4810009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363">
            <a:extLst>
              <a:ext uri="{FF2B5EF4-FFF2-40B4-BE49-F238E27FC236}">
                <a16:creationId xmlns:a16="http://schemas.microsoft.com/office/drawing/2014/main" id="{8F444644-E728-44C0-8C67-7F7FBBF836EF}"/>
              </a:ext>
            </a:extLst>
          </p:cNvPr>
          <p:cNvCxnSpPr>
            <a:cxnSpLocks/>
          </p:cNvCxnSpPr>
          <p:nvPr/>
        </p:nvCxnSpPr>
        <p:spPr>
          <a:xfrm>
            <a:off x="4602849" y="4820674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94BDEEAA-7283-40DC-BEBE-3BFBE01E2645}"/>
              </a:ext>
            </a:extLst>
          </p:cNvPr>
          <p:cNvCxnSpPr>
            <a:cxnSpLocks/>
          </p:cNvCxnSpPr>
          <p:nvPr/>
        </p:nvCxnSpPr>
        <p:spPr>
          <a:xfrm flipH="1">
            <a:off x="4953546" y="4800318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Straight Connector 365">
            <a:extLst>
              <a:ext uri="{FF2B5EF4-FFF2-40B4-BE49-F238E27FC236}">
                <a16:creationId xmlns:a16="http://schemas.microsoft.com/office/drawing/2014/main" id="{0B74A756-44BB-4F47-BA3C-D16B5B7E6268}"/>
              </a:ext>
            </a:extLst>
          </p:cNvPr>
          <p:cNvCxnSpPr>
            <a:cxnSpLocks/>
          </p:cNvCxnSpPr>
          <p:nvPr/>
        </p:nvCxnSpPr>
        <p:spPr>
          <a:xfrm>
            <a:off x="4953080" y="4810983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7BA35CD0-5940-47D0-918A-9AD7517F53FB}"/>
              </a:ext>
            </a:extLst>
          </p:cNvPr>
          <p:cNvCxnSpPr>
            <a:cxnSpLocks/>
          </p:cNvCxnSpPr>
          <p:nvPr/>
        </p:nvCxnSpPr>
        <p:spPr>
          <a:xfrm flipH="1">
            <a:off x="5283561" y="4805473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57E84E87-10B6-41D8-9050-A37A54FC4B03}"/>
              </a:ext>
            </a:extLst>
          </p:cNvPr>
          <p:cNvCxnSpPr>
            <a:cxnSpLocks/>
          </p:cNvCxnSpPr>
          <p:nvPr/>
        </p:nvCxnSpPr>
        <p:spPr>
          <a:xfrm>
            <a:off x="5283095" y="4816138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9" name="Table 368">
            <a:extLst>
              <a:ext uri="{FF2B5EF4-FFF2-40B4-BE49-F238E27FC236}">
                <a16:creationId xmlns:a16="http://schemas.microsoft.com/office/drawing/2014/main" id="{B4BE24B9-E3C2-47C1-9CC5-F31A2895D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622061"/>
              </p:ext>
            </p:extLst>
          </p:nvPr>
        </p:nvGraphicFramePr>
        <p:xfrm>
          <a:off x="149290" y="6335725"/>
          <a:ext cx="5425607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89738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370" name="Straight Arrow Connector 369">
            <a:extLst>
              <a:ext uri="{FF2B5EF4-FFF2-40B4-BE49-F238E27FC236}">
                <a16:creationId xmlns:a16="http://schemas.microsoft.com/office/drawing/2014/main" id="{100D3B02-70E6-4DBB-8B36-8C25A31ECE51}"/>
              </a:ext>
            </a:extLst>
          </p:cNvPr>
          <p:cNvCxnSpPr>
            <a:cxnSpLocks/>
          </p:cNvCxnSpPr>
          <p:nvPr/>
        </p:nvCxnSpPr>
        <p:spPr>
          <a:xfrm>
            <a:off x="2565903" y="5705207"/>
            <a:ext cx="0" cy="5974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1" name="TextBox 370">
            <a:extLst>
              <a:ext uri="{FF2B5EF4-FFF2-40B4-BE49-F238E27FC236}">
                <a16:creationId xmlns:a16="http://schemas.microsoft.com/office/drawing/2014/main" id="{DF962C7D-D4AC-404C-A6EA-0985596E6C00}"/>
              </a:ext>
            </a:extLst>
          </p:cNvPr>
          <p:cNvSpPr txBox="1"/>
          <p:nvPr/>
        </p:nvSpPr>
        <p:spPr>
          <a:xfrm>
            <a:off x="1620726" y="5795727"/>
            <a:ext cx="1283800" cy="317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Bit-reverse</a:t>
            </a:r>
            <a:endParaRPr lang="en-US" sz="1400" dirty="0"/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2C1D1B56-0112-4658-B1A0-62C7CC8945E4}"/>
              </a:ext>
            </a:extLst>
          </p:cNvPr>
          <p:cNvSpPr txBox="1"/>
          <p:nvPr/>
        </p:nvSpPr>
        <p:spPr>
          <a:xfrm>
            <a:off x="1833908" y="942051"/>
            <a:ext cx="2369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Cooley-</a:t>
            </a:r>
            <a:r>
              <a:rPr lang="en-US" sz="1600" dirty="0" err="1"/>
              <a:t>tukey</a:t>
            </a:r>
            <a:r>
              <a:rPr lang="en-US" sz="1600" dirty="0"/>
              <a:t>-r (</a:t>
            </a:r>
            <a:r>
              <a:rPr lang="en-US" altLang="zh-CN" sz="1600" dirty="0"/>
              <a:t>32</a:t>
            </a:r>
            <a:r>
              <a:rPr lang="en-US" sz="1600" dirty="0"/>
              <a:t> </a:t>
            </a:r>
            <a:r>
              <a:rPr lang="en-US" sz="1600" dirty="0" err="1"/>
              <a:t>pt</a:t>
            </a:r>
            <a:r>
              <a:rPr lang="en-US" sz="1600" dirty="0"/>
              <a:t>)</a:t>
            </a:r>
          </a:p>
        </p:txBody>
      </p:sp>
      <p:graphicFrame>
        <p:nvGraphicFramePr>
          <p:cNvPr id="376" name="Table 375">
            <a:extLst>
              <a:ext uri="{FF2B5EF4-FFF2-40B4-BE49-F238E27FC236}">
                <a16:creationId xmlns:a16="http://schemas.microsoft.com/office/drawing/2014/main" id="{AA457C8B-54F8-467C-8586-79F5D02B1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257591"/>
              </p:ext>
            </p:extLst>
          </p:nvPr>
        </p:nvGraphicFramePr>
        <p:xfrm>
          <a:off x="6360771" y="1237856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377" name="Table 376">
            <a:extLst>
              <a:ext uri="{FF2B5EF4-FFF2-40B4-BE49-F238E27FC236}">
                <a16:creationId xmlns:a16="http://schemas.microsoft.com/office/drawing/2014/main" id="{4821A787-7402-49C0-BEDF-B7449F92A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402101"/>
              </p:ext>
            </p:extLst>
          </p:nvPr>
        </p:nvGraphicFramePr>
        <p:xfrm>
          <a:off x="6360771" y="2081136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378" name="Table 377">
            <a:extLst>
              <a:ext uri="{FF2B5EF4-FFF2-40B4-BE49-F238E27FC236}">
                <a16:creationId xmlns:a16="http://schemas.microsoft.com/office/drawing/2014/main" id="{7B7D39C0-458B-4204-A534-03FB281EF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411528"/>
              </p:ext>
            </p:extLst>
          </p:nvPr>
        </p:nvGraphicFramePr>
        <p:xfrm>
          <a:off x="6360771" y="2924416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379" name="Table 378">
            <a:extLst>
              <a:ext uri="{FF2B5EF4-FFF2-40B4-BE49-F238E27FC236}">
                <a16:creationId xmlns:a16="http://schemas.microsoft.com/office/drawing/2014/main" id="{C30BF33C-0B43-4A47-AD58-076D37BEA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672163"/>
              </p:ext>
            </p:extLst>
          </p:nvPr>
        </p:nvGraphicFramePr>
        <p:xfrm>
          <a:off x="6360771" y="3772852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380" name="Table 379">
            <a:extLst>
              <a:ext uri="{FF2B5EF4-FFF2-40B4-BE49-F238E27FC236}">
                <a16:creationId xmlns:a16="http://schemas.microsoft.com/office/drawing/2014/main" id="{3642C609-AD38-4F81-ACE6-B5635F5E3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636780"/>
              </p:ext>
            </p:extLst>
          </p:nvPr>
        </p:nvGraphicFramePr>
        <p:xfrm>
          <a:off x="6360771" y="4621288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381" name="Table 380">
            <a:extLst>
              <a:ext uri="{FF2B5EF4-FFF2-40B4-BE49-F238E27FC236}">
                <a16:creationId xmlns:a16="http://schemas.microsoft.com/office/drawing/2014/main" id="{2DF4DCD4-0FA4-4EFB-AF08-FC78A1186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621851"/>
              </p:ext>
            </p:extLst>
          </p:nvPr>
        </p:nvGraphicFramePr>
        <p:xfrm>
          <a:off x="6360771" y="5469724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139C15F6-FA55-4B5C-9901-508DD77034D9}"/>
              </a:ext>
            </a:extLst>
          </p:cNvPr>
          <p:cNvCxnSpPr>
            <a:cxnSpLocks/>
          </p:cNvCxnSpPr>
          <p:nvPr/>
        </p:nvCxnSpPr>
        <p:spPr>
          <a:xfrm>
            <a:off x="6455043" y="310173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Connector 478">
            <a:extLst>
              <a:ext uri="{FF2B5EF4-FFF2-40B4-BE49-F238E27FC236}">
                <a16:creationId xmlns:a16="http://schemas.microsoft.com/office/drawing/2014/main" id="{ED05D108-1AF0-4105-B00A-FE6C8542D2AB}"/>
              </a:ext>
            </a:extLst>
          </p:cNvPr>
          <p:cNvCxnSpPr>
            <a:cxnSpLocks/>
          </p:cNvCxnSpPr>
          <p:nvPr/>
        </p:nvCxnSpPr>
        <p:spPr>
          <a:xfrm>
            <a:off x="6612523" y="310173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69C63B5F-E683-4C4F-A4D1-EFBFC7438764}"/>
              </a:ext>
            </a:extLst>
          </p:cNvPr>
          <p:cNvCxnSpPr>
            <a:cxnSpLocks/>
          </p:cNvCxnSpPr>
          <p:nvPr/>
        </p:nvCxnSpPr>
        <p:spPr>
          <a:xfrm>
            <a:off x="6770003" y="310173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Connector 480">
            <a:extLst>
              <a:ext uri="{FF2B5EF4-FFF2-40B4-BE49-F238E27FC236}">
                <a16:creationId xmlns:a16="http://schemas.microsoft.com/office/drawing/2014/main" id="{3B1376C6-1874-4FB5-BC80-0F274AFB086C}"/>
              </a:ext>
            </a:extLst>
          </p:cNvPr>
          <p:cNvCxnSpPr>
            <a:cxnSpLocks/>
          </p:cNvCxnSpPr>
          <p:nvPr/>
        </p:nvCxnSpPr>
        <p:spPr>
          <a:xfrm>
            <a:off x="6952883" y="310173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Straight Connector 481">
            <a:extLst>
              <a:ext uri="{FF2B5EF4-FFF2-40B4-BE49-F238E27FC236}">
                <a16:creationId xmlns:a16="http://schemas.microsoft.com/office/drawing/2014/main" id="{CC1A59E7-FA68-4AC1-A1E7-1D59B5521457}"/>
              </a:ext>
            </a:extLst>
          </p:cNvPr>
          <p:cNvCxnSpPr>
            <a:cxnSpLocks/>
          </p:cNvCxnSpPr>
          <p:nvPr/>
        </p:nvCxnSpPr>
        <p:spPr>
          <a:xfrm>
            <a:off x="7130683" y="31068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Connector 482">
            <a:extLst>
              <a:ext uri="{FF2B5EF4-FFF2-40B4-BE49-F238E27FC236}">
                <a16:creationId xmlns:a16="http://schemas.microsoft.com/office/drawing/2014/main" id="{80F49F7A-84AF-44BD-9FCC-79DD074CBE2B}"/>
              </a:ext>
            </a:extLst>
          </p:cNvPr>
          <p:cNvCxnSpPr>
            <a:cxnSpLocks/>
          </p:cNvCxnSpPr>
          <p:nvPr/>
        </p:nvCxnSpPr>
        <p:spPr>
          <a:xfrm>
            <a:off x="7288163" y="31068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C147935D-763D-4806-8574-B82D06C46CFC}"/>
              </a:ext>
            </a:extLst>
          </p:cNvPr>
          <p:cNvCxnSpPr>
            <a:cxnSpLocks/>
          </p:cNvCxnSpPr>
          <p:nvPr/>
        </p:nvCxnSpPr>
        <p:spPr>
          <a:xfrm>
            <a:off x="7445643" y="31068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Connector 484">
            <a:extLst>
              <a:ext uri="{FF2B5EF4-FFF2-40B4-BE49-F238E27FC236}">
                <a16:creationId xmlns:a16="http://schemas.microsoft.com/office/drawing/2014/main" id="{F108A201-FE19-47AF-86BC-5D833BD5F6A7}"/>
              </a:ext>
            </a:extLst>
          </p:cNvPr>
          <p:cNvCxnSpPr>
            <a:cxnSpLocks/>
          </p:cNvCxnSpPr>
          <p:nvPr/>
        </p:nvCxnSpPr>
        <p:spPr>
          <a:xfrm>
            <a:off x="7628523" y="31068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Straight Connector 485">
            <a:extLst>
              <a:ext uri="{FF2B5EF4-FFF2-40B4-BE49-F238E27FC236}">
                <a16:creationId xmlns:a16="http://schemas.microsoft.com/office/drawing/2014/main" id="{580C196D-C1EC-46DF-968A-E6ECD6F03157}"/>
              </a:ext>
            </a:extLst>
          </p:cNvPr>
          <p:cNvCxnSpPr>
            <a:cxnSpLocks/>
          </p:cNvCxnSpPr>
          <p:nvPr/>
        </p:nvCxnSpPr>
        <p:spPr>
          <a:xfrm>
            <a:off x="7792084" y="310173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Connector 486">
            <a:extLst>
              <a:ext uri="{FF2B5EF4-FFF2-40B4-BE49-F238E27FC236}">
                <a16:creationId xmlns:a16="http://schemas.microsoft.com/office/drawing/2014/main" id="{32D7E626-0A8B-483E-9823-3385F6FC25BF}"/>
              </a:ext>
            </a:extLst>
          </p:cNvPr>
          <p:cNvCxnSpPr>
            <a:cxnSpLocks/>
          </p:cNvCxnSpPr>
          <p:nvPr/>
        </p:nvCxnSpPr>
        <p:spPr>
          <a:xfrm>
            <a:off x="7949564" y="310173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Connector 487">
            <a:extLst>
              <a:ext uri="{FF2B5EF4-FFF2-40B4-BE49-F238E27FC236}">
                <a16:creationId xmlns:a16="http://schemas.microsoft.com/office/drawing/2014/main" id="{83BA41AF-686B-4EDA-BFA2-8A644B7CBACE}"/>
              </a:ext>
            </a:extLst>
          </p:cNvPr>
          <p:cNvCxnSpPr>
            <a:cxnSpLocks/>
          </p:cNvCxnSpPr>
          <p:nvPr/>
        </p:nvCxnSpPr>
        <p:spPr>
          <a:xfrm>
            <a:off x="8107044" y="310173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Connector 488">
            <a:extLst>
              <a:ext uri="{FF2B5EF4-FFF2-40B4-BE49-F238E27FC236}">
                <a16:creationId xmlns:a16="http://schemas.microsoft.com/office/drawing/2014/main" id="{B0D5733F-64BB-4ED7-AAF9-AA81A1FCB9B3}"/>
              </a:ext>
            </a:extLst>
          </p:cNvPr>
          <p:cNvCxnSpPr>
            <a:cxnSpLocks/>
          </p:cNvCxnSpPr>
          <p:nvPr/>
        </p:nvCxnSpPr>
        <p:spPr>
          <a:xfrm>
            <a:off x="8289924" y="310173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Connector 489">
            <a:extLst>
              <a:ext uri="{FF2B5EF4-FFF2-40B4-BE49-F238E27FC236}">
                <a16:creationId xmlns:a16="http://schemas.microsoft.com/office/drawing/2014/main" id="{6B316FD6-1992-4B0B-B078-98E257715AE5}"/>
              </a:ext>
            </a:extLst>
          </p:cNvPr>
          <p:cNvCxnSpPr>
            <a:cxnSpLocks/>
          </p:cNvCxnSpPr>
          <p:nvPr/>
        </p:nvCxnSpPr>
        <p:spPr>
          <a:xfrm>
            <a:off x="8467724" y="31068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Straight Connector 490">
            <a:extLst>
              <a:ext uri="{FF2B5EF4-FFF2-40B4-BE49-F238E27FC236}">
                <a16:creationId xmlns:a16="http://schemas.microsoft.com/office/drawing/2014/main" id="{BC8087B6-ED69-4A6D-91F8-805A8436C668}"/>
              </a:ext>
            </a:extLst>
          </p:cNvPr>
          <p:cNvCxnSpPr>
            <a:cxnSpLocks/>
          </p:cNvCxnSpPr>
          <p:nvPr/>
        </p:nvCxnSpPr>
        <p:spPr>
          <a:xfrm>
            <a:off x="8625204" y="31068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Straight Connector 491">
            <a:extLst>
              <a:ext uri="{FF2B5EF4-FFF2-40B4-BE49-F238E27FC236}">
                <a16:creationId xmlns:a16="http://schemas.microsoft.com/office/drawing/2014/main" id="{42F211A3-E701-4536-B84D-85F9A5A1217D}"/>
              </a:ext>
            </a:extLst>
          </p:cNvPr>
          <p:cNvCxnSpPr>
            <a:cxnSpLocks/>
          </p:cNvCxnSpPr>
          <p:nvPr/>
        </p:nvCxnSpPr>
        <p:spPr>
          <a:xfrm>
            <a:off x="8782684" y="31068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Straight Connector 492">
            <a:extLst>
              <a:ext uri="{FF2B5EF4-FFF2-40B4-BE49-F238E27FC236}">
                <a16:creationId xmlns:a16="http://schemas.microsoft.com/office/drawing/2014/main" id="{D5EFC8DA-19D3-4C8E-985A-BD3073FFAC7E}"/>
              </a:ext>
            </a:extLst>
          </p:cNvPr>
          <p:cNvCxnSpPr>
            <a:cxnSpLocks/>
          </p:cNvCxnSpPr>
          <p:nvPr/>
        </p:nvCxnSpPr>
        <p:spPr>
          <a:xfrm>
            <a:off x="8965564" y="31068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Connector 493">
            <a:extLst>
              <a:ext uri="{FF2B5EF4-FFF2-40B4-BE49-F238E27FC236}">
                <a16:creationId xmlns:a16="http://schemas.microsoft.com/office/drawing/2014/main" id="{AD78E3A8-3D37-4E0C-B690-03A98317F3E5}"/>
              </a:ext>
            </a:extLst>
          </p:cNvPr>
          <p:cNvCxnSpPr>
            <a:cxnSpLocks/>
          </p:cNvCxnSpPr>
          <p:nvPr/>
        </p:nvCxnSpPr>
        <p:spPr>
          <a:xfrm>
            <a:off x="9152521" y="310173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551B7221-40F0-4864-AEF5-918EEFE68769}"/>
              </a:ext>
            </a:extLst>
          </p:cNvPr>
          <p:cNvCxnSpPr>
            <a:cxnSpLocks/>
          </p:cNvCxnSpPr>
          <p:nvPr/>
        </p:nvCxnSpPr>
        <p:spPr>
          <a:xfrm>
            <a:off x="9310001" y="310173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Connector 495">
            <a:extLst>
              <a:ext uri="{FF2B5EF4-FFF2-40B4-BE49-F238E27FC236}">
                <a16:creationId xmlns:a16="http://schemas.microsoft.com/office/drawing/2014/main" id="{1D7C1384-6DC5-4C29-9D23-D01705CB8792}"/>
              </a:ext>
            </a:extLst>
          </p:cNvPr>
          <p:cNvCxnSpPr>
            <a:cxnSpLocks/>
          </p:cNvCxnSpPr>
          <p:nvPr/>
        </p:nvCxnSpPr>
        <p:spPr>
          <a:xfrm>
            <a:off x="9467481" y="310173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BB4EDC43-3CD5-4219-AAA7-6518836E2ED4}"/>
              </a:ext>
            </a:extLst>
          </p:cNvPr>
          <p:cNvCxnSpPr>
            <a:cxnSpLocks/>
          </p:cNvCxnSpPr>
          <p:nvPr/>
        </p:nvCxnSpPr>
        <p:spPr>
          <a:xfrm>
            <a:off x="9650361" y="310173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Connector 497">
            <a:extLst>
              <a:ext uri="{FF2B5EF4-FFF2-40B4-BE49-F238E27FC236}">
                <a16:creationId xmlns:a16="http://schemas.microsoft.com/office/drawing/2014/main" id="{34DC0EE9-98C2-42B7-BC71-3F3AF2F76E24}"/>
              </a:ext>
            </a:extLst>
          </p:cNvPr>
          <p:cNvCxnSpPr>
            <a:cxnSpLocks/>
          </p:cNvCxnSpPr>
          <p:nvPr/>
        </p:nvCxnSpPr>
        <p:spPr>
          <a:xfrm>
            <a:off x="9828161" y="31068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Connector 498">
            <a:extLst>
              <a:ext uri="{FF2B5EF4-FFF2-40B4-BE49-F238E27FC236}">
                <a16:creationId xmlns:a16="http://schemas.microsoft.com/office/drawing/2014/main" id="{2D4AA1F6-6293-46CA-8598-519FA9DF22E3}"/>
              </a:ext>
            </a:extLst>
          </p:cNvPr>
          <p:cNvCxnSpPr>
            <a:cxnSpLocks/>
          </p:cNvCxnSpPr>
          <p:nvPr/>
        </p:nvCxnSpPr>
        <p:spPr>
          <a:xfrm>
            <a:off x="9985641" y="31068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9A35E80C-CC0C-4789-9D10-B63CE200B6A9}"/>
              </a:ext>
            </a:extLst>
          </p:cNvPr>
          <p:cNvCxnSpPr>
            <a:cxnSpLocks/>
          </p:cNvCxnSpPr>
          <p:nvPr/>
        </p:nvCxnSpPr>
        <p:spPr>
          <a:xfrm>
            <a:off x="10143121" y="31068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Connector 500">
            <a:extLst>
              <a:ext uri="{FF2B5EF4-FFF2-40B4-BE49-F238E27FC236}">
                <a16:creationId xmlns:a16="http://schemas.microsoft.com/office/drawing/2014/main" id="{4B47E851-FFF4-4512-8E8D-8E2832B36EE7}"/>
              </a:ext>
            </a:extLst>
          </p:cNvPr>
          <p:cNvCxnSpPr>
            <a:cxnSpLocks/>
          </p:cNvCxnSpPr>
          <p:nvPr/>
        </p:nvCxnSpPr>
        <p:spPr>
          <a:xfrm>
            <a:off x="10326001" y="31068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773E6DA4-78CD-4708-B554-A7166BA29DCD}"/>
              </a:ext>
            </a:extLst>
          </p:cNvPr>
          <p:cNvCxnSpPr>
            <a:cxnSpLocks/>
          </p:cNvCxnSpPr>
          <p:nvPr/>
        </p:nvCxnSpPr>
        <p:spPr>
          <a:xfrm>
            <a:off x="10498721" y="310173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Connector 502">
            <a:extLst>
              <a:ext uri="{FF2B5EF4-FFF2-40B4-BE49-F238E27FC236}">
                <a16:creationId xmlns:a16="http://schemas.microsoft.com/office/drawing/2014/main" id="{A5E497D4-D5AD-49FC-86E7-8C85A6CA7355}"/>
              </a:ext>
            </a:extLst>
          </p:cNvPr>
          <p:cNvCxnSpPr>
            <a:cxnSpLocks/>
          </p:cNvCxnSpPr>
          <p:nvPr/>
        </p:nvCxnSpPr>
        <p:spPr>
          <a:xfrm>
            <a:off x="10656201" y="310173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9CBF36C9-5850-4C8E-B5C7-25A1C783CBF6}"/>
              </a:ext>
            </a:extLst>
          </p:cNvPr>
          <p:cNvCxnSpPr>
            <a:cxnSpLocks/>
          </p:cNvCxnSpPr>
          <p:nvPr/>
        </p:nvCxnSpPr>
        <p:spPr>
          <a:xfrm>
            <a:off x="10813681" y="310173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504">
            <a:extLst>
              <a:ext uri="{FF2B5EF4-FFF2-40B4-BE49-F238E27FC236}">
                <a16:creationId xmlns:a16="http://schemas.microsoft.com/office/drawing/2014/main" id="{BB8B06CB-C28C-4F9B-822D-FB421068439B}"/>
              </a:ext>
            </a:extLst>
          </p:cNvPr>
          <p:cNvCxnSpPr>
            <a:cxnSpLocks/>
          </p:cNvCxnSpPr>
          <p:nvPr/>
        </p:nvCxnSpPr>
        <p:spPr>
          <a:xfrm>
            <a:off x="10996561" y="310173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3BF8AD29-4F22-48C3-A464-1EC2CC1F3D0B}"/>
              </a:ext>
            </a:extLst>
          </p:cNvPr>
          <p:cNvCxnSpPr>
            <a:cxnSpLocks/>
          </p:cNvCxnSpPr>
          <p:nvPr/>
        </p:nvCxnSpPr>
        <p:spPr>
          <a:xfrm>
            <a:off x="11174361" y="31068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420800BE-BEED-4A03-A024-F050FEDC83A1}"/>
              </a:ext>
            </a:extLst>
          </p:cNvPr>
          <p:cNvCxnSpPr>
            <a:cxnSpLocks/>
          </p:cNvCxnSpPr>
          <p:nvPr/>
        </p:nvCxnSpPr>
        <p:spPr>
          <a:xfrm>
            <a:off x="11331841" y="31068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Connector 507">
            <a:extLst>
              <a:ext uri="{FF2B5EF4-FFF2-40B4-BE49-F238E27FC236}">
                <a16:creationId xmlns:a16="http://schemas.microsoft.com/office/drawing/2014/main" id="{7A30425D-5BD5-43FC-8881-E3FEDFED4475}"/>
              </a:ext>
            </a:extLst>
          </p:cNvPr>
          <p:cNvCxnSpPr>
            <a:cxnSpLocks/>
          </p:cNvCxnSpPr>
          <p:nvPr/>
        </p:nvCxnSpPr>
        <p:spPr>
          <a:xfrm>
            <a:off x="11489321" y="31068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BFC117B1-9435-481C-9C26-7629AC621597}"/>
              </a:ext>
            </a:extLst>
          </p:cNvPr>
          <p:cNvCxnSpPr>
            <a:cxnSpLocks/>
          </p:cNvCxnSpPr>
          <p:nvPr/>
        </p:nvCxnSpPr>
        <p:spPr>
          <a:xfrm>
            <a:off x="11672201" y="31068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E5CDB130-F53D-4343-A0F2-8328C80E0878}"/>
              </a:ext>
            </a:extLst>
          </p:cNvPr>
          <p:cNvCxnSpPr>
            <a:cxnSpLocks/>
          </p:cNvCxnSpPr>
          <p:nvPr/>
        </p:nvCxnSpPr>
        <p:spPr>
          <a:xfrm>
            <a:off x="6450070" y="225706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13D49C04-E453-4510-8FB0-71A68A11A21F}"/>
              </a:ext>
            </a:extLst>
          </p:cNvPr>
          <p:cNvCxnSpPr>
            <a:cxnSpLocks/>
          </p:cNvCxnSpPr>
          <p:nvPr/>
        </p:nvCxnSpPr>
        <p:spPr>
          <a:xfrm>
            <a:off x="6607550" y="225706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Straight Connector 511">
            <a:extLst>
              <a:ext uri="{FF2B5EF4-FFF2-40B4-BE49-F238E27FC236}">
                <a16:creationId xmlns:a16="http://schemas.microsoft.com/office/drawing/2014/main" id="{A68C8427-4862-4949-BF52-32B8BB2A099E}"/>
              </a:ext>
            </a:extLst>
          </p:cNvPr>
          <p:cNvCxnSpPr>
            <a:cxnSpLocks/>
          </p:cNvCxnSpPr>
          <p:nvPr/>
        </p:nvCxnSpPr>
        <p:spPr>
          <a:xfrm>
            <a:off x="6765030" y="225706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DC903955-F8AD-4297-BB55-472AD4CC4C7B}"/>
              </a:ext>
            </a:extLst>
          </p:cNvPr>
          <p:cNvCxnSpPr>
            <a:cxnSpLocks/>
          </p:cNvCxnSpPr>
          <p:nvPr/>
        </p:nvCxnSpPr>
        <p:spPr>
          <a:xfrm>
            <a:off x="6947910" y="225706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791C1F97-F232-4D84-91AD-916D5C910EEC}"/>
              </a:ext>
            </a:extLst>
          </p:cNvPr>
          <p:cNvCxnSpPr>
            <a:cxnSpLocks/>
          </p:cNvCxnSpPr>
          <p:nvPr/>
        </p:nvCxnSpPr>
        <p:spPr>
          <a:xfrm>
            <a:off x="7125710" y="226221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9A3F9E14-E69F-4216-9312-5243EEE5F439}"/>
              </a:ext>
            </a:extLst>
          </p:cNvPr>
          <p:cNvCxnSpPr>
            <a:cxnSpLocks/>
          </p:cNvCxnSpPr>
          <p:nvPr/>
        </p:nvCxnSpPr>
        <p:spPr>
          <a:xfrm>
            <a:off x="7283190" y="226221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1758D3C2-C6CE-4CF0-80E8-896242265D0A}"/>
              </a:ext>
            </a:extLst>
          </p:cNvPr>
          <p:cNvCxnSpPr>
            <a:cxnSpLocks/>
          </p:cNvCxnSpPr>
          <p:nvPr/>
        </p:nvCxnSpPr>
        <p:spPr>
          <a:xfrm>
            <a:off x="7440670" y="226221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Straight Connector 516">
            <a:extLst>
              <a:ext uri="{FF2B5EF4-FFF2-40B4-BE49-F238E27FC236}">
                <a16:creationId xmlns:a16="http://schemas.microsoft.com/office/drawing/2014/main" id="{DE90B0C9-BB20-41CD-B767-864B8B10E0AC}"/>
              </a:ext>
            </a:extLst>
          </p:cNvPr>
          <p:cNvCxnSpPr>
            <a:cxnSpLocks/>
          </p:cNvCxnSpPr>
          <p:nvPr/>
        </p:nvCxnSpPr>
        <p:spPr>
          <a:xfrm>
            <a:off x="7623550" y="226221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Straight Connector 517">
            <a:extLst>
              <a:ext uri="{FF2B5EF4-FFF2-40B4-BE49-F238E27FC236}">
                <a16:creationId xmlns:a16="http://schemas.microsoft.com/office/drawing/2014/main" id="{8B044BA9-5416-4A10-B21C-297027C2E6D5}"/>
              </a:ext>
            </a:extLst>
          </p:cNvPr>
          <p:cNvCxnSpPr>
            <a:cxnSpLocks/>
          </p:cNvCxnSpPr>
          <p:nvPr/>
        </p:nvCxnSpPr>
        <p:spPr>
          <a:xfrm>
            <a:off x="7787111" y="225706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Straight Connector 518">
            <a:extLst>
              <a:ext uri="{FF2B5EF4-FFF2-40B4-BE49-F238E27FC236}">
                <a16:creationId xmlns:a16="http://schemas.microsoft.com/office/drawing/2014/main" id="{128DDF77-8A29-41AF-9A2F-97978A1E5163}"/>
              </a:ext>
            </a:extLst>
          </p:cNvPr>
          <p:cNvCxnSpPr>
            <a:cxnSpLocks/>
          </p:cNvCxnSpPr>
          <p:nvPr/>
        </p:nvCxnSpPr>
        <p:spPr>
          <a:xfrm>
            <a:off x="7944591" y="225706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Straight Connector 519">
            <a:extLst>
              <a:ext uri="{FF2B5EF4-FFF2-40B4-BE49-F238E27FC236}">
                <a16:creationId xmlns:a16="http://schemas.microsoft.com/office/drawing/2014/main" id="{EE715DC3-E40A-457C-9301-F6C0D79B0EFE}"/>
              </a:ext>
            </a:extLst>
          </p:cNvPr>
          <p:cNvCxnSpPr>
            <a:cxnSpLocks/>
          </p:cNvCxnSpPr>
          <p:nvPr/>
        </p:nvCxnSpPr>
        <p:spPr>
          <a:xfrm>
            <a:off x="8102071" y="225706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Straight Connector 520">
            <a:extLst>
              <a:ext uri="{FF2B5EF4-FFF2-40B4-BE49-F238E27FC236}">
                <a16:creationId xmlns:a16="http://schemas.microsoft.com/office/drawing/2014/main" id="{36AA657B-9BF9-4BB2-AD0F-01ACD4C33364}"/>
              </a:ext>
            </a:extLst>
          </p:cNvPr>
          <p:cNvCxnSpPr>
            <a:cxnSpLocks/>
          </p:cNvCxnSpPr>
          <p:nvPr/>
        </p:nvCxnSpPr>
        <p:spPr>
          <a:xfrm>
            <a:off x="8284951" y="225706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Connector 521">
            <a:extLst>
              <a:ext uri="{FF2B5EF4-FFF2-40B4-BE49-F238E27FC236}">
                <a16:creationId xmlns:a16="http://schemas.microsoft.com/office/drawing/2014/main" id="{65046536-A2F5-4917-A78D-AA9E3E69F6A7}"/>
              </a:ext>
            </a:extLst>
          </p:cNvPr>
          <p:cNvCxnSpPr>
            <a:cxnSpLocks/>
          </p:cNvCxnSpPr>
          <p:nvPr/>
        </p:nvCxnSpPr>
        <p:spPr>
          <a:xfrm>
            <a:off x="8462751" y="226221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Straight Connector 522">
            <a:extLst>
              <a:ext uri="{FF2B5EF4-FFF2-40B4-BE49-F238E27FC236}">
                <a16:creationId xmlns:a16="http://schemas.microsoft.com/office/drawing/2014/main" id="{1216AFDF-6F3A-4878-AD24-920E80A286B6}"/>
              </a:ext>
            </a:extLst>
          </p:cNvPr>
          <p:cNvCxnSpPr>
            <a:cxnSpLocks/>
          </p:cNvCxnSpPr>
          <p:nvPr/>
        </p:nvCxnSpPr>
        <p:spPr>
          <a:xfrm>
            <a:off x="8620231" y="226221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79DF6C4F-03D0-413B-BB79-B55286AD87A6}"/>
              </a:ext>
            </a:extLst>
          </p:cNvPr>
          <p:cNvCxnSpPr>
            <a:cxnSpLocks/>
          </p:cNvCxnSpPr>
          <p:nvPr/>
        </p:nvCxnSpPr>
        <p:spPr>
          <a:xfrm>
            <a:off x="8777711" y="226221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Connector 524">
            <a:extLst>
              <a:ext uri="{FF2B5EF4-FFF2-40B4-BE49-F238E27FC236}">
                <a16:creationId xmlns:a16="http://schemas.microsoft.com/office/drawing/2014/main" id="{E11ECF13-0185-4293-8DC2-9A2C785A7061}"/>
              </a:ext>
            </a:extLst>
          </p:cNvPr>
          <p:cNvCxnSpPr>
            <a:cxnSpLocks/>
          </p:cNvCxnSpPr>
          <p:nvPr/>
        </p:nvCxnSpPr>
        <p:spPr>
          <a:xfrm>
            <a:off x="8960591" y="226221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Connector 525">
            <a:extLst>
              <a:ext uri="{FF2B5EF4-FFF2-40B4-BE49-F238E27FC236}">
                <a16:creationId xmlns:a16="http://schemas.microsoft.com/office/drawing/2014/main" id="{ECA1DB8B-656B-4E3D-927F-9F004BF6AA80}"/>
              </a:ext>
            </a:extLst>
          </p:cNvPr>
          <p:cNvCxnSpPr>
            <a:cxnSpLocks/>
          </p:cNvCxnSpPr>
          <p:nvPr/>
        </p:nvCxnSpPr>
        <p:spPr>
          <a:xfrm>
            <a:off x="9147548" y="225706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05F2C60B-7253-4EC7-B7F1-17654F3D77E8}"/>
              </a:ext>
            </a:extLst>
          </p:cNvPr>
          <p:cNvCxnSpPr>
            <a:cxnSpLocks/>
          </p:cNvCxnSpPr>
          <p:nvPr/>
        </p:nvCxnSpPr>
        <p:spPr>
          <a:xfrm>
            <a:off x="9305028" y="225706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E15D36C2-BC19-4097-AD2E-441715CC8694}"/>
              </a:ext>
            </a:extLst>
          </p:cNvPr>
          <p:cNvCxnSpPr>
            <a:cxnSpLocks/>
          </p:cNvCxnSpPr>
          <p:nvPr/>
        </p:nvCxnSpPr>
        <p:spPr>
          <a:xfrm>
            <a:off x="9462508" y="225706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Connector 528">
            <a:extLst>
              <a:ext uri="{FF2B5EF4-FFF2-40B4-BE49-F238E27FC236}">
                <a16:creationId xmlns:a16="http://schemas.microsoft.com/office/drawing/2014/main" id="{A3DD1AB8-1B5F-426E-BCC3-2CE2D4270F64}"/>
              </a:ext>
            </a:extLst>
          </p:cNvPr>
          <p:cNvCxnSpPr>
            <a:cxnSpLocks/>
          </p:cNvCxnSpPr>
          <p:nvPr/>
        </p:nvCxnSpPr>
        <p:spPr>
          <a:xfrm>
            <a:off x="9645388" y="225706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8403BF58-A1E8-4035-BAD7-4E4620BC96BE}"/>
              </a:ext>
            </a:extLst>
          </p:cNvPr>
          <p:cNvCxnSpPr>
            <a:cxnSpLocks/>
          </p:cNvCxnSpPr>
          <p:nvPr/>
        </p:nvCxnSpPr>
        <p:spPr>
          <a:xfrm>
            <a:off x="9823188" y="226221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2C52CD93-007A-44BE-B98F-DD9BFC8AA3F6}"/>
              </a:ext>
            </a:extLst>
          </p:cNvPr>
          <p:cNvCxnSpPr>
            <a:cxnSpLocks/>
          </p:cNvCxnSpPr>
          <p:nvPr/>
        </p:nvCxnSpPr>
        <p:spPr>
          <a:xfrm>
            <a:off x="9980668" y="226221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Straight Connector 531">
            <a:extLst>
              <a:ext uri="{FF2B5EF4-FFF2-40B4-BE49-F238E27FC236}">
                <a16:creationId xmlns:a16="http://schemas.microsoft.com/office/drawing/2014/main" id="{CBC3523E-350D-4D26-9C0D-B444794C42B0}"/>
              </a:ext>
            </a:extLst>
          </p:cNvPr>
          <p:cNvCxnSpPr>
            <a:cxnSpLocks/>
          </p:cNvCxnSpPr>
          <p:nvPr/>
        </p:nvCxnSpPr>
        <p:spPr>
          <a:xfrm>
            <a:off x="10138148" y="226221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032A21FA-1AAD-48A9-9FD1-69C10B96BF67}"/>
              </a:ext>
            </a:extLst>
          </p:cNvPr>
          <p:cNvCxnSpPr>
            <a:cxnSpLocks/>
          </p:cNvCxnSpPr>
          <p:nvPr/>
        </p:nvCxnSpPr>
        <p:spPr>
          <a:xfrm>
            <a:off x="10321028" y="226221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Straight Connector 533">
            <a:extLst>
              <a:ext uri="{FF2B5EF4-FFF2-40B4-BE49-F238E27FC236}">
                <a16:creationId xmlns:a16="http://schemas.microsoft.com/office/drawing/2014/main" id="{C0B8D16E-885E-4249-B996-155D54BF5D71}"/>
              </a:ext>
            </a:extLst>
          </p:cNvPr>
          <p:cNvCxnSpPr>
            <a:cxnSpLocks/>
          </p:cNvCxnSpPr>
          <p:nvPr/>
        </p:nvCxnSpPr>
        <p:spPr>
          <a:xfrm>
            <a:off x="10493748" y="225706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Straight Connector 534">
            <a:extLst>
              <a:ext uri="{FF2B5EF4-FFF2-40B4-BE49-F238E27FC236}">
                <a16:creationId xmlns:a16="http://schemas.microsoft.com/office/drawing/2014/main" id="{BFF0FEE1-CF61-4367-80E8-373B15468B08}"/>
              </a:ext>
            </a:extLst>
          </p:cNvPr>
          <p:cNvCxnSpPr>
            <a:cxnSpLocks/>
          </p:cNvCxnSpPr>
          <p:nvPr/>
        </p:nvCxnSpPr>
        <p:spPr>
          <a:xfrm>
            <a:off x="10651228" y="225706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Straight Connector 535">
            <a:extLst>
              <a:ext uri="{FF2B5EF4-FFF2-40B4-BE49-F238E27FC236}">
                <a16:creationId xmlns:a16="http://schemas.microsoft.com/office/drawing/2014/main" id="{9DC9FBBB-82B0-480B-8243-33C02524D280}"/>
              </a:ext>
            </a:extLst>
          </p:cNvPr>
          <p:cNvCxnSpPr>
            <a:cxnSpLocks/>
          </p:cNvCxnSpPr>
          <p:nvPr/>
        </p:nvCxnSpPr>
        <p:spPr>
          <a:xfrm>
            <a:off x="10808708" y="225706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Straight Connector 536">
            <a:extLst>
              <a:ext uri="{FF2B5EF4-FFF2-40B4-BE49-F238E27FC236}">
                <a16:creationId xmlns:a16="http://schemas.microsoft.com/office/drawing/2014/main" id="{EFA27C83-39CC-4CF6-9F81-A245C1E9551D}"/>
              </a:ext>
            </a:extLst>
          </p:cNvPr>
          <p:cNvCxnSpPr>
            <a:cxnSpLocks/>
          </p:cNvCxnSpPr>
          <p:nvPr/>
        </p:nvCxnSpPr>
        <p:spPr>
          <a:xfrm>
            <a:off x="10991588" y="225706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Straight Connector 537">
            <a:extLst>
              <a:ext uri="{FF2B5EF4-FFF2-40B4-BE49-F238E27FC236}">
                <a16:creationId xmlns:a16="http://schemas.microsoft.com/office/drawing/2014/main" id="{DE2157FD-789A-4033-B4C7-F7662EE157AB}"/>
              </a:ext>
            </a:extLst>
          </p:cNvPr>
          <p:cNvCxnSpPr>
            <a:cxnSpLocks/>
          </p:cNvCxnSpPr>
          <p:nvPr/>
        </p:nvCxnSpPr>
        <p:spPr>
          <a:xfrm>
            <a:off x="11169388" y="226221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A3CEAEE8-90DF-4AD1-95EC-E28A2295E0C3}"/>
              </a:ext>
            </a:extLst>
          </p:cNvPr>
          <p:cNvCxnSpPr>
            <a:cxnSpLocks/>
          </p:cNvCxnSpPr>
          <p:nvPr/>
        </p:nvCxnSpPr>
        <p:spPr>
          <a:xfrm>
            <a:off x="11326868" y="226221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Straight Connector 539">
            <a:extLst>
              <a:ext uri="{FF2B5EF4-FFF2-40B4-BE49-F238E27FC236}">
                <a16:creationId xmlns:a16="http://schemas.microsoft.com/office/drawing/2014/main" id="{06A3580C-78FD-4A82-A2DF-DFEB403AD9B8}"/>
              </a:ext>
            </a:extLst>
          </p:cNvPr>
          <p:cNvCxnSpPr>
            <a:cxnSpLocks/>
          </p:cNvCxnSpPr>
          <p:nvPr/>
        </p:nvCxnSpPr>
        <p:spPr>
          <a:xfrm>
            <a:off x="11484348" y="226221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Straight Connector 540">
            <a:extLst>
              <a:ext uri="{FF2B5EF4-FFF2-40B4-BE49-F238E27FC236}">
                <a16:creationId xmlns:a16="http://schemas.microsoft.com/office/drawing/2014/main" id="{812589A5-7F75-4052-9C36-78898E32C070}"/>
              </a:ext>
            </a:extLst>
          </p:cNvPr>
          <p:cNvCxnSpPr>
            <a:cxnSpLocks/>
          </p:cNvCxnSpPr>
          <p:nvPr/>
        </p:nvCxnSpPr>
        <p:spPr>
          <a:xfrm>
            <a:off x="11667228" y="226221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9C9CCA86-3EE2-42E0-8E17-0E92F9F830D6}"/>
              </a:ext>
            </a:extLst>
          </p:cNvPr>
          <p:cNvCxnSpPr>
            <a:cxnSpLocks/>
          </p:cNvCxnSpPr>
          <p:nvPr/>
        </p:nvCxnSpPr>
        <p:spPr>
          <a:xfrm>
            <a:off x="6455130" y="14002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Straight Connector 542">
            <a:extLst>
              <a:ext uri="{FF2B5EF4-FFF2-40B4-BE49-F238E27FC236}">
                <a16:creationId xmlns:a16="http://schemas.microsoft.com/office/drawing/2014/main" id="{B9309EE8-07E5-4905-8BE4-10DA32DB8484}"/>
              </a:ext>
            </a:extLst>
          </p:cNvPr>
          <p:cNvCxnSpPr>
            <a:cxnSpLocks/>
          </p:cNvCxnSpPr>
          <p:nvPr/>
        </p:nvCxnSpPr>
        <p:spPr>
          <a:xfrm>
            <a:off x="6612610" y="14002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Straight Connector 543">
            <a:extLst>
              <a:ext uri="{FF2B5EF4-FFF2-40B4-BE49-F238E27FC236}">
                <a16:creationId xmlns:a16="http://schemas.microsoft.com/office/drawing/2014/main" id="{B4FE5CC1-B088-4B4C-861F-2516D8E7DA84}"/>
              </a:ext>
            </a:extLst>
          </p:cNvPr>
          <p:cNvCxnSpPr>
            <a:cxnSpLocks/>
          </p:cNvCxnSpPr>
          <p:nvPr/>
        </p:nvCxnSpPr>
        <p:spPr>
          <a:xfrm>
            <a:off x="6770090" y="14002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Connector 544">
            <a:extLst>
              <a:ext uri="{FF2B5EF4-FFF2-40B4-BE49-F238E27FC236}">
                <a16:creationId xmlns:a16="http://schemas.microsoft.com/office/drawing/2014/main" id="{2316ACAD-9D3F-4874-8BF1-FBCEE51437F4}"/>
              </a:ext>
            </a:extLst>
          </p:cNvPr>
          <p:cNvCxnSpPr>
            <a:cxnSpLocks/>
          </p:cNvCxnSpPr>
          <p:nvPr/>
        </p:nvCxnSpPr>
        <p:spPr>
          <a:xfrm>
            <a:off x="6952970" y="14002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545">
            <a:extLst>
              <a:ext uri="{FF2B5EF4-FFF2-40B4-BE49-F238E27FC236}">
                <a16:creationId xmlns:a16="http://schemas.microsoft.com/office/drawing/2014/main" id="{4719BC8B-033A-42D0-897A-24ABB2491B55}"/>
              </a:ext>
            </a:extLst>
          </p:cNvPr>
          <p:cNvCxnSpPr>
            <a:cxnSpLocks/>
          </p:cNvCxnSpPr>
          <p:nvPr/>
        </p:nvCxnSpPr>
        <p:spPr>
          <a:xfrm>
            <a:off x="7130770" y="140543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Straight Connector 546">
            <a:extLst>
              <a:ext uri="{FF2B5EF4-FFF2-40B4-BE49-F238E27FC236}">
                <a16:creationId xmlns:a16="http://schemas.microsoft.com/office/drawing/2014/main" id="{85172510-C9FD-47CE-9198-73A298C0C2E7}"/>
              </a:ext>
            </a:extLst>
          </p:cNvPr>
          <p:cNvCxnSpPr>
            <a:cxnSpLocks/>
          </p:cNvCxnSpPr>
          <p:nvPr/>
        </p:nvCxnSpPr>
        <p:spPr>
          <a:xfrm>
            <a:off x="7288250" y="140543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Straight Connector 547">
            <a:extLst>
              <a:ext uri="{FF2B5EF4-FFF2-40B4-BE49-F238E27FC236}">
                <a16:creationId xmlns:a16="http://schemas.microsoft.com/office/drawing/2014/main" id="{A36916AC-8318-4418-8BCC-A6D768D073BC}"/>
              </a:ext>
            </a:extLst>
          </p:cNvPr>
          <p:cNvCxnSpPr>
            <a:cxnSpLocks/>
          </p:cNvCxnSpPr>
          <p:nvPr/>
        </p:nvCxnSpPr>
        <p:spPr>
          <a:xfrm>
            <a:off x="7445730" y="140543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Straight Connector 548">
            <a:extLst>
              <a:ext uri="{FF2B5EF4-FFF2-40B4-BE49-F238E27FC236}">
                <a16:creationId xmlns:a16="http://schemas.microsoft.com/office/drawing/2014/main" id="{10525663-10A6-428B-AA3C-BE9DCEEB3D16}"/>
              </a:ext>
            </a:extLst>
          </p:cNvPr>
          <p:cNvCxnSpPr>
            <a:cxnSpLocks/>
          </p:cNvCxnSpPr>
          <p:nvPr/>
        </p:nvCxnSpPr>
        <p:spPr>
          <a:xfrm>
            <a:off x="7628610" y="140543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Straight Connector 549">
            <a:extLst>
              <a:ext uri="{FF2B5EF4-FFF2-40B4-BE49-F238E27FC236}">
                <a16:creationId xmlns:a16="http://schemas.microsoft.com/office/drawing/2014/main" id="{D2144679-1391-4DEC-B08C-0CCBC37919F8}"/>
              </a:ext>
            </a:extLst>
          </p:cNvPr>
          <p:cNvCxnSpPr>
            <a:cxnSpLocks/>
          </p:cNvCxnSpPr>
          <p:nvPr/>
        </p:nvCxnSpPr>
        <p:spPr>
          <a:xfrm>
            <a:off x="7792171" y="14002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Straight Connector 550">
            <a:extLst>
              <a:ext uri="{FF2B5EF4-FFF2-40B4-BE49-F238E27FC236}">
                <a16:creationId xmlns:a16="http://schemas.microsoft.com/office/drawing/2014/main" id="{8D531AB2-824E-444B-A575-46E1BB736B44}"/>
              </a:ext>
            </a:extLst>
          </p:cNvPr>
          <p:cNvCxnSpPr>
            <a:cxnSpLocks/>
          </p:cNvCxnSpPr>
          <p:nvPr/>
        </p:nvCxnSpPr>
        <p:spPr>
          <a:xfrm>
            <a:off x="7949651" y="14002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Straight Connector 551">
            <a:extLst>
              <a:ext uri="{FF2B5EF4-FFF2-40B4-BE49-F238E27FC236}">
                <a16:creationId xmlns:a16="http://schemas.microsoft.com/office/drawing/2014/main" id="{A1728EA3-CF05-40A8-A994-489F2263D6DD}"/>
              </a:ext>
            </a:extLst>
          </p:cNvPr>
          <p:cNvCxnSpPr>
            <a:cxnSpLocks/>
          </p:cNvCxnSpPr>
          <p:nvPr/>
        </p:nvCxnSpPr>
        <p:spPr>
          <a:xfrm>
            <a:off x="8107131" y="14002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Straight Connector 552">
            <a:extLst>
              <a:ext uri="{FF2B5EF4-FFF2-40B4-BE49-F238E27FC236}">
                <a16:creationId xmlns:a16="http://schemas.microsoft.com/office/drawing/2014/main" id="{E16D7FC2-3B95-41A9-A47E-453496010C8B}"/>
              </a:ext>
            </a:extLst>
          </p:cNvPr>
          <p:cNvCxnSpPr>
            <a:cxnSpLocks/>
          </p:cNvCxnSpPr>
          <p:nvPr/>
        </p:nvCxnSpPr>
        <p:spPr>
          <a:xfrm>
            <a:off x="8290011" y="14002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Straight Connector 553">
            <a:extLst>
              <a:ext uri="{FF2B5EF4-FFF2-40B4-BE49-F238E27FC236}">
                <a16:creationId xmlns:a16="http://schemas.microsoft.com/office/drawing/2014/main" id="{963767EB-3241-4E7C-94B7-81A4D9EFE3B3}"/>
              </a:ext>
            </a:extLst>
          </p:cNvPr>
          <p:cNvCxnSpPr>
            <a:cxnSpLocks/>
          </p:cNvCxnSpPr>
          <p:nvPr/>
        </p:nvCxnSpPr>
        <p:spPr>
          <a:xfrm>
            <a:off x="8467811" y="140543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Straight Connector 554">
            <a:extLst>
              <a:ext uri="{FF2B5EF4-FFF2-40B4-BE49-F238E27FC236}">
                <a16:creationId xmlns:a16="http://schemas.microsoft.com/office/drawing/2014/main" id="{62D876F8-BFFD-46A1-9465-A0368E5286E1}"/>
              </a:ext>
            </a:extLst>
          </p:cNvPr>
          <p:cNvCxnSpPr>
            <a:cxnSpLocks/>
          </p:cNvCxnSpPr>
          <p:nvPr/>
        </p:nvCxnSpPr>
        <p:spPr>
          <a:xfrm>
            <a:off x="8625291" y="140543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Straight Connector 555">
            <a:extLst>
              <a:ext uri="{FF2B5EF4-FFF2-40B4-BE49-F238E27FC236}">
                <a16:creationId xmlns:a16="http://schemas.microsoft.com/office/drawing/2014/main" id="{64D9AC17-85E0-4B11-AC63-3BCDD418BDDB}"/>
              </a:ext>
            </a:extLst>
          </p:cNvPr>
          <p:cNvCxnSpPr>
            <a:cxnSpLocks/>
          </p:cNvCxnSpPr>
          <p:nvPr/>
        </p:nvCxnSpPr>
        <p:spPr>
          <a:xfrm>
            <a:off x="8782771" y="140543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Straight Connector 556">
            <a:extLst>
              <a:ext uri="{FF2B5EF4-FFF2-40B4-BE49-F238E27FC236}">
                <a16:creationId xmlns:a16="http://schemas.microsoft.com/office/drawing/2014/main" id="{E9BF295E-5BDC-43CB-B7BA-786B88A2BAE3}"/>
              </a:ext>
            </a:extLst>
          </p:cNvPr>
          <p:cNvCxnSpPr>
            <a:cxnSpLocks/>
          </p:cNvCxnSpPr>
          <p:nvPr/>
        </p:nvCxnSpPr>
        <p:spPr>
          <a:xfrm>
            <a:off x="8965651" y="140543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Straight Connector 557">
            <a:extLst>
              <a:ext uri="{FF2B5EF4-FFF2-40B4-BE49-F238E27FC236}">
                <a16:creationId xmlns:a16="http://schemas.microsoft.com/office/drawing/2014/main" id="{3F9045A1-0391-4362-8071-8B556AF9CBAF}"/>
              </a:ext>
            </a:extLst>
          </p:cNvPr>
          <p:cNvCxnSpPr>
            <a:cxnSpLocks/>
          </p:cNvCxnSpPr>
          <p:nvPr/>
        </p:nvCxnSpPr>
        <p:spPr>
          <a:xfrm>
            <a:off x="9152608" y="14002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Connector 558">
            <a:extLst>
              <a:ext uri="{FF2B5EF4-FFF2-40B4-BE49-F238E27FC236}">
                <a16:creationId xmlns:a16="http://schemas.microsoft.com/office/drawing/2014/main" id="{A21AFFC1-58CE-4891-A6BA-B379A3A02E1C}"/>
              </a:ext>
            </a:extLst>
          </p:cNvPr>
          <p:cNvCxnSpPr>
            <a:cxnSpLocks/>
          </p:cNvCxnSpPr>
          <p:nvPr/>
        </p:nvCxnSpPr>
        <p:spPr>
          <a:xfrm>
            <a:off x="9310088" y="14002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7E06BB46-5C5F-4B84-8EDE-7680256A7F2A}"/>
              </a:ext>
            </a:extLst>
          </p:cNvPr>
          <p:cNvCxnSpPr>
            <a:cxnSpLocks/>
          </p:cNvCxnSpPr>
          <p:nvPr/>
        </p:nvCxnSpPr>
        <p:spPr>
          <a:xfrm>
            <a:off x="9467568" y="14002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Connector 560">
            <a:extLst>
              <a:ext uri="{FF2B5EF4-FFF2-40B4-BE49-F238E27FC236}">
                <a16:creationId xmlns:a16="http://schemas.microsoft.com/office/drawing/2014/main" id="{D9327A8B-B008-4156-9735-19E45DB2B943}"/>
              </a:ext>
            </a:extLst>
          </p:cNvPr>
          <p:cNvCxnSpPr>
            <a:cxnSpLocks/>
          </p:cNvCxnSpPr>
          <p:nvPr/>
        </p:nvCxnSpPr>
        <p:spPr>
          <a:xfrm>
            <a:off x="9650448" y="14002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Connector 561">
            <a:extLst>
              <a:ext uri="{FF2B5EF4-FFF2-40B4-BE49-F238E27FC236}">
                <a16:creationId xmlns:a16="http://schemas.microsoft.com/office/drawing/2014/main" id="{EDD52FDC-ACCC-4675-B37F-035C2E5EECFD}"/>
              </a:ext>
            </a:extLst>
          </p:cNvPr>
          <p:cNvCxnSpPr>
            <a:cxnSpLocks/>
          </p:cNvCxnSpPr>
          <p:nvPr/>
        </p:nvCxnSpPr>
        <p:spPr>
          <a:xfrm>
            <a:off x="9828248" y="140543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E520414E-21C2-4AE3-8497-ADF1F976482F}"/>
              </a:ext>
            </a:extLst>
          </p:cNvPr>
          <p:cNvCxnSpPr>
            <a:cxnSpLocks/>
          </p:cNvCxnSpPr>
          <p:nvPr/>
        </p:nvCxnSpPr>
        <p:spPr>
          <a:xfrm>
            <a:off x="9985728" y="140543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Straight Connector 563">
            <a:extLst>
              <a:ext uri="{FF2B5EF4-FFF2-40B4-BE49-F238E27FC236}">
                <a16:creationId xmlns:a16="http://schemas.microsoft.com/office/drawing/2014/main" id="{94E6194D-C482-4D9C-92E4-FDDA47098B69}"/>
              </a:ext>
            </a:extLst>
          </p:cNvPr>
          <p:cNvCxnSpPr>
            <a:cxnSpLocks/>
          </p:cNvCxnSpPr>
          <p:nvPr/>
        </p:nvCxnSpPr>
        <p:spPr>
          <a:xfrm>
            <a:off x="10143208" y="140543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Straight Connector 564">
            <a:extLst>
              <a:ext uri="{FF2B5EF4-FFF2-40B4-BE49-F238E27FC236}">
                <a16:creationId xmlns:a16="http://schemas.microsoft.com/office/drawing/2014/main" id="{72B62037-45EC-4CDA-9923-F6439C9B773F}"/>
              </a:ext>
            </a:extLst>
          </p:cNvPr>
          <p:cNvCxnSpPr>
            <a:cxnSpLocks/>
          </p:cNvCxnSpPr>
          <p:nvPr/>
        </p:nvCxnSpPr>
        <p:spPr>
          <a:xfrm>
            <a:off x="10326088" y="140543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Straight Connector 565">
            <a:extLst>
              <a:ext uri="{FF2B5EF4-FFF2-40B4-BE49-F238E27FC236}">
                <a16:creationId xmlns:a16="http://schemas.microsoft.com/office/drawing/2014/main" id="{42BCE538-1792-4ECB-9EA2-6BAB82C25F4A}"/>
              </a:ext>
            </a:extLst>
          </p:cNvPr>
          <p:cNvCxnSpPr>
            <a:cxnSpLocks/>
          </p:cNvCxnSpPr>
          <p:nvPr/>
        </p:nvCxnSpPr>
        <p:spPr>
          <a:xfrm>
            <a:off x="10498808" y="14002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Straight Connector 566">
            <a:extLst>
              <a:ext uri="{FF2B5EF4-FFF2-40B4-BE49-F238E27FC236}">
                <a16:creationId xmlns:a16="http://schemas.microsoft.com/office/drawing/2014/main" id="{64876777-B938-411D-800B-8288632CA961}"/>
              </a:ext>
            </a:extLst>
          </p:cNvPr>
          <p:cNvCxnSpPr>
            <a:cxnSpLocks/>
          </p:cNvCxnSpPr>
          <p:nvPr/>
        </p:nvCxnSpPr>
        <p:spPr>
          <a:xfrm>
            <a:off x="10656288" y="14002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C6A315EC-3A8F-48BE-9AEA-CDDDD2DEDADE}"/>
              </a:ext>
            </a:extLst>
          </p:cNvPr>
          <p:cNvCxnSpPr>
            <a:cxnSpLocks/>
          </p:cNvCxnSpPr>
          <p:nvPr/>
        </p:nvCxnSpPr>
        <p:spPr>
          <a:xfrm>
            <a:off x="10813768" y="14002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Connector 568">
            <a:extLst>
              <a:ext uri="{FF2B5EF4-FFF2-40B4-BE49-F238E27FC236}">
                <a16:creationId xmlns:a16="http://schemas.microsoft.com/office/drawing/2014/main" id="{70FE75A0-2B58-4F1D-9809-A7BBA31BBEA4}"/>
              </a:ext>
            </a:extLst>
          </p:cNvPr>
          <p:cNvCxnSpPr>
            <a:cxnSpLocks/>
          </p:cNvCxnSpPr>
          <p:nvPr/>
        </p:nvCxnSpPr>
        <p:spPr>
          <a:xfrm>
            <a:off x="10996648" y="14002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890D6F11-D1F8-42EA-8959-5DA18B726757}"/>
              </a:ext>
            </a:extLst>
          </p:cNvPr>
          <p:cNvCxnSpPr>
            <a:cxnSpLocks/>
          </p:cNvCxnSpPr>
          <p:nvPr/>
        </p:nvCxnSpPr>
        <p:spPr>
          <a:xfrm>
            <a:off x="11174448" y="140543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CEC36B9C-BAC5-4D2C-8D23-7A1FE16244CB}"/>
              </a:ext>
            </a:extLst>
          </p:cNvPr>
          <p:cNvCxnSpPr>
            <a:cxnSpLocks/>
          </p:cNvCxnSpPr>
          <p:nvPr/>
        </p:nvCxnSpPr>
        <p:spPr>
          <a:xfrm>
            <a:off x="11331928" y="140543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550F9873-A095-4C94-8FC1-4C670EF99756}"/>
              </a:ext>
            </a:extLst>
          </p:cNvPr>
          <p:cNvCxnSpPr>
            <a:cxnSpLocks/>
          </p:cNvCxnSpPr>
          <p:nvPr/>
        </p:nvCxnSpPr>
        <p:spPr>
          <a:xfrm>
            <a:off x="11489408" y="140543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Straight Connector 572">
            <a:extLst>
              <a:ext uri="{FF2B5EF4-FFF2-40B4-BE49-F238E27FC236}">
                <a16:creationId xmlns:a16="http://schemas.microsoft.com/office/drawing/2014/main" id="{45810C10-6EE1-47A8-A96D-15D8AA9A07BD}"/>
              </a:ext>
            </a:extLst>
          </p:cNvPr>
          <p:cNvCxnSpPr>
            <a:cxnSpLocks/>
          </p:cNvCxnSpPr>
          <p:nvPr/>
        </p:nvCxnSpPr>
        <p:spPr>
          <a:xfrm>
            <a:off x="11672288" y="140543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6" name="Straight Connector 605">
            <a:extLst>
              <a:ext uri="{FF2B5EF4-FFF2-40B4-BE49-F238E27FC236}">
                <a16:creationId xmlns:a16="http://schemas.microsoft.com/office/drawing/2014/main" id="{E171B287-0BD2-4991-93E0-C3127EB3774E}"/>
              </a:ext>
            </a:extLst>
          </p:cNvPr>
          <p:cNvCxnSpPr>
            <a:cxnSpLocks/>
          </p:cNvCxnSpPr>
          <p:nvPr/>
        </p:nvCxnSpPr>
        <p:spPr>
          <a:xfrm flipH="1">
            <a:off x="6456809" y="3103198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08F8698E-BF57-4AF7-A5FF-4909EB84E629}"/>
              </a:ext>
            </a:extLst>
          </p:cNvPr>
          <p:cNvCxnSpPr>
            <a:cxnSpLocks/>
          </p:cNvCxnSpPr>
          <p:nvPr/>
        </p:nvCxnSpPr>
        <p:spPr>
          <a:xfrm flipH="1">
            <a:off x="6613867" y="3106780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Straight Connector 607">
            <a:extLst>
              <a:ext uri="{FF2B5EF4-FFF2-40B4-BE49-F238E27FC236}">
                <a16:creationId xmlns:a16="http://schemas.microsoft.com/office/drawing/2014/main" id="{EA589E21-D812-4BBD-98F6-B07926AB3322}"/>
              </a:ext>
            </a:extLst>
          </p:cNvPr>
          <p:cNvCxnSpPr>
            <a:cxnSpLocks/>
          </p:cNvCxnSpPr>
          <p:nvPr/>
        </p:nvCxnSpPr>
        <p:spPr>
          <a:xfrm flipH="1">
            <a:off x="6770003" y="3106826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Straight Connector 608">
            <a:extLst>
              <a:ext uri="{FF2B5EF4-FFF2-40B4-BE49-F238E27FC236}">
                <a16:creationId xmlns:a16="http://schemas.microsoft.com/office/drawing/2014/main" id="{8EB0970F-6F49-4414-82C9-CB65CD1BC656}"/>
              </a:ext>
            </a:extLst>
          </p:cNvPr>
          <p:cNvCxnSpPr>
            <a:cxnSpLocks/>
          </p:cNvCxnSpPr>
          <p:nvPr/>
        </p:nvCxnSpPr>
        <p:spPr>
          <a:xfrm flipH="1">
            <a:off x="6960307" y="3103152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F2D726E5-E250-43BE-9841-63880173154C}"/>
              </a:ext>
            </a:extLst>
          </p:cNvPr>
          <p:cNvCxnSpPr>
            <a:cxnSpLocks/>
          </p:cNvCxnSpPr>
          <p:nvPr/>
        </p:nvCxnSpPr>
        <p:spPr>
          <a:xfrm flipH="1" flipV="1">
            <a:off x="6461585" y="3103106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B8313FFA-5E95-44A9-B9BA-71CD870E803E}"/>
              </a:ext>
            </a:extLst>
          </p:cNvPr>
          <p:cNvCxnSpPr>
            <a:cxnSpLocks/>
          </p:cNvCxnSpPr>
          <p:nvPr/>
        </p:nvCxnSpPr>
        <p:spPr>
          <a:xfrm flipH="1" flipV="1">
            <a:off x="6617604" y="3103106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611">
            <a:extLst>
              <a:ext uri="{FF2B5EF4-FFF2-40B4-BE49-F238E27FC236}">
                <a16:creationId xmlns:a16="http://schemas.microsoft.com/office/drawing/2014/main" id="{B4AB0916-79BD-4708-AB12-6BA1804AA524}"/>
              </a:ext>
            </a:extLst>
          </p:cNvPr>
          <p:cNvCxnSpPr>
            <a:cxnSpLocks/>
          </p:cNvCxnSpPr>
          <p:nvPr/>
        </p:nvCxnSpPr>
        <p:spPr>
          <a:xfrm flipH="1" flipV="1">
            <a:off x="6781499" y="3106860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6580E6E2-5CAA-4E82-A56F-836E34D905F0}"/>
              </a:ext>
            </a:extLst>
          </p:cNvPr>
          <p:cNvCxnSpPr>
            <a:cxnSpLocks/>
          </p:cNvCxnSpPr>
          <p:nvPr/>
        </p:nvCxnSpPr>
        <p:spPr>
          <a:xfrm flipH="1" flipV="1">
            <a:off x="6953940" y="3099901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0112572E-9E38-42DE-B95B-EA11F82BE643}"/>
              </a:ext>
            </a:extLst>
          </p:cNvPr>
          <p:cNvCxnSpPr>
            <a:cxnSpLocks/>
          </p:cNvCxnSpPr>
          <p:nvPr/>
        </p:nvCxnSpPr>
        <p:spPr>
          <a:xfrm flipH="1">
            <a:off x="7801693" y="3107354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Straight Connector 614">
            <a:extLst>
              <a:ext uri="{FF2B5EF4-FFF2-40B4-BE49-F238E27FC236}">
                <a16:creationId xmlns:a16="http://schemas.microsoft.com/office/drawing/2014/main" id="{111B163C-B293-474E-ABCF-37FA26A0CDC7}"/>
              </a:ext>
            </a:extLst>
          </p:cNvPr>
          <p:cNvCxnSpPr>
            <a:cxnSpLocks/>
          </p:cNvCxnSpPr>
          <p:nvPr/>
        </p:nvCxnSpPr>
        <p:spPr>
          <a:xfrm flipH="1">
            <a:off x="7958751" y="3110936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Connector 615">
            <a:extLst>
              <a:ext uri="{FF2B5EF4-FFF2-40B4-BE49-F238E27FC236}">
                <a16:creationId xmlns:a16="http://schemas.microsoft.com/office/drawing/2014/main" id="{043EA63A-D335-438D-AD42-A009280CEBF2}"/>
              </a:ext>
            </a:extLst>
          </p:cNvPr>
          <p:cNvCxnSpPr>
            <a:cxnSpLocks/>
          </p:cNvCxnSpPr>
          <p:nvPr/>
        </p:nvCxnSpPr>
        <p:spPr>
          <a:xfrm flipH="1">
            <a:off x="8114887" y="3110982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616">
            <a:extLst>
              <a:ext uri="{FF2B5EF4-FFF2-40B4-BE49-F238E27FC236}">
                <a16:creationId xmlns:a16="http://schemas.microsoft.com/office/drawing/2014/main" id="{7DC609E6-A697-4773-8581-52373B3A47A9}"/>
              </a:ext>
            </a:extLst>
          </p:cNvPr>
          <p:cNvCxnSpPr>
            <a:cxnSpLocks/>
          </p:cNvCxnSpPr>
          <p:nvPr/>
        </p:nvCxnSpPr>
        <p:spPr>
          <a:xfrm flipH="1">
            <a:off x="8281466" y="3110513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617">
            <a:extLst>
              <a:ext uri="{FF2B5EF4-FFF2-40B4-BE49-F238E27FC236}">
                <a16:creationId xmlns:a16="http://schemas.microsoft.com/office/drawing/2014/main" id="{63D482A1-9142-4577-9475-48308EFF5B85}"/>
              </a:ext>
            </a:extLst>
          </p:cNvPr>
          <p:cNvCxnSpPr>
            <a:cxnSpLocks/>
          </p:cNvCxnSpPr>
          <p:nvPr/>
        </p:nvCxnSpPr>
        <p:spPr>
          <a:xfrm flipH="1" flipV="1">
            <a:off x="7806469" y="3107262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Connector 618">
            <a:extLst>
              <a:ext uri="{FF2B5EF4-FFF2-40B4-BE49-F238E27FC236}">
                <a16:creationId xmlns:a16="http://schemas.microsoft.com/office/drawing/2014/main" id="{E71847B3-E79F-41A5-8868-B755F6D1C61F}"/>
              </a:ext>
            </a:extLst>
          </p:cNvPr>
          <p:cNvCxnSpPr>
            <a:cxnSpLocks/>
          </p:cNvCxnSpPr>
          <p:nvPr/>
        </p:nvCxnSpPr>
        <p:spPr>
          <a:xfrm flipH="1" flipV="1">
            <a:off x="7962488" y="3107262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1C69BBED-2950-4FBF-BF15-C8C6042712BC}"/>
              </a:ext>
            </a:extLst>
          </p:cNvPr>
          <p:cNvCxnSpPr>
            <a:cxnSpLocks/>
          </p:cNvCxnSpPr>
          <p:nvPr/>
        </p:nvCxnSpPr>
        <p:spPr>
          <a:xfrm flipH="1" flipV="1">
            <a:off x="8126383" y="3111016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C59DB19E-4894-4846-B139-F6D369E5CEB0}"/>
              </a:ext>
            </a:extLst>
          </p:cNvPr>
          <p:cNvCxnSpPr>
            <a:cxnSpLocks/>
          </p:cNvCxnSpPr>
          <p:nvPr/>
        </p:nvCxnSpPr>
        <p:spPr>
          <a:xfrm flipH="1" flipV="1">
            <a:off x="8298824" y="3104057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2E7F2177-6655-4890-9128-75667E2BB0D8}"/>
              </a:ext>
            </a:extLst>
          </p:cNvPr>
          <p:cNvCxnSpPr>
            <a:cxnSpLocks/>
          </p:cNvCxnSpPr>
          <p:nvPr/>
        </p:nvCxnSpPr>
        <p:spPr>
          <a:xfrm flipH="1">
            <a:off x="9156269" y="3107453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622">
            <a:extLst>
              <a:ext uri="{FF2B5EF4-FFF2-40B4-BE49-F238E27FC236}">
                <a16:creationId xmlns:a16="http://schemas.microsoft.com/office/drawing/2014/main" id="{2A9D2EF3-6FCB-4674-A0D7-A596CF9D73B2}"/>
              </a:ext>
            </a:extLst>
          </p:cNvPr>
          <p:cNvCxnSpPr>
            <a:cxnSpLocks/>
          </p:cNvCxnSpPr>
          <p:nvPr/>
        </p:nvCxnSpPr>
        <p:spPr>
          <a:xfrm flipH="1">
            <a:off x="9317958" y="3109608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2621337A-4989-4CB9-BAB6-15939D78EFA4}"/>
              </a:ext>
            </a:extLst>
          </p:cNvPr>
          <p:cNvCxnSpPr>
            <a:cxnSpLocks/>
          </p:cNvCxnSpPr>
          <p:nvPr/>
        </p:nvCxnSpPr>
        <p:spPr>
          <a:xfrm flipH="1">
            <a:off x="9474094" y="3109654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Connector 624">
            <a:extLst>
              <a:ext uri="{FF2B5EF4-FFF2-40B4-BE49-F238E27FC236}">
                <a16:creationId xmlns:a16="http://schemas.microsoft.com/office/drawing/2014/main" id="{D3E55195-DE7F-42BE-AF2E-F4292F9D89BF}"/>
              </a:ext>
            </a:extLst>
          </p:cNvPr>
          <p:cNvCxnSpPr>
            <a:cxnSpLocks/>
          </p:cNvCxnSpPr>
          <p:nvPr/>
        </p:nvCxnSpPr>
        <p:spPr>
          <a:xfrm flipH="1">
            <a:off x="9664398" y="3105980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625">
            <a:extLst>
              <a:ext uri="{FF2B5EF4-FFF2-40B4-BE49-F238E27FC236}">
                <a16:creationId xmlns:a16="http://schemas.microsoft.com/office/drawing/2014/main" id="{A3D20E1B-88F7-419A-AAB9-D2BF10F35E7D}"/>
              </a:ext>
            </a:extLst>
          </p:cNvPr>
          <p:cNvCxnSpPr>
            <a:cxnSpLocks/>
          </p:cNvCxnSpPr>
          <p:nvPr/>
        </p:nvCxnSpPr>
        <p:spPr>
          <a:xfrm flipH="1" flipV="1">
            <a:off x="9135983" y="3093147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ED6DB279-0F58-4A79-B28B-A5E60D3DDF39}"/>
              </a:ext>
            </a:extLst>
          </p:cNvPr>
          <p:cNvCxnSpPr>
            <a:cxnSpLocks/>
          </p:cNvCxnSpPr>
          <p:nvPr/>
        </p:nvCxnSpPr>
        <p:spPr>
          <a:xfrm flipH="1" flipV="1">
            <a:off x="9330579" y="3101486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Straight Connector 627">
            <a:extLst>
              <a:ext uri="{FF2B5EF4-FFF2-40B4-BE49-F238E27FC236}">
                <a16:creationId xmlns:a16="http://schemas.microsoft.com/office/drawing/2014/main" id="{06F11556-E020-41FA-8C5A-6DF7E59D1742}"/>
              </a:ext>
            </a:extLst>
          </p:cNvPr>
          <p:cNvCxnSpPr>
            <a:cxnSpLocks/>
          </p:cNvCxnSpPr>
          <p:nvPr/>
        </p:nvCxnSpPr>
        <p:spPr>
          <a:xfrm flipH="1" flipV="1">
            <a:off x="9494474" y="3105240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Straight Connector 628">
            <a:extLst>
              <a:ext uri="{FF2B5EF4-FFF2-40B4-BE49-F238E27FC236}">
                <a16:creationId xmlns:a16="http://schemas.microsoft.com/office/drawing/2014/main" id="{AF892938-FA24-44E4-8090-2327DC66F051}"/>
              </a:ext>
            </a:extLst>
          </p:cNvPr>
          <p:cNvCxnSpPr>
            <a:cxnSpLocks/>
          </p:cNvCxnSpPr>
          <p:nvPr/>
        </p:nvCxnSpPr>
        <p:spPr>
          <a:xfrm flipH="1" flipV="1">
            <a:off x="9666915" y="3098281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629">
            <a:extLst>
              <a:ext uri="{FF2B5EF4-FFF2-40B4-BE49-F238E27FC236}">
                <a16:creationId xmlns:a16="http://schemas.microsoft.com/office/drawing/2014/main" id="{3D574BB0-C5CB-48C4-BD2A-98B5195C4E5E}"/>
              </a:ext>
            </a:extLst>
          </p:cNvPr>
          <p:cNvCxnSpPr>
            <a:cxnSpLocks/>
          </p:cNvCxnSpPr>
          <p:nvPr/>
        </p:nvCxnSpPr>
        <p:spPr>
          <a:xfrm flipH="1">
            <a:off x="10503821" y="3099649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Straight Connector 630">
            <a:extLst>
              <a:ext uri="{FF2B5EF4-FFF2-40B4-BE49-F238E27FC236}">
                <a16:creationId xmlns:a16="http://schemas.microsoft.com/office/drawing/2014/main" id="{C1BA0E15-99F5-4A97-B7FF-C911CA5B41B6}"/>
              </a:ext>
            </a:extLst>
          </p:cNvPr>
          <p:cNvCxnSpPr>
            <a:cxnSpLocks/>
          </p:cNvCxnSpPr>
          <p:nvPr/>
        </p:nvCxnSpPr>
        <p:spPr>
          <a:xfrm flipH="1">
            <a:off x="10663658" y="3109608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Straight Connector 631">
            <a:extLst>
              <a:ext uri="{FF2B5EF4-FFF2-40B4-BE49-F238E27FC236}">
                <a16:creationId xmlns:a16="http://schemas.microsoft.com/office/drawing/2014/main" id="{010FA150-2F04-407B-AEB4-32E4082C958B}"/>
              </a:ext>
            </a:extLst>
          </p:cNvPr>
          <p:cNvCxnSpPr>
            <a:cxnSpLocks/>
          </p:cNvCxnSpPr>
          <p:nvPr/>
        </p:nvCxnSpPr>
        <p:spPr>
          <a:xfrm flipH="1">
            <a:off x="10819794" y="3109654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3" name="Straight Connector 632">
            <a:extLst>
              <a:ext uri="{FF2B5EF4-FFF2-40B4-BE49-F238E27FC236}">
                <a16:creationId xmlns:a16="http://schemas.microsoft.com/office/drawing/2014/main" id="{D8F7E1E3-DC13-42AA-B685-D0B9461EA134}"/>
              </a:ext>
            </a:extLst>
          </p:cNvPr>
          <p:cNvCxnSpPr>
            <a:cxnSpLocks/>
          </p:cNvCxnSpPr>
          <p:nvPr/>
        </p:nvCxnSpPr>
        <p:spPr>
          <a:xfrm flipH="1">
            <a:off x="11005162" y="3106151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Straight Connector 633">
            <a:extLst>
              <a:ext uri="{FF2B5EF4-FFF2-40B4-BE49-F238E27FC236}">
                <a16:creationId xmlns:a16="http://schemas.microsoft.com/office/drawing/2014/main" id="{5C52939C-DADC-454C-91D7-C654C4119A84}"/>
              </a:ext>
            </a:extLst>
          </p:cNvPr>
          <p:cNvCxnSpPr>
            <a:cxnSpLocks/>
          </p:cNvCxnSpPr>
          <p:nvPr/>
        </p:nvCxnSpPr>
        <p:spPr>
          <a:xfrm flipH="1" flipV="1">
            <a:off x="10481683" y="3093147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Connector 634">
            <a:extLst>
              <a:ext uri="{FF2B5EF4-FFF2-40B4-BE49-F238E27FC236}">
                <a16:creationId xmlns:a16="http://schemas.microsoft.com/office/drawing/2014/main" id="{B16469FA-361B-4678-A7E8-B1058C57E507}"/>
              </a:ext>
            </a:extLst>
          </p:cNvPr>
          <p:cNvCxnSpPr>
            <a:cxnSpLocks/>
          </p:cNvCxnSpPr>
          <p:nvPr/>
        </p:nvCxnSpPr>
        <p:spPr>
          <a:xfrm flipH="1" flipV="1">
            <a:off x="10661300" y="3099901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4C30BFEB-7667-44B7-B2F3-93C919DCC9DF}"/>
              </a:ext>
            </a:extLst>
          </p:cNvPr>
          <p:cNvCxnSpPr>
            <a:cxnSpLocks/>
          </p:cNvCxnSpPr>
          <p:nvPr/>
        </p:nvCxnSpPr>
        <p:spPr>
          <a:xfrm flipH="1" flipV="1">
            <a:off x="10826302" y="3105987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Straight Connector 636">
            <a:extLst>
              <a:ext uri="{FF2B5EF4-FFF2-40B4-BE49-F238E27FC236}">
                <a16:creationId xmlns:a16="http://schemas.microsoft.com/office/drawing/2014/main" id="{4270C48B-F88F-4BF7-9D89-837D5B5C374F}"/>
              </a:ext>
            </a:extLst>
          </p:cNvPr>
          <p:cNvCxnSpPr>
            <a:cxnSpLocks/>
          </p:cNvCxnSpPr>
          <p:nvPr/>
        </p:nvCxnSpPr>
        <p:spPr>
          <a:xfrm flipH="1" flipV="1">
            <a:off x="11003342" y="3098571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8" name="Straight Connector 637">
            <a:extLst>
              <a:ext uri="{FF2B5EF4-FFF2-40B4-BE49-F238E27FC236}">
                <a16:creationId xmlns:a16="http://schemas.microsoft.com/office/drawing/2014/main" id="{6AEEBBE7-048B-46EF-B8F7-7401A700AC9C}"/>
              </a:ext>
            </a:extLst>
          </p:cNvPr>
          <p:cNvCxnSpPr>
            <a:cxnSpLocks/>
          </p:cNvCxnSpPr>
          <p:nvPr/>
        </p:nvCxnSpPr>
        <p:spPr>
          <a:xfrm flipH="1">
            <a:off x="6443990" y="2271699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9" name="Straight Connector 638">
            <a:extLst>
              <a:ext uri="{FF2B5EF4-FFF2-40B4-BE49-F238E27FC236}">
                <a16:creationId xmlns:a16="http://schemas.microsoft.com/office/drawing/2014/main" id="{36AFF5CC-A544-494F-BCEF-16EE0AD4113E}"/>
              </a:ext>
            </a:extLst>
          </p:cNvPr>
          <p:cNvCxnSpPr>
            <a:cxnSpLocks/>
          </p:cNvCxnSpPr>
          <p:nvPr/>
        </p:nvCxnSpPr>
        <p:spPr>
          <a:xfrm flipH="1">
            <a:off x="6603378" y="2266558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0" name="Straight Connector 639">
            <a:extLst>
              <a:ext uri="{FF2B5EF4-FFF2-40B4-BE49-F238E27FC236}">
                <a16:creationId xmlns:a16="http://schemas.microsoft.com/office/drawing/2014/main" id="{927E016C-00FF-4E67-8F47-7CB2C072E2CF}"/>
              </a:ext>
            </a:extLst>
          </p:cNvPr>
          <p:cNvCxnSpPr>
            <a:cxnSpLocks/>
          </p:cNvCxnSpPr>
          <p:nvPr/>
        </p:nvCxnSpPr>
        <p:spPr>
          <a:xfrm>
            <a:off x="6447806" y="225190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Straight Connector 640">
            <a:extLst>
              <a:ext uri="{FF2B5EF4-FFF2-40B4-BE49-F238E27FC236}">
                <a16:creationId xmlns:a16="http://schemas.microsoft.com/office/drawing/2014/main" id="{4C6BE3FA-9202-40DD-9B7D-F2761EDB73BC}"/>
              </a:ext>
            </a:extLst>
          </p:cNvPr>
          <p:cNvCxnSpPr>
            <a:cxnSpLocks/>
          </p:cNvCxnSpPr>
          <p:nvPr/>
        </p:nvCxnSpPr>
        <p:spPr>
          <a:xfrm>
            <a:off x="6612708" y="225190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2" name="Straight Connector 641">
            <a:extLst>
              <a:ext uri="{FF2B5EF4-FFF2-40B4-BE49-F238E27FC236}">
                <a16:creationId xmlns:a16="http://schemas.microsoft.com/office/drawing/2014/main" id="{03F7A3BF-DD5F-436D-B501-4CF3992209D9}"/>
              </a:ext>
            </a:extLst>
          </p:cNvPr>
          <p:cNvCxnSpPr>
            <a:cxnSpLocks/>
          </p:cNvCxnSpPr>
          <p:nvPr/>
        </p:nvCxnSpPr>
        <p:spPr>
          <a:xfrm flipH="1">
            <a:off x="7133055" y="2271699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" name="Straight Connector 642">
            <a:extLst>
              <a:ext uri="{FF2B5EF4-FFF2-40B4-BE49-F238E27FC236}">
                <a16:creationId xmlns:a16="http://schemas.microsoft.com/office/drawing/2014/main" id="{4A46ACEA-9641-4B68-BC1A-FC4D6537286E}"/>
              </a:ext>
            </a:extLst>
          </p:cNvPr>
          <p:cNvCxnSpPr>
            <a:cxnSpLocks/>
          </p:cNvCxnSpPr>
          <p:nvPr/>
        </p:nvCxnSpPr>
        <p:spPr>
          <a:xfrm flipH="1">
            <a:off x="7292443" y="2266558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" name="Straight Connector 643">
            <a:extLst>
              <a:ext uri="{FF2B5EF4-FFF2-40B4-BE49-F238E27FC236}">
                <a16:creationId xmlns:a16="http://schemas.microsoft.com/office/drawing/2014/main" id="{A4018738-AA12-4F59-9C2C-E701E1A2BF22}"/>
              </a:ext>
            </a:extLst>
          </p:cNvPr>
          <p:cNvCxnSpPr>
            <a:cxnSpLocks/>
          </p:cNvCxnSpPr>
          <p:nvPr/>
        </p:nvCxnSpPr>
        <p:spPr>
          <a:xfrm>
            <a:off x="7136871" y="225190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Straight Connector 644">
            <a:extLst>
              <a:ext uri="{FF2B5EF4-FFF2-40B4-BE49-F238E27FC236}">
                <a16:creationId xmlns:a16="http://schemas.microsoft.com/office/drawing/2014/main" id="{9201DFB5-AEE3-46B5-AB1A-1531FA71A358}"/>
              </a:ext>
            </a:extLst>
          </p:cNvPr>
          <p:cNvCxnSpPr>
            <a:cxnSpLocks/>
          </p:cNvCxnSpPr>
          <p:nvPr/>
        </p:nvCxnSpPr>
        <p:spPr>
          <a:xfrm>
            <a:off x="7301773" y="225190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Connector 645">
            <a:extLst>
              <a:ext uri="{FF2B5EF4-FFF2-40B4-BE49-F238E27FC236}">
                <a16:creationId xmlns:a16="http://schemas.microsoft.com/office/drawing/2014/main" id="{7C9725B4-7728-471F-B39E-CB863AF479FE}"/>
              </a:ext>
            </a:extLst>
          </p:cNvPr>
          <p:cNvCxnSpPr>
            <a:cxnSpLocks/>
          </p:cNvCxnSpPr>
          <p:nvPr/>
        </p:nvCxnSpPr>
        <p:spPr>
          <a:xfrm flipH="1">
            <a:off x="7792055" y="2271699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Straight Connector 646">
            <a:extLst>
              <a:ext uri="{FF2B5EF4-FFF2-40B4-BE49-F238E27FC236}">
                <a16:creationId xmlns:a16="http://schemas.microsoft.com/office/drawing/2014/main" id="{3B1CDF81-8AC3-4551-BA42-D3DEB07F2DED}"/>
              </a:ext>
            </a:extLst>
          </p:cNvPr>
          <p:cNvCxnSpPr>
            <a:cxnSpLocks/>
          </p:cNvCxnSpPr>
          <p:nvPr/>
        </p:nvCxnSpPr>
        <p:spPr>
          <a:xfrm flipH="1">
            <a:off x="7951443" y="2266558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Connector 647">
            <a:extLst>
              <a:ext uri="{FF2B5EF4-FFF2-40B4-BE49-F238E27FC236}">
                <a16:creationId xmlns:a16="http://schemas.microsoft.com/office/drawing/2014/main" id="{35C3140C-A90D-414B-BDA5-EAC5FE4F1E1C}"/>
              </a:ext>
            </a:extLst>
          </p:cNvPr>
          <p:cNvCxnSpPr>
            <a:cxnSpLocks/>
          </p:cNvCxnSpPr>
          <p:nvPr/>
        </p:nvCxnSpPr>
        <p:spPr>
          <a:xfrm>
            <a:off x="7795871" y="225190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Straight Connector 648">
            <a:extLst>
              <a:ext uri="{FF2B5EF4-FFF2-40B4-BE49-F238E27FC236}">
                <a16:creationId xmlns:a16="http://schemas.microsoft.com/office/drawing/2014/main" id="{3CDF1604-F18E-44ED-BA0F-4AABD9E73B2C}"/>
              </a:ext>
            </a:extLst>
          </p:cNvPr>
          <p:cNvCxnSpPr>
            <a:cxnSpLocks/>
          </p:cNvCxnSpPr>
          <p:nvPr/>
        </p:nvCxnSpPr>
        <p:spPr>
          <a:xfrm>
            <a:off x="7960773" y="225190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Connector 649">
            <a:extLst>
              <a:ext uri="{FF2B5EF4-FFF2-40B4-BE49-F238E27FC236}">
                <a16:creationId xmlns:a16="http://schemas.microsoft.com/office/drawing/2014/main" id="{222F3D3F-93E5-46A9-BC8D-9F6E2067CFAC}"/>
              </a:ext>
            </a:extLst>
          </p:cNvPr>
          <p:cNvCxnSpPr>
            <a:cxnSpLocks/>
          </p:cNvCxnSpPr>
          <p:nvPr/>
        </p:nvCxnSpPr>
        <p:spPr>
          <a:xfrm flipH="1">
            <a:off x="8461800" y="2271699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Connector 650">
            <a:extLst>
              <a:ext uri="{FF2B5EF4-FFF2-40B4-BE49-F238E27FC236}">
                <a16:creationId xmlns:a16="http://schemas.microsoft.com/office/drawing/2014/main" id="{2CBD7F2A-2890-4BCD-A82A-BA9BA506A463}"/>
              </a:ext>
            </a:extLst>
          </p:cNvPr>
          <p:cNvCxnSpPr>
            <a:cxnSpLocks/>
          </p:cNvCxnSpPr>
          <p:nvPr/>
        </p:nvCxnSpPr>
        <p:spPr>
          <a:xfrm flipH="1">
            <a:off x="8621188" y="2266558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Connector 651">
            <a:extLst>
              <a:ext uri="{FF2B5EF4-FFF2-40B4-BE49-F238E27FC236}">
                <a16:creationId xmlns:a16="http://schemas.microsoft.com/office/drawing/2014/main" id="{6F87F582-ED1A-4FCF-AAB7-707E3B8BE8D1}"/>
              </a:ext>
            </a:extLst>
          </p:cNvPr>
          <p:cNvCxnSpPr>
            <a:cxnSpLocks/>
          </p:cNvCxnSpPr>
          <p:nvPr/>
        </p:nvCxnSpPr>
        <p:spPr>
          <a:xfrm>
            <a:off x="8465616" y="225190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Connector 652">
            <a:extLst>
              <a:ext uri="{FF2B5EF4-FFF2-40B4-BE49-F238E27FC236}">
                <a16:creationId xmlns:a16="http://schemas.microsoft.com/office/drawing/2014/main" id="{9DEADCFB-4A48-46A0-B831-97A7E1D234AB}"/>
              </a:ext>
            </a:extLst>
          </p:cNvPr>
          <p:cNvCxnSpPr>
            <a:cxnSpLocks/>
          </p:cNvCxnSpPr>
          <p:nvPr/>
        </p:nvCxnSpPr>
        <p:spPr>
          <a:xfrm>
            <a:off x="8630518" y="225190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Straight Connector 653">
            <a:extLst>
              <a:ext uri="{FF2B5EF4-FFF2-40B4-BE49-F238E27FC236}">
                <a16:creationId xmlns:a16="http://schemas.microsoft.com/office/drawing/2014/main" id="{72189397-4783-4D11-9157-59DC97FC387A}"/>
              </a:ext>
            </a:extLst>
          </p:cNvPr>
          <p:cNvCxnSpPr>
            <a:cxnSpLocks/>
          </p:cNvCxnSpPr>
          <p:nvPr/>
        </p:nvCxnSpPr>
        <p:spPr>
          <a:xfrm flipH="1">
            <a:off x="9151022" y="2271699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Straight Connector 654">
            <a:extLst>
              <a:ext uri="{FF2B5EF4-FFF2-40B4-BE49-F238E27FC236}">
                <a16:creationId xmlns:a16="http://schemas.microsoft.com/office/drawing/2014/main" id="{951ADDF6-ACD1-45B5-9FD6-C8941D56F521}"/>
              </a:ext>
            </a:extLst>
          </p:cNvPr>
          <p:cNvCxnSpPr>
            <a:cxnSpLocks/>
          </p:cNvCxnSpPr>
          <p:nvPr/>
        </p:nvCxnSpPr>
        <p:spPr>
          <a:xfrm flipH="1">
            <a:off x="9310410" y="2266558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6" name="Straight Connector 655">
            <a:extLst>
              <a:ext uri="{FF2B5EF4-FFF2-40B4-BE49-F238E27FC236}">
                <a16:creationId xmlns:a16="http://schemas.microsoft.com/office/drawing/2014/main" id="{1C142953-28CD-4EED-AA7B-F27C63BE648A}"/>
              </a:ext>
            </a:extLst>
          </p:cNvPr>
          <p:cNvCxnSpPr>
            <a:cxnSpLocks/>
          </p:cNvCxnSpPr>
          <p:nvPr/>
        </p:nvCxnSpPr>
        <p:spPr>
          <a:xfrm>
            <a:off x="9154838" y="225190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" name="Straight Connector 656">
            <a:extLst>
              <a:ext uri="{FF2B5EF4-FFF2-40B4-BE49-F238E27FC236}">
                <a16:creationId xmlns:a16="http://schemas.microsoft.com/office/drawing/2014/main" id="{934E3ADF-8504-455A-9DF8-511109B09618}"/>
              </a:ext>
            </a:extLst>
          </p:cNvPr>
          <p:cNvCxnSpPr>
            <a:cxnSpLocks/>
          </p:cNvCxnSpPr>
          <p:nvPr/>
        </p:nvCxnSpPr>
        <p:spPr>
          <a:xfrm>
            <a:off x="9319740" y="225190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Straight Connector 657">
            <a:extLst>
              <a:ext uri="{FF2B5EF4-FFF2-40B4-BE49-F238E27FC236}">
                <a16:creationId xmlns:a16="http://schemas.microsoft.com/office/drawing/2014/main" id="{042ACF53-22CB-4638-9DF9-8119228F905F}"/>
              </a:ext>
            </a:extLst>
          </p:cNvPr>
          <p:cNvCxnSpPr>
            <a:cxnSpLocks/>
          </p:cNvCxnSpPr>
          <p:nvPr/>
        </p:nvCxnSpPr>
        <p:spPr>
          <a:xfrm flipH="1">
            <a:off x="9815206" y="2260218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Straight Connector 658">
            <a:extLst>
              <a:ext uri="{FF2B5EF4-FFF2-40B4-BE49-F238E27FC236}">
                <a16:creationId xmlns:a16="http://schemas.microsoft.com/office/drawing/2014/main" id="{75B825A1-6075-4047-A008-F288312C1FCA}"/>
              </a:ext>
            </a:extLst>
          </p:cNvPr>
          <p:cNvCxnSpPr>
            <a:cxnSpLocks/>
          </p:cNvCxnSpPr>
          <p:nvPr/>
        </p:nvCxnSpPr>
        <p:spPr>
          <a:xfrm flipH="1">
            <a:off x="9974594" y="2255077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Straight Connector 659">
            <a:extLst>
              <a:ext uri="{FF2B5EF4-FFF2-40B4-BE49-F238E27FC236}">
                <a16:creationId xmlns:a16="http://schemas.microsoft.com/office/drawing/2014/main" id="{9658D9AB-166A-49F6-8963-607F8876C74C}"/>
              </a:ext>
            </a:extLst>
          </p:cNvPr>
          <p:cNvCxnSpPr>
            <a:cxnSpLocks/>
          </p:cNvCxnSpPr>
          <p:nvPr/>
        </p:nvCxnSpPr>
        <p:spPr>
          <a:xfrm>
            <a:off x="9819022" y="2240425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Straight Connector 660">
            <a:extLst>
              <a:ext uri="{FF2B5EF4-FFF2-40B4-BE49-F238E27FC236}">
                <a16:creationId xmlns:a16="http://schemas.microsoft.com/office/drawing/2014/main" id="{5108CAAA-0054-4E46-A41A-444AC258F60A}"/>
              </a:ext>
            </a:extLst>
          </p:cNvPr>
          <p:cNvCxnSpPr>
            <a:cxnSpLocks/>
          </p:cNvCxnSpPr>
          <p:nvPr/>
        </p:nvCxnSpPr>
        <p:spPr>
          <a:xfrm>
            <a:off x="9983924" y="2240425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2" name="Straight Connector 661">
            <a:extLst>
              <a:ext uri="{FF2B5EF4-FFF2-40B4-BE49-F238E27FC236}">
                <a16:creationId xmlns:a16="http://schemas.microsoft.com/office/drawing/2014/main" id="{4797EC1D-4FB6-4766-8D46-147DE9DB8CF1}"/>
              </a:ext>
            </a:extLst>
          </p:cNvPr>
          <p:cNvCxnSpPr>
            <a:cxnSpLocks/>
          </p:cNvCxnSpPr>
          <p:nvPr/>
        </p:nvCxnSpPr>
        <p:spPr>
          <a:xfrm flipH="1">
            <a:off x="10484911" y="2277208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3" name="Straight Connector 662">
            <a:extLst>
              <a:ext uri="{FF2B5EF4-FFF2-40B4-BE49-F238E27FC236}">
                <a16:creationId xmlns:a16="http://schemas.microsoft.com/office/drawing/2014/main" id="{A88EFE49-D1B2-4D4E-A7FE-708E48280EF9}"/>
              </a:ext>
            </a:extLst>
          </p:cNvPr>
          <p:cNvCxnSpPr>
            <a:cxnSpLocks/>
          </p:cNvCxnSpPr>
          <p:nvPr/>
        </p:nvCxnSpPr>
        <p:spPr>
          <a:xfrm flipH="1">
            <a:off x="10644299" y="2272067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Straight Connector 663">
            <a:extLst>
              <a:ext uri="{FF2B5EF4-FFF2-40B4-BE49-F238E27FC236}">
                <a16:creationId xmlns:a16="http://schemas.microsoft.com/office/drawing/2014/main" id="{D7C70D6D-BE41-4646-BFF3-83FA87F3AFCB}"/>
              </a:ext>
            </a:extLst>
          </p:cNvPr>
          <p:cNvCxnSpPr>
            <a:cxnSpLocks/>
          </p:cNvCxnSpPr>
          <p:nvPr/>
        </p:nvCxnSpPr>
        <p:spPr>
          <a:xfrm>
            <a:off x="10488727" y="2257415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D67C80E7-3B0A-4FBE-9926-6BAC8D61183A}"/>
              </a:ext>
            </a:extLst>
          </p:cNvPr>
          <p:cNvCxnSpPr>
            <a:cxnSpLocks/>
          </p:cNvCxnSpPr>
          <p:nvPr/>
        </p:nvCxnSpPr>
        <p:spPr>
          <a:xfrm>
            <a:off x="10653629" y="2257415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Straight Connector 665">
            <a:extLst>
              <a:ext uri="{FF2B5EF4-FFF2-40B4-BE49-F238E27FC236}">
                <a16:creationId xmlns:a16="http://schemas.microsoft.com/office/drawing/2014/main" id="{B7C56A52-3AC3-4B8C-9666-05E321784D10}"/>
              </a:ext>
            </a:extLst>
          </p:cNvPr>
          <p:cNvCxnSpPr>
            <a:cxnSpLocks/>
          </p:cNvCxnSpPr>
          <p:nvPr/>
        </p:nvCxnSpPr>
        <p:spPr>
          <a:xfrm flipH="1">
            <a:off x="11162695" y="2280597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7" name="Straight Connector 666">
            <a:extLst>
              <a:ext uri="{FF2B5EF4-FFF2-40B4-BE49-F238E27FC236}">
                <a16:creationId xmlns:a16="http://schemas.microsoft.com/office/drawing/2014/main" id="{C2BFD0F7-3DD5-44C4-A6A4-A131EA3B710D}"/>
              </a:ext>
            </a:extLst>
          </p:cNvPr>
          <p:cNvCxnSpPr>
            <a:cxnSpLocks/>
          </p:cNvCxnSpPr>
          <p:nvPr/>
        </p:nvCxnSpPr>
        <p:spPr>
          <a:xfrm flipH="1">
            <a:off x="11322083" y="2275456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Straight Connector 667">
            <a:extLst>
              <a:ext uri="{FF2B5EF4-FFF2-40B4-BE49-F238E27FC236}">
                <a16:creationId xmlns:a16="http://schemas.microsoft.com/office/drawing/2014/main" id="{BA4849CD-68EB-4209-933A-D623DC06826E}"/>
              </a:ext>
            </a:extLst>
          </p:cNvPr>
          <p:cNvCxnSpPr>
            <a:cxnSpLocks/>
          </p:cNvCxnSpPr>
          <p:nvPr/>
        </p:nvCxnSpPr>
        <p:spPr>
          <a:xfrm>
            <a:off x="11166511" y="2260804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9" name="Straight Connector 668">
            <a:extLst>
              <a:ext uri="{FF2B5EF4-FFF2-40B4-BE49-F238E27FC236}">
                <a16:creationId xmlns:a16="http://schemas.microsoft.com/office/drawing/2014/main" id="{55DDE9B9-751F-4AF4-B72B-FF911A4C4F28}"/>
              </a:ext>
            </a:extLst>
          </p:cNvPr>
          <p:cNvCxnSpPr>
            <a:cxnSpLocks/>
          </p:cNvCxnSpPr>
          <p:nvPr/>
        </p:nvCxnSpPr>
        <p:spPr>
          <a:xfrm>
            <a:off x="11331413" y="2260804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0" name="Straight Connector 669">
            <a:extLst>
              <a:ext uri="{FF2B5EF4-FFF2-40B4-BE49-F238E27FC236}">
                <a16:creationId xmlns:a16="http://schemas.microsoft.com/office/drawing/2014/main" id="{1F2B6E3C-5DEF-4267-BB3B-B29F7007E6C0}"/>
              </a:ext>
            </a:extLst>
          </p:cNvPr>
          <p:cNvCxnSpPr>
            <a:cxnSpLocks/>
          </p:cNvCxnSpPr>
          <p:nvPr/>
        </p:nvCxnSpPr>
        <p:spPr>
          <a:xfrm flipH="1">
            <a:off x="6455124" y="1400278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Straight Connector 670">
            <a:extLst>
              <a:ext uri="{FF2B5EF4-FFF2-40B4-BE49-F238E27FC236}">
                <a16:creationId xmlns:a16="http://schemas.microsoft.com/office/drawing/2014/main" id="{55F3809B-3E94-4D70-A7B0-FD40A3110EE4}"/>
              </a:ext>
            </a:extLst>
          </p:cNvPr>
          <p:cNvCxnSpPr>
            <a:cxnSpLocks/>
          </p:cNvCxnSpPr>
          <p:nvPr/>
        </p:nvCxnSpPr>
        <p:spPr>
          <a:xfrm>
            <a:off x="6454658" y="1410943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2" name="Straight Connector 671">
            <a:extLst>
              <a:ext uri="{FF2B5EF4-FFF2-40B4-BE49-F238E27FC236}">
                <a16:creationId xmlns:a16="http://schemas.microsoft.com/office/drawing/2014/main" id="{C197E264-7AF2-42BF-B473-B9C1C27535EF}"/>
              </a:ext>
            </a:extLst>
          </p:cNvPr>
          <p:cNvCxnSpPr>
            <a:cxnSpLocks/>
          </p:cNvCxnSpPr>
          <p:nvPr/>
        </p:nvCxnSpPr>
        <p:spPr>
          <a:xfrm flipH="1">
            <a:off x="6780393" y="1403033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3" name="Straight Connector 672">
            <a:extLst>
              <a:ext uri="{FF2B5EF4-FFF2-40B4-BE49-F238E27FC236}">
                <a16:creationId xmlns:a16="http://schemas.microsoft.com/office/drawing/2014/main" id="{206166D1-7D59-44FB-8055-30C1A77EC2C2}"/>
              </a:ext>
            </a:extLst>
          </p:cNvPr>
          <p:cNvCxnSpPr>
            <a:cxnSpLocks/>
          </p:cNvCxnSpPr>
          <p:nvPr/>
        </p:nvCxnSpPr>
        <p:spPr>
          <a:xfrm>
            <a:off x="6779927" y="1413698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4" name="Straight Connector 673">
            <a:extLst>
              <a:ext uri="{FF2B5EF4-FFF2-40B4-BE49-F238E27FC236}">
                <a16:creationId xmlns:a16="http://schemas.microsoft.com/office/drawing/2014/main" id="{D436D96E-D1E6-41BE-B9C5-C7607BA85765}"/>
              </a:ext>
            </a:extLst>
          </p:cNvPr>
          <p:cNvCxnSpPr>
            <a:cxnSpLocks/>
          </p:cNvCxnSpPr>
          <p:nvPr/>
        </p:nvCxnSpPr>
        <p:spPr>
          <a:xfrm flipH="1">
            <a:off x="7130913" y="1392368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5" name="Straight Connector 674">
            <a:extLst>
              <a:ext uri="{FF2B5EF4-FFF2-40B4-BE49-F238E27FC236}">
                <a16:creationId xmlns:a16="http://schemas.microsoft.com/office/drawing/2014/main" id="{E2D039A2-F6CF-4F61-9451-64DCCB770095}"/>
              </a:ext>
            </a:extLst>
          </p:cNvPr>
          <p:cNvCxnSpPr>
            <a:cxnSpLocks/>
          </p:cNvCxnSpPr>
          <p:nvPr/>
        </p:nvCxnSpPr>
        <p:spPr>
          <a:xfrm>
            <a:off x="7130447" y="1403033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6" name="Straight Connector 675">
            <a:extLst>
              <a:ext uri="{FF2B5EF4-FFF2-40B4-BE49-F238E27FC236}">
                <a16:creationId xmlns:a16="http://schemas.microsoft.com/office/drawing/2014/main" id="{92940BEB-DB20-461C-84E3-B31A4A28A611}"/>
              </a:ext>
            </a:extLst>
          </p:cNvPr>
          <p:cNvCxnSpPr>
            <a:cxnSpLocks/>
          </p:cNvCxnSpPr>
          <p:nvPr/>
        </p:nvCxnSpPr>
        <p:spPr>
          <a:xfrm flipH="1">
            <a:off x="7456033" y="1381703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7" name="Straight Connector 676">
            <a:extLst>
              <a:ext uri="{FF2B5EF4-FFF2-40B4-BE49-F238E27FC236}">
                <a16:creationId xmlns:a16="http://schemas.microsoft.com/office/drawing/2014/main" id="{38A784DB-2451-473D-98F7-0F3775881CF8}"/>
              </a:ext>
            </a:extLst>
          </p:cNvPr>
          <p:cNvCxnSpPr>
            <a:cxnSpLocks/>
          </p:cNvCxnSpPr>
          <p:nvPr/>
        </p:nvCxnSpPr>
        <p:spPr>
          <a:xfrm>
            <a:off x="7455567" y="1392368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8" name="Straight Connector 677">
            <a:extLst>
              <a:ext uri="{FF2B5EF4-FFF2-40B4-BE49-F238E27FC236}">
                <a16:creationId xmlns:a16="http://schemas.microsoft.com/office/drawing/2014/main" id="{3F3EFEB2-1BC7-432E-AAC4-700833D9618C}"/>
              </a:ext>
            </a:extLst>
          </p:cNvPr>
          <p:cNvCxnSpPr>
            <a:cxnSpLocks/>
          </p:cNvCxnSpPr>
          <p:nvPr/>
        </p:nvCxnSpPr>
        <p:spPr>
          <a:xfrm flipH="1">
            <a:off x="7791431" y="1393745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9" name="Straight Connector 678">
            <a:extLst>
              <a:ext uri="{FF2B5EF4-FFF2-40B4-BE49-F238E27FC236}">
                <a16:creationId xmlns:a16="http://schemas.microsoft.com/office/drawing/2014/main" id="{C3968376-94A6-43EC-AE27-21951C2D5D3E}"/>
              </a:ext>
            </a:extLst>
          </p:cNvPr>
          <p:cNvCxnSpPr>
            <a:cxnSpLocks/>
          </p:cNvCxnSpPr>
          <p:nvPr/>
        </p:nvCxnSpPr>
        <p:spPr>
          <a:xfrm>
            <a:off x="7790965" y="1404410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Straight Connector 679">
            <a:extLst>
              <a:ext uri="{FF2B5EF4-FFF2-40B4-BE49-F238E27FC236}">
                <a16:creationId xmlns:a16="http://schemas.microsoft.com/office/drawing/2014/main" id="{72472383-AF8D-46F3-8F82-AA286200793A}"/>
              </a:ext>
            </a:extLst>
          </p:cNvPr>
          <p:cNvCxnSpPr>
            <a:cxnSpLocks/>
          </p:cNvCxnSpPr>
          <p:nvPr/>
        </p:nvCxnSpPr>
        <p:spPr>
          <a:xfrm flipH="1">
            <a:off x="8114776" y="1405933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Straight Connector 680">
            <a:extLst>
              <a:ext uri="{FF2B5EF4-FFF2-40B4-BE49-F238E27FC236}">
                <a16:creationId xmlns:a16="http://schemas.microsoft.com/office/drawing/2014/main" id="{EE5CA8B1-34C8-4F1D-8139-00D8F0150CF6}"/>
              </a:ext>
            </a:extLst>
          </p:cNvPr>
          <p:cNvCxnSpPr>
            <a:cxnSpLocks/>
          </p:cNvCxnSpPr>
          <p:nvPr/>
        </p:nvCxnSpPr>
        <p:spPr>
          <a:xfrm>
            <a:off x="8114310" y="1416598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Straight Connector 681">
            <a:extLst>
              <a:ext uri="{FF2B5EF4-FFF2-40B4-BE49-F238E27FC236}">
                <a16:creationId xmlns:a16="http://schemas.microsoft.com/office/drawing/2014/main" id="{42E0C4EF-293F-49E1-B0F0-16270F378544}"/>
              </a:ext>
            </a:extLst>
          </p:cNvPr>
          <p:cNvCxnSpPr>
            <a:cxnSpLocks/>
          </p:cNvCxnSpPr>
          <p:nvPr/>
        </p:nvCxnSpPr>
        <p:spPr>
          <a:xfrm flipH="1">
            <a:off x="8465596" y="1396323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" name="Straight Connector 682">
            <a:extLst>
              <a:ext uri="{FF2B5EF4-FFF2-40B4-BE49-F238E27FC236}">
                <a16:creationId xmlns:a16="http://schemas.microsoft.com/office/drawing/2014/main" id="{AB2E4753-C0AC-4DF1-84A7-3A0579A38880}"/>
              </a:ext>
            </a:extLst>
          </p:cNvPr>
          <p:cNvCxnSpPr>
            <a:cxnSpLocks/>
          </p:cNvCxnSpPr>
          <p:nvPr/>
        </p:nvCxnSpPr>
        <p:spPr>
          <a:xfrm>
            <a:off x="8465130" y="1406988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4" name="Straight Connector 683">
            <a:extLst>
              <a:ext uri="{FF2B5EF4-FFF2-40B4-BE49-F238E27FC236}">
                <a16:creationId xmlns:a16="http://schemas.microsoft.com/office/drawing/2014/main" id="{2345C0A0-AD99-4792-990C-D0CFCE42A55E}"/>
              </a:ext>
            </a:extLst>
          </p:cNvPr>
          <p:cNvCxnSpPr>
            <a:cxnSpLocks/>
          </p:cNvCxnSpPr>
          <p:nvPr/>
        </p:nvCxnSpPr>
        <p:spPr>
          <a:xfrm flipH="1">
            <a:off x="8795723" y="1408188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5" name="Straight Connector 684">
            <a:extLst>
              <a:ext uri="{FF2B5EF4-FFF2-40B4-BE49-F238E27FC236}">
                <a16:creationId xmlns:a16="http://schemas.microsoft.com/office/drawing/2014/main" id="{792988FB-3142-46D6-889A-4F2A17061C27}"/>
              </a:ext>
            </a:extLst>
          </p:cNvPr>
          <p:cNvCxnSpPr>
            <a:cxnSpLocks/>
          </p:cNvCxnSpPr>
          <p:nvPr/>
        </p:nvCxnSpPr>
        <p:spPr>
          <a:xfrm>
            <a:off x="8795257" y="1418853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Straight Connector 685">
            <a:extLst>
              <a:ext uri="{FF2B5EF4-FFF2-40B4-BE49-F238E27FC236}">
                <a16:creationId xmlns:a16="http://schemas.microsoft.com/office/drawing/2014/main" id="{32660303-2B6D-4B8B-B384-5B586700F287}"/>
              </a:ext>
            </a:extLst>
          </p:cNvPr>
          <p:cNvCxnSpPr>
            <a:cxnSpLocks/>
          </p:cNvCxnSpPr>
          <p:nvPr/>
        </p:nvCxnSpPr>
        <p:spPr>
          <a:xfrm flipH="1">
            <a:off x="9156228" y="1381877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Straight Connector 686">
            <a:extLst>
              <a:ext uri="{FF2B5EF4-FFF2-40B4-BE49-F238E27FC236}">
                <a16:creationId xmlns:a16="http://schemas.microsoft.com/office/drawing/2014/main" id="{A2BDF6CF-3032-4BF3-8029-66360D57BACC}"/>
              </a:ext>
            </a:extLst>
          </p:cNvPr>
          <p:cNvCxnSpPr>
            <a:cxnSpLocks/>
          </p:cNvCxnSpPr>
          <p:nvPr/>
        </p:nvCxnSpPr>
        <p:spPr>
          <a:xfrm>
            <a:off x="9155762" y="1392542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8" name="Straight Connector 687">
            <a:extLst>
              <a:ext uri="{FF2B5EF4-FFF2-40B4-BE49-F238E27FC236}">
                <a16:creationId xmlns:a16="http://schemas.microsoft.com/office/drawing/2014/main" id="{BEB7513D-584D-4C68-8A6B-6B5983CDF8FA}"/>
              </a:ext>
            </a:extLst>
          </p:cNvPr>
          <p:cNvCxnSpPr>
            <a:cxnSpLocks/>
          </p:cNvCxnSpPr>
          <p:nvPr/>
        </p:nvCxnSpPr>
        <p:spPr>
          <a:xfrm flipH="1">
            <a:off x="9475726" y="1408325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9" name="Straight Connector 688">
            <a:extLst>
              <a:ext uri="{FF2B5EF4-FFF2-40B4-BE49-F238E27FC236}">
                <a16:creationId xmlns:a16="http://schemas.microsoft.com/office/drawing/2014/main" id="{4BB4F236-AEF0-4FE3-97A3-D04DB82B9E94}"/>
              </a:ext>
            </a:extLst>
          </p:cNvPr>
          <p:cNvCxnSpPr>
            <a:cxnSpLocks/>
          </p:cNvCxnSpPr>
          <p:nvPr/>
        </p:nvCxnSpPr>
        <p:spPr>
          <a:xfrm>
            <a:off x="9475260" y="1418990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0" name="Straight Connector 689">
            <a:extLst>
              <a:ext uri="{FF2B5EF4-FFF2-40B4-BE49-F238E27FC236}">
                <a16:creationId xmlns:a16="http://schemas.microsoft.com/office/drawing/2014/main" id="{1AE9CDBF-908E-427A-A045-265627EF6E95}"/>
              </a:ext>
            </a:extLst>
          </p:cNvPr>
          <p:cNvCxnSpPr>
            <a:cxnSpLocks/>
          </p:cNvCxnSpPr>
          <p:nvPr/>
        </p:nvCxnSpPr>
        <p:spPr>
          <a:xfrm flipH="1">
            <a:off x="9827139" y="1397523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1" name="Straight Connector 690">
            <a:extLst>
              <a:ext uri="{FF2B5EF4-FFF2-40B4-BE49-F238E27FC236}">
                <a16:creationId xmlns:a16="http://schemas.microsoft.com/office/drawing/2014/main" id="{F5DBECB1-A51D-4CB3-B635-79346F372658}"/>
              </a:ext>
            </a:extLst>
          </p:cNvPr>
          <p:cNvCxnSpPr>
            <a:cxnSpLocks/>
          </p:cNvCxnSpPr>
          <p:nvPr/>
        </p:nvCxnSpPr>
        <p:spPr>
          <a:xfrm>
            <a:off x="9826673" y="1408188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2" name="Straight Connector 691">
            <a:extLst>
              <a:ext uri="{FF2B5EF4-FFF2-40B4-BE49-F238E27FC236}">
                <a16:creationId xmlns:a16="http://schemas.microsoft.com/office/drawing/2014/main" id="{D29F9600-7297-401B-AF13-F364AF0E9C69}"/>
              </a:ext>
            </a:extLst>
          </p:cNvPr>
          <p:cNvCxnSpPr>
            <a:cxnSpLocks/>
          </p:cNvCxnSpPr>
          <p:nvPr/>
        </p:nvCxnSpPr>
        <p:spPr>
          <a:xfrm flipH="1">
            <a:off x="10145969" y="1407820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Straight Connector 692">
            <a:extLst>
              <a:ext uri="{FF2B5EF4-FFF2-40B4-BE49-F238E27FC236}">
                <a16:creationId xmlns:a16="http://schemas.microsoft.com/office/drawing/2014/main" id="{3A62B4A9-18C2-4896-B0A1-487989DD6699}"/>
              </a:ext>
            </a:extLst>
          </p:cNvPr>
          <p:cNvCxnSpPr>
            <a:cxnSpLocks/>
          </p:cNvCxnSpPr>
          <p:nvPr/>
        </p:nvCxnSpPr>
        <p:spPr>
          <a:xfrm>
            <a:off x="10145503" y="1418485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4" name="Straight Connector 693">
            <a:extLst>
              <a:ext uri="{FF2B5EF4-FFF2-40B4-BE49-F238E27FC236}">
                <a16:creationId xmlns:a16="http://schemas.microsoft.com/office/drawing/2014/main" id="{A594B5F9-0EEF-4412-9F73-ABC858F2CB60}"/>
              </a:ext>
            </a:extLst>
          </p:cNvPr>
          <p:cNvCxnSpPr>
            <a:cxnSpLocks/>
          </p:cNvCxnSpPr>
          <p:nvPr/>
        </p:nvCxnSpPr>
        <p:spPr>
          <a:xfrm flipH="1">
            <a:off x="10499819" y="1418679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Straight Connector 694">
            <a:extLst>
              <a:ext uri="{FF2B5EF4-FFF2-40B4-BE49-F238E27FC236}">
                <a16:creationId xmlns:a16="http://schemas.microsoft.com/office/drawing/2014/main" id="{F3A3DA9C-60EF-459C-827C-CB53F3B23A57}"/>
              </a:ext>
            </a:extLst>
          </p:cNvPr>
          <p:cNvCxnSpPr>
            <a:cxnSpLocks/>
          </p:cNvCxnSpPr>
          <p:nvPr/>
        </p:nvCxnSpPr>
        <p:spPr>
          <a:xfrm>
            <a:off x="10499353" y="1429344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Straight Connector 695">
            <a:extLst>
              <a:ext uri="{FF2B5EF4-FFF2-40B4-BE49-F238E27FC236}">
                <a16:creationId xmlns:a16="http://schemas.microsoft.com/office/drawing/2014/main" id="{EE8837FC-DC81-4309-AA9F-4B2CB1849697}"/>
              </a:ext>
            </a:extLst>
          </p:cNvPr>
          <p:cNvCxnSpPr>
            <a:cxnSpLocks/>
          </p:cNvCxnSpPr>
          <p:nvPr/>
        </p:nvCxnSpPr>
        <p:spPr>
          <a:xfrm flipH="1">
            <a:off x="10819191" y="1398104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7" name="Straight Connector 696">
            <a:extLst>
              <a:ext uri="{FF2B5EF4-FFF2-40B4-BE49-F238E27FC236}">
                <a16:creationId xmlns:a16="http://schemas.microsoft.com/office/drawing/2014/main" id="{C81A643A-7D3C-49D3-8AAF-813D03804A63}"/>
              </a:ext>
            </a:extLst>
          </p:cNvPr>
          <p:cNvCxnSpPr>
            <a:cxnSpLocks/>
          </p:cNvCxnSpPr>
          <p:nvPr/>
        </p:nvCxnSpPr>
        <p:spPr>
          <a:xfrm>
            <a:off x="10818725" y="1408769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8" name="Straight Connector 697">
            <a:extLst>
              <a:ext uri="{FF2B5EF4-FFF2-40B4-BE49-F238E27FC236}">
                <a16:creationId xmlns:a16="http://schemas.microsoft.com/office/drawing/2014/main" id="{DA2A3AFB-4915-436C-AB53-69FFF94CAE63}"/>
              </a:ext>
            </a:extLst>
          </p:cNvPr>
          <p:cNvCxnSpPr>
            <a:cxnSpLocks/>
          </p:cNvCxnSpPr>
          <p:nvPr/>
        </p:nvCxnSpPr>
        <p:spPr>
          <a:xfrm flipH="1">
            <a:off x="11169422" y="1388413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Straight Connector 698">
            <a:extLst>
              <a:ext uri="{FF2B5EF4-FFF2-40B4-BE49-F238E27FC236}">
                <a16:creationId xmlns:a16="http://schemas.microsoft.com/office/drawing/2014/main" id="{0962927F-8D1D-4897-B5DC-DDB79D840621}"/>
              </a:ext>
            </a:extLst>
          </p:cNvPr>
          <p:cNvCxnSpPr>
            <a:cxnSpLocks/>
          </p:cNvCxnSpPr>
          <p:nvPr/>
        </p:nvCxnSpPr>
        <p:spPr>
          <a:xfrm>
            <a:off x="11168956" y="1399078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0" name="Straight Connector 699">
            <a:extLst>
              <a:ext uri="{FF2B5EF4-FFF2-40B4-BE49-F238E27FC236}">
                <a16:creationId xmlns:a16="http://schemas.microsoft.com/office/drawing/2014/main" id="{6FACA8A2-59E0-4F37-AFC1-49B919BBD0DD}"/>
              </a:ext>
            </a:extLst>
          </p:cNvPr>
          <p:cNvCxnSpPr>
            <a:cxnSpLocks/>
          </p:cNvCxnSpPr>
          <p:nvPr/>
        </p:nvCxnSpPr>
        <p:spPr>
          <a:xfrm flipH="1">
            <a:off x="11499437" y="1393568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4E3FA8C0-CF1E-4242-9DFF-4B488C776A4C}"/>
              </a:ext>
            </a:extLst>
          </p:cNvPr>
          <p:cNvCxnSpPr>
            <a:cxnSpLocks/>
          </p:cNvCxnSpPr>
          <p:nvPr/>
        </p:nvCxnSpPr>
        <p:spPr>
          <a:xfrm>
            <a:off x="11498971" y="1404233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2" name="Straight Connector 701">
            <a:extLst>
              <a:ext uri="{FF2B5EF4-FFF2-40B4-BE49-F238E27FC236}">
                <a16:creationId xmlns:a16="http://schemas.microsoft.com/office/drawing/2014/main" id="{5B2FF88C-9506-4CED-BE15-5794938A6CE4}"/>
              </a:ext>
            </a:extLst>
          </p:cNvPr>
          <p:cNvCxnSpPr>
            <a:cxnSpLocks/>
          </p:cNvCxnSpPr>
          <p:nvPr/>
        </p:nvCxnSpPr>
        <p:spPr>
          <a:xfrm>
            <a:off x="6465406" y="39446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3" name="Straight Connector 702">
            <a:extLst>
              <a:ext uri="{FF2B5EF4-FFF2-40B4-BE49-F238E27FC236}">
                <a16:creationId xmlns:a16="http://schemas.microsoft.com/office/drawing/2014/main" id="{20095D27-A2A6-4C06-9249-F4AEACCE9660}"/>
              </a:ext>
            </a:extLst>
          </p:cNvPr>
          <p:cNvCxnSpPr>
            <a:cxnSpLocks/>
          </p:cNvCxnSpPr>
          <p:nvPr/>
        </p:nvCxnSpPr>
        <p:spPr>
          <a:xfrm>
            <a:off x="6622886" y="39446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4" name="Straight Connector 703">
            <a:extLst>
              <a:ext uri="{FF2B5EF4-FFF2-40B4-BE49-F238E27FC236}">
                <a16:creationId xmlns:a16="http://schemas.microsoft.com/office/drawing/2014/main" id="{AAD422DD-4138-4335-82AA-B5854541EF5D}"/>
              </a:ext>
            </a:extLst>
          </p:cNvPr>
          <p:cNvCxnSpPr>
            <a:cxnSpLocks/>
          </p:cNvCxnSpPr>
          <p:nvPr/>
        </p:nvCxnSpPr>
        <p:spPr>
          <a:xfrm>
            <a:off x="6780366" y="39446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5" name="Straight Connector 704">
            <a:extLst>
              <a:ext uri="{FF2B5EF4-FFF2-40B4-BE49-F238E27FC236}">
                <a16:creationId xmlns:a16="http://schemas.microsoft.com/office/drawing/2014/main" id="{6AA7240F-7042-4D99-838D-1073C067BB7B}"/>
              </a:ext>
            </a:extLst>
          </p:cNvPr>
          <p:cNvCxnSpPr>
            <a:cxnSpLocks/>
          </p:cNvCxnSpPr>
          <p:nvPr/>
        </p:nvCxnSpPr>
        <p:spPr>
          <a:xfrm>
            <a:off x="6963246" y="39446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Straight Connector 705">
            <a:extLst>
              <a:ext uri="{FF2B5EF4-FFF2-40B4-BE49-F238E27FC236}">
                <a16:creationId xmlns:a16="http://schemas.microsoft.com/office/drawing/2014/main" id="{CCED7DDB-9B5F-435C-95F0-769233594ED4}"/>
              </a:ext>
            </a:extLst>
          </p:cNvPr>
          <p:cNvCxnSpPr>
            <a:cxnSpLocks/>
          </p:cNvCxnSpPr>
          <p:nvPr/>
        </p:nvCxnSpPr>
        <p:spPr>
          <a:xfrm>
            <a:off x="7141046" y="394980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7" name="Straight Connector 706">
            <a:extLst>
              <a:ext uri="{FF2B5EF4-FFF2-40B4-BE49-F238E27FC236}">
                <a16:creationId xmlns:a16="http://schemas.microsoft.com/office/drawing/2014/main" id="{E239A4BC-13D1-4404-9942-272FB1F4F7A3}"/>
              </a:ext>
            </a:extLst>
          </p:cNvPr>
          <p:cNvCxnSpPr>
            <a:cxnSpLocks/>
          </p:cNvCxnSpPr>
          <p:nvPr/>
        </p:nvCxnSpPr>
        <p:spPr>
          <a:xfrm>
            <a:off x="7298526" y="394980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Straight Connector 707">
            <a:extLst>
              <a:ext uri="{FF2B5EF4-FFF2-40B4-BE49-F238E27FC236}">
                <a16:creationId xmlns:a16="http://schemas.microsoft.com/office/drawing/2014/main" id="{07A35797-194E-4F6C-8D22-500C8C21C7EA}"/>
              </a:ext>
            </a:extLst>
          </p:cNvPr>
          <p:cNvCxnSpPr>
            <a:cxnSpLocks/>
          </p:cNvCxnSpPr>
          <p:nvPr/>
        </p:nvCxnSpPr>
        <p:spPr>
          <a:xfrm>
            <a:off x="7456006" y="394980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Straight Connector 708">
            <a:extLst>
              <a:ext uri="{FF2B5EF4-FFF2-40B4-BE49-F238E27FC236}">
                <a16:creationId xmlns:a16="http://schemas.microsoft.com/office/drawing/2014/main" id="{77677778-1965-4613-9BCD-0FED0CAD8F35}"/>
              </a:ext>
            </a:extLst>
          </p:cNvPr>
          <p:cNvCxnSpPr>
            <a:cxnSpLocks/>
          </p:cNvCxnSpPr>
          <p:nvPr/>
        </p:nvCxnSpPr>
        <p:spPr>
          <a:xfrm>
            <a:off x="7638886" y="394980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Straight Connector 709">
            <a:extLst>
              <a:ext uri="{FF2B5EF4-FFF2-40B4-BE49-F238E27FC236}">
                <a16:creationId xmlns:a16="http://schemas.microsoft.com/office/drawing/2014/main" id="{A321774A-CCAA-415D-9BFA-888FCD83CA32}"/>
              </a:ext>
            </a:extLst>
          </p:cNvPr>
          <p:cNvCxnSpPr>
            <a:cxnSpLocks/>
          </p:cNvCxnSpPr>
          <p:nvPr/>
        </p:nvCxnSpPr>
        <p:spPr>
          <a:xfrm>
            <a:off x="7802447" y="39446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Straight Connector 710">
            <a:extLst>
              <a:ext uri="{FF2B5EF4-FFF2-40B4-BE49-F238E27FC236}">
                <a16:creationId xmlns:a16="http://schemas.microsoft.com/office/drawing/2014/main" id="{B63E8E9E-1600-4768-A36A-6C4FB13D625E}"/>
              </a:ext>
            </a:extLst>
          </p:cNvPr>
          <p:cNvCxnSpPr>
            <a:cxnSpLocks/>
          </p:cNvCxnSpPr>
          <p:nvPr/>
        </p:nvCxnSpPr>
        <p:spPr>
          <a:xfrm>
            <a:off x="7959927" y="39446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2" name="Straight Connector 711">
            <a:extLst>
              <a:ext uri="{FF2B5EF4-FFF2-40B4-BE49-F238E27FC236}">
                <a16:creationId xmlns:a16="http://schemas.microsoft.com/office/drawing/2014/main" id="{F167CE87-B3D0-4099-AD8B-30013A573771}"/>
              </a:ext>
            </a:extLst>
          </p:cNvPr>
          <p:cNvCxnSpPr>
            <a:cxnSpLocks/>
          </p:cNvCxnSpPr>
          <p:nvPr/>
        </p:nvCxnSpPr>
        <p:spPr>
          <a:xfrm>
            <a:off x="8117407" y="39446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3" name="Straight Connector 712">
            <a:extLst>
              <a:ext uri="{FF2B5EF4-FFF2-40B4-BE49-F238E27FC236}">
                <a16:creationId xmlns:a16="http://schemas.microsoft.com/office/drawing/2014/main" id="{D9463423-1576-400D-A441-EBC2348F1B3C}"/>
              </a:ext>
            </a:extLst>
          </p:cNvPr>
          <p:cNvCxnSpPr>
            <a:cxnSpLocks/>
          </p:cNvCxnSpPr>
          <p:nvPr/>
        </p:nvCxnSpPr>
        <p:spPr>
          <a:xfrm>
            <a:off x="8300287" y="39446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" name="Straight Connector 713">
            <a:extLst>
              <a:ext uri="{FF2B5EF4-FFF2-40B4-BE49-F238E27FC236}">
                <a16:creationId xmlns:a16="http://schemas.microsoft.com/office/drawing/2014/main" id="{23B07A8F-D4EB-4DA4-AF0F-0EA0DC0FBE0E}"/>
              </a:ext>
            </a:extLst>
          </p:cNvPr>
          <p:cNvCxnSpPr>
            <a:cxnSpLocks/>
          </p:cNvCxnSpPr>
          <p:nvPr/>
        </p:nvCxnSpPr>
        <p:spPr>
          <a:xfrm>
            <a:off x="8478087" y="394980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Straight Connector 714">
            <a:extLst>
              <a:ext uri="{FF2B5EF4-FFF2-40B4-BE49-F238E27FC236}">
                <a16:creationId xmlns:a16="http://schemas.microsoft.com/office/drawing/2014/main" id="{D85ECFED-0D9A-4312-BF88-26239B269A5D}"/>
              </a:ext>
            </a:extLst>
          </p:cNvPr>
          <p:cNvCxnSpPr>
            <a:cxnSpLocks/>
          </p:cNvCxnSpPr>
          <p:nvPr/>
        </p:nvCxnSpPr>
        <p:spPr>
          <a:xfrm>
            <a:off x="8635567" y="394980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" name="Straight Connector 715">
            <a:extLst>
              <a:ext uri="{FF2B5EF4-FFF2-40B4-BE49-F238E27FC236}">
                <a16:creationId xmlns:a16="http://schemas.microsoft.com/office/drawing/2014/main" id="{FA18B27D-6B62-4934-A29C-5AD9A956977C}"/>
              </a:ext>
            </a:extLst>
          </p:cNvPr>
          <p:cNvCxnSpPr>
            <a:cxnSpLocks/>
          </p:cNvCxnSpPr>
          <p:nvPr/>
        </p:nvCxnSpPr>
        <p:spPr>
          <a:xfrm>
            <a:off x="8793047" y="394980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" name="Straight Connector 716">
            <a:extLst>
              <a:ext uri="{FF2B5EF4-FFF2-40B4-BE49-F238E27FC236}">
                <a16:creationId xmlns:a16="http://schemas.microsoft.com/office/drawing/2014/main" id="{45E6F9A9-3907-4E9C-8DD4-A06D1DD10987}"/>
              </a:ext>
            </a:extLst>
          </p:cNvPr>
          <p:cNvCxnSpPr>
            <a:cxnSpLocks/>
          </p:cNvCxnSpPr>
          <p:nvPr/>
        </p:nvCxnSpPr>
        <p:spPr>
          <a:xfrm>
            <a:off x="8975927" y="394980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Straight Connector 717">
            <a:extLst>
              <a:ext uri="{FF2B5EF4-FFF2-40B4-BE49-F238E27FC236}">
                <a16:creationId xmlns:a16="http://schemas.microsoft.com/office/drawing/2014/main" id="{4D20A77C-AEF7-4152-B212-C67BBCBEFFE1}"/>
              </a:ext>
            </a:extLst>
          </p:cNvPr>
          <p:cNvCxnSpPr>
            <a:cxnSpLocks/>
          </p:cNvCxnSpPr>
          <p:nvPr/>
        </p:nvCxnSpPr>
        <p:spPr>
          <a:xfrm>
            <a:off x="9162884" y="39446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Straight Connector 718">
            <a:extLst>
              <a:ext uri="{FF2B5EF4-FFF2-40B4-BE49-F238E27FC236}">
                <a16:creationId xmlns:a16="http://schemas.microsoft.com/office/drawing/2014/main" id="{A0C429E1-FA90-48F2-B8B9-EE16FB8C279F}"/>
              </a:ext>
            </a:extLst>
          </p:cNvPr>
          <p:cNvCxnSpPr>
            <a:cxnSpLocks/>
          </p:cNvCxnSpPr>
          <p:nvPr/>
        </p:nvCxnSpPr>
        <p:spPr>
          <a:xfrm>
            <a:off x="9320364" y="39446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Straight Connector 719">
            <a:extLst>
              <a:ext uri="{FF2B5EF4-FFF2-40B4-BE49-F238E27FC236}">
                <a16:creationId xmlns:a16="http://schemas.microsoft.com/office/drawing/2014/main" id="{E37C10C8-3B97-4486-B4DF-1EAF3F6E02C1}"/>
              </a:ext>
            </a:extLst>
          </p:cNvPr>
          <p:cNvCxnSpPr>
            <a:cxnSpLocks/>
          </p:cNvCxnSpPr>
          <p:nvPr/>
        </p:nvCxnSpPr>
        <p:spPr>
          <a:xfrm>
            <a:off x="9477844" y="39446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Straight Connector 720">
            <a:extLst>
              <a:ext uri="{FF2B5EF4-FFF2-40B4-BE49-F238E27FC236}">
                <a16:creationId xmlns:a16="http://schemas.microsoft.com/office/drawing/2014/main" id="{FA432483-ED22-4165-AEBD-2CE6BCAF82A7}"/>
              </a:ext>
            </a:extLst>
          </p:cNvPr>
          <p:cNvCxnSpPr>
            <a:cxnSpLocks/>
          </p:cNvCxnSpPr>
          <p:nvPr/>
        </p:nvCxnSpPr>
        <p:spPr>
          <a:xfrm>
            <a:off x="9660724" y="39446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Straight Connector 721">
            <a:extLst>
              <a:ext uri="{FF2B5EF4-FFF2-40B4-BE49-F238E27FC236}">
                <a16:creationId xmlns:a16="http://schemas.microsoft.com/office/drawing/2014/main" id="{678A193E-021E-4A7D-B0EE-3A8F0280B4E8}"/>
              </a:ext>
            </a:extLst>
          </p:cNvPr>
          <p:cNvCxnSpPr>
            <a:cxnSpLocks/>
          </p:cNvCxnSpPr>
          <p:nvPr/>
        </p:nvCxnSpPr>
        <p:spPr>
          <a:xfrm>
            <a:off x="9838524" y="394980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Straight Connector 722">
            <a:extLst>
              <a:ext uri="{FF2B5EF4-FFF2-40B4-BE49-F238E27FC236}">
                <a16:creationId xmlns:a16="http://schemas.microsoft.com/office/drawing/2014/main" id="{3DB83155-9327-4900-A81A-2887910D663A}"/>
              </a:ext>
            </a:extLst>
          </p:cNvPr>
          <p:cNvCxnSpPr>
            <a:cxnSpLocks/>
          </p:cNvCxnSpPr>
          <p:nvPr/>
        </p:nvCxnSpPr>
        <p:spPr>
          <a:xfrm>
            <a:off x="9996004" y="394980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Straight Connector 723">
            <a:extLst>
              <a:ext uri="{FF2B5EF4-FFF2-40B4-BE49-F238E27FC236}">
                <a16:creationId xmlns:a16="http://schemas.microsoft.com/office/drawing/2014/main" id="{64581DD2-A545-4B5E-BD1D-4AE0A823DD3C}"/>
              </a:ext>
            </a:extLst>
          </p:cNvPr>
          <p:cNvCxnSpPr>
            <a:cxnSpLocks/>
          </p:cNvCxnSpPr>
          <p:nvPr/>
        </p:nvCxnSpPr>
        <p:spPr>
          <a:xfrm>
            <a:off x="10153484" y="394980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Straight Connector 724">
            <a:extLst>
              <a:ext uri="{FF2B5EF4-FFF2-40B4-BE49-F238E27FC236}">
                <a16:creationId xmlns:a16="http://schemas.microsoft.com/office/drawing/2014/main" id="{CB568432-277C-49DF-B944-362C70009A6D}"/>
              </a:ext>
            </a:extLst>
          </p:cNvPr>
          <p:cNvCxnSpPr>
            <a:cxnSpLocks/>
          </p:cNvCxnSpPr>
          <p:nvPr/>
        </p:nvCxnSpPr>
        <p:spPr>
          <a:xfrm>
            <a:off x="10336364" y="394980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Straight Connector 725">
            <a:extLst>
              <a:ext uri="{FF2B5EF4-FFF2-40B4-BE49-F238E27FC236}">
                <a16:creationId xmlns:a16="http://schemas.microsoft.com/office/drawing/2014/main" id="{2B6303F6-C942-4DC1-87A5-D4CE2D3860EC}"/>
              </a:ext>
            </a:extLst>
          </p:cNvPr>
          <p:cNvCxnSpPr>
            <a:cxnSpLocks/>
          </p:cNvCxnSpPr>
          <p:nvPr/>
        </p:nvCxnSpPr>
        <p:spPr>
          <a:xfrm>
            <a:off x="10509084" y="39446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7" name="Straight Connector 726">
            <a:extLst>
              <a:ext uri="{FF2B5EF4-FFF2-40B4-BE49-F238E27FC236}">
                <a16:creationId xmlns:a16="http://schemas.microsoft.com/office/drawing/2014/main" id="{4A47B428-F769-4810-9F75-37D52FD1F44A}"/>
              </a:ext>
            </a:extLst>
          </p:cNvPr>
          <p:cNvCxnSpPr>
            <a:cxnSpLocks/>
          </p:cNvCxnSpPr>
          <p:nvPr/>
        </p:nvCxnSpPr>
        <p:spPr>
          <a:xfrm>
            <a:off x="10666564" y="39446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Straight Connector 727">
            <a:extLst>
              <a:ext uri="{FF2B5EF4-FFF2-40B4-BE49-F238E27FC236}">
                <a16:creationId xmlns:a16="http://schemas.microsoft.com/office/drawing/2014/main" id="{F3452614-635B-4AAE-A03D-492E7757B6DC}"/>
              </a:ext>
            </a:extLst>
          </p:cNvPr>
          <p:cNvCxnSpPr>
            <a:cxnSpLocks/>
          </p:cNvCxnSpPr>
          <p:nvPr/>
        </p:nvCxnSpPr>
        <p:spPr>
          <a:xfrm>
            <a:off x="10824044" y="39446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" name="Straight Connector 728">
            <a:extLst>
              <a:ext uri="{FF2B5EF4-FFF2-40B4-BE49-F238E27FC236}">
                <a16:creationId xmlns:a16="http://schemas.microsoft.com/office/drawing/2014/main" id="{6F777680-4AAB-403A-AE52-1F42AF5BA8DA}"/>
              </a:ext>
            </a:extLst>
          </p:cNvPr>
          <p:cNvCxnSpPr>
            <a:cxnSpLocks/>
          </p:cNvCxnSpPr>
          <p:nvPr/>
        </p:nvCxnSpPr>
        <p:spPr>
          <a:xfrm>
            <a:off x="11006924" y="39446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59AE819F-61D7-4523-9300-03D972EF65C8}"/>
              </a:ext>
            </a:extLst>
          </p:cNvPr>
          <p:cNvCxnSpPr>
            <a:cxnSpLocks/>
          </p:cNvCxnSpPr>
          <p:nvPr/>
        </p:nvCxnSpPr>
        <p:spPr>
          <a:xfrm>
            <a:off x="11184724" y="394980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Straight Connector 730">
            <a:extLst>
              <a:ext uri="{FF2B5EF4-FFF2-40B4-BE49-F238E27FC236}">
                <a16:creationId xmlns:a16="http://schemas.microsoft.com/office/drawing/2014/main" id="{CAADCEA1-38F0-4E93-BE52-674773881534}"/>
              </a:ext>
            </a:extLst>
          </p:cNvPr>
          <p:cNvCxnSpPr>
            <a:cxnSpLocks/>
          </p:cNvCxnSpPr>
          <p:nvPr/>
        </p:nvCxnSpPr>
        <p:spPr>
          <a:xfrm>
            <a:off x="11342204" y="394980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2" name="Straight Connector 731">
            <a:extLst>
              <a:ext uri="{FF2B5EF4-FFF2-40B4-BE49-F238E27FC236}">
                <a16:creationId xmlns:a16="http://schemas.microsoft.com/office/drawing/2014/main" id="{EF7BE665-870C-426E-9254-97932F2255C1}"/>
              </a:ext>
            </a:extLst>
          </p:cNvPr>
          <p:cNvCxnSpPr>
            <a:cxnSpLocks/>
          </p:cNvCxnSpPr>
          <p:nvPr/>
        </p:nvCxnSpPr>
        <p:spPr>
          <a:xfrm>
            <a:off x="11499684" y="394980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3" name="Straight Connector 732">
            <a:extLst>
              <a:ext uri="{FF2B5EF4-FFF2-40B4-BE49-F238E27FC236}">
                <a16:creationId xmlns:a16="http://schemas.microsoft.com/office/drawing/2014/main" id="{ABD0EAB3-48D9-45AA-994E-655F8B72E09D}"/>
              </a:ext>
            </a:extLst>
          </p:cNvPr>
          <p:cNvCxnSpPr>
            <a:cxnSpLocks/>
          </p:cNvCxnSpPr>
          <p:nvPr/>
        </p:nvCxnSpPr>
        <p:spPr>
          <a:xfrm>
            <a:off x="11682564" y="394980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4" name="Straight Connector 733">
            <a:extLst>
              <a:ext uri="{FF2B5EF4-FFF2-40B4-BE49-F238E27FC236}">
                <a16:creationId xmlns:a16="http://schemas.microsoft.com/office/drawing/2014/main" id="{B2B25E99-F799-4F31-961F-DE1019399937}"/>
              </a:ext>
            </a:extLst>
          </p:cNvPr>
          <p:cNvCxnSpPr>
            <a:cxnSpLocks/>
          </p:cNvCxnSpPr>
          <p:nvPr/>
        </p:nvCxnSpPr>
        <p:spPr>
          <a:xfrm>
            <a:off x="6465406" y="3944650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5" name="Straight Connector 734">
            <a:extLst>
              <a:ext uri="{FF2B5EF4-FFF2-40B4-BE49-F238E27FC236}">
                <a16:creationId xmlns:a16="http://schemas.microsoft.com/office/drawing/2014/main" id="{EDAE714D-8710-43E5-AE4E-AA0A06F86695}"/>
              </a:ext>
            </a:extLst>
          </p:cNvPr>
          <p:cNvCxnSpPr>
            <a:cxnSpLocks/>
          </p:cNvCxnSpPr>
          <p:nvPr/>
        </p:nvCxnSpPr>
        <p:spPr>
          <a:xfrm>
            <a:off x="6621643" y="3942072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6" name="Straight Connector 735">
            <a:extLst>
              <a:ext uri="{FF2B5EF4-FFF2-40B4-BE49-F238E27FC236}">
                <a16:creationId xmlns:a16="http://schemas.microsoft.com/office/drawing/2014/main" id="{616D0679-FF3A-4591-98A1-DAE2A086E07D}"/>
              </a:ext>
            </a:extLst>
          </p:cNvPr>
          <p:cNvCxnSpPr>
            <a:cxnSpLocks/>
          </p:cNvCxnSpPr>
          <p:nvPr/>
        </p:nvCxnSpPr>
        <p:spPr>
          <a:xfrm>
            <a:off x="6780682" y="3949692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Straight Connector 736">
            <a:extLst>
              <a:ext uri="{FF2B5EF4-FFF2-40B4-BE49-F238E27FC236}">
                <a16:creationId xmlns:a16="http://schemas.microsoft.com/office/drawing/2014/main" id="{DCE210F4-0FE2-44E7-A31C-98E69B56CEC6}"/>
              </a:ext>
            </a:extLst>
          </p:cNvPr>
          <p:cNvCxnSpPr>
            <a:cxnSpLocks/>
          </p:cNvCxnSpPr>
          <p:nvPr/>
        </p:nvCxnSpPr>
        <p:spPr>
          <a:xfrm>
            <a:off x="6964041" y="3954734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8" name="Straight Connector 737">
            <a:extLst>
              <a:ext uri="{FF2B5EF4-FFF2-40B4-BE49-F238E27FC236}">
                <a16:creationId xmlns:a16="http://schemas.microsoft.com/office/drawing/2014/main" id="{F6F7BAAA-BE96-4B4D-B91F-870C40A29CA0}"/>
              </a:ext>
            </a:extLst>
          </p:cNvPr>
          <p:cNvCxnSpPr>
            <a:cxnSpLocks/>
          </p:cNvCxnSpPr>
          <p:nvPr/>
        </p:nvCxnSpPr>
        <p:spPr>
          <a:xfrm>
            <a:off x="7139772" y="3938148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9" name="Straight Connector 738">
            <a:extLst>
              <a:ext uri="{FF2B5EF4-FFF2-40B4-BE49-F238E27FC236}">
                <a16:creationId xmlns:a16="http://schemas.microsoft.com/office/drawing/2014/main" id="{C5FFF6D3-4651-47AA-86B6-D799BA5FCBD4}"/>
              </a:ext>
            </a:extLst>
          </p:cNvPr>
          <p:cNvCxnSpPr>
            <a:cxnSpLocks/>
          </p:cNvCxnSpPr>
          <p:nvPr/>
        </p:nvCxnSpPr>
        <p:spPr>
          <a:xfrm>
            <a:off x="7296009" y="3935570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Straight Connector 739">
            <a:extLst>
              <a:ext uri="{FF2B5EF4-FFF2-40B4-BE49-F238E27FC236}">
                <a16:creationId xmlns:a16="http://schemas.microsoft.com/office/drawing/2014/main" id="{33769938-60FE-4BEB-82B0-7557B5F9EE86}"/>
              </a:ext>
            </a:extLst>
          </p:cNvPr>
          <p:cNvCxnSpPr>
            <a:cxnSpLocks/>
          </p:cNvCxnSpPr>
          <p:nvPr/>
        </p:nvCxnSpPr>
        <p:spPr>
          <a:xfrm>
            <a:off x="7455048" y="3943190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1" name="Straight Connector 740">
            <a:extLst>
              <a:ext uri="{FF2B5EF4-FFF2-40B4-BE49-F238E27FC236}">
                <a16:creationId xmlns:a16="http://schemas.microsoft.com/office/drawing/2014/main" id="{8F4AC122-83DC-46D6-94B1-5DB1D0A6E0D4}"/>
              </a:ext>
            </a:extLst>
          </p:cNvPr>
          <p:cNvCxnSpPr>
            <a:cxnSpLocks/>
          </p:cNvCxnSpPr>
          <p:nvPr/>
        </p:nvCxnSpPr>
        <p:spPr>
          <a:xfrm>
            <a:off x="7638407" y="3948232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2" name="Straight Connector 741">
            <a:extLst>
              <a:ext uri="{FF2B5EF4-FFF2-40B4-BE49-F238E27FC236}">
                <a16:creationId xmlns:a16="http://schemas.microsoft.com/office/drawing/2014/main" id="{BD7B96AD-E439-48B2-9239-9471035F5371}"/>
              </a:ext>
            </a:extLst>
          </p:cNvPr>
          <p:cNvCxnSpPr>
            <a:cxnSpLocks/>
          </p:cNvCxnSpPr>
          <p:nvPr/>
        </p:nvCxnSpPr>
        <p:spPr>
          <a:xfrm>
            <a:off x="9164691" y="3951266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742">
            <a:extLst>
              <a:ext uri="{FF2B5EF4-FFF2-40B4-BE49-F238E27FC236}">
                <a16:creationId xmlns:a16="http://schemas.microsoft.com/office/drawing/2014/main" id="{385E8B90-C254-4849-9389-EBCA03954900}"/>
              </a:ext>
            </a:extLst>
          </p:cNvPr>
          <p:cNvCxnSpPr>
            <a:cxnSpLocks/>
          </p:cNvCxnSpPr>
          <p:nvPr/>
        </p:nvCxnSpPr>
        <p:spPr>
          <a:xfrm>
            <a:off x="9320928" y="3948688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2C4D80F4-7D7B-4995-ADA4-47D837DC0C08}"/>
              </a:ext>
            </a:extLst>
          </p:cNvPr>
          <p:cNvCxnSpPr>
            <a:cxnSpLocks/>
          </p:cNvCxnSpPr>
          <p:nvPr/>
        </p:nvCxnSpPr>
        <p:spPr>
          <a:xfrm>
            <a:off x="9479967" y="3956308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Straight Connector 744">
            <a:extLst>
              <a:ext uri="{FF2B5EF4-FFF2-40B4-BE49-F238E27FC236}">
                <a16:creationId xmlns:a16="http://schemas.microsoft.com/office/drawing/2014/main" id="{4E2C9B28-8C6B-4C88-88E5-560FCCE79339}"/>
              </a:ext>
            </a:extLst>
          </p:cNvPr>
          <p:cNvCxnSpPr>
            <a:cxnSpLocks/>
          </p:cNvCxnSpPr>
          <p:nvPr/>
        </p:nvCxnSpPr>
        <p:spPr>
          <a:xfrm>
            <a:off x="9663326" y="3961350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Straight Connector 745">
            <a:extLst>
              <a:ext uri="{FF2B5EF4-FFF2-40B4-BE49-F238E27FC236}">
                <a16:creationId xmlns:a16="http://schemas.microsoft.com/office/drawing/2014/main" id="{E20CFFAB-2EE3-40B2-B88B-4AF05C7C5BCF}"/>
              </a:ext>
            </a:extLst>
          </p:cNvPr>
          <p:cNvCxnSpPr>
            <a:cxnSpLocks/>
          </p:cNvCxnSpPr>
          <p:nvPr/>
        </p:nvCxnSpPr>
        <p:spPr>
          <a:xfrm>
            <a:off x="9839057" y="3944764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7" name="Straight Connector 746">
            <a:extLst>
              <a:ext uri="{FF2B5EF4-FFF2-40B4-BE49-F238E27FC236}">
                <a16:creationId xmlns:a16="http://schemas.microsoft.com/office/drawing/2014/main" id="{865AAD86-E9DB-450E-8A7E-162FD2E17994}"/>
              </a:ext>
            </a:extLst>
          </p:cNvPr>
          <p:cNvCxnSpPr>
            <a:cxnSpLocks/>
          </p:cNvCxnSpPr>
          <p:nvPr/>
        </p:nvCxnSpPr>
        <p:spPr>
          <a:xfrm>
            <a:off x="9995294" y="3942186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747">
            <a:extLst>
              <a:ext uri="{FF2B5EF4-FFF2-40B4-BE49-F238E27FC236}">
                <a16:creationId xmlns:a16="http://schemas.microsoft.com/office/drawing/2014/main" id="{B9C29716-B3B4-4D50-8AE0-B94E48EB64A8}"/>
              </a:ext>
            </a:extLst>
          </p:cNvPr>
          <p:cNvCxnSpPr>
            <a:cxnSpLocks/>
          </p:cNvCxnSpPr>
          <p:nvPr/>
        </p:nvCxnSpPr>
        <p:spPr>
          <a:xfrm>
            <a:off x="10154333" y="3949806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9" name="Straight Connector 748">
            <a:extLst>
              <a:ext uri="{FF2B5EF4-FFF2-40B4-BE49-F238E27FC236}">
                <a16:creationId xmlns:a16="http://schemas.microsoft.com/office/drawing/2014/main" id="{8FC424AB-A0B3-4B5F-92FE-BBCEB4B4A869}"/>
              </a:ext>
            </a:extLst>
          </p:cNvPr>
          <p:cNvCxnSpPr>
            <a:cxnSpLocks/>
          </p:cNvCxnSpPr>
          <p:nvPr/>
        </p:nvCxnSpPr>
        <p:spPr>
          <a:xfrm>
            <a:off x="10337692" y="3954848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0" name="Straight Connector 749">
            <a:extLst>
              <a:ext uri="{FF2B5EF4-FFF2-40B4-BE49-F238E27FC236}">
                <a16:creationId xmlns:a16="http://schemas.microsoft.com/office/drawing/2014/main" id="{3A74E13B-0E54-4349-9D78-C8009CBFD3E1}"/>
              </a:ext>
            </a:extLst>
          </p:cNvPr>
          <p:cNvCxnSpPr>
            <a:cxnSpLocks/>
          </p:cNvCxnSpPr>
          <p:nvPr/>
        </p:nvCxnSpPr>
        <p:spPr>
          <a:xfrm flipH="1">
            <a:off x="6461330" y="3954848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750">
            <a:extLst>
              <a:ext uri="{FF2B5EF4-FFF2-40B4-BE49-F238E27FC236}">
                <a16:creationId xmlns:a16="http://schemas.microsoft.com/office/drawing/2014/main" id="{189E512B-9BD4-4265-BB93-220159C42DAB}"/>
              </a:ext>
            </a:extLst>
          </p:cNvPr>
          <p:cNvCxnSpPr>
            <a:cxnSpLocks/>
          </p:cNvCxnSpPr>
          <p:nvPr/>
        </p:nvCxnSpPr>
        <p:spPr>
          <a:xfrm flipH="1">
            <a:off x="6624630" y="3954734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Straight Connector 751">
            <a:extLst>
              <a:ext uri="{FF2B5EF4-FFF2-40B4-BE49-F238E27FC236}">
                <a16:creationId xmlns:a16="http://schemas.microsoft.com/office/drawing/2014/main" id="{3E9E5E58-FB43-4F5E-99D8-5339379E1F40}"/>
              </a:ext>
            </a:extLst>
          </p:cNvPr>
          <p:cNvCxnSpPr>
            <a:cxnSpLocks/>
          </p:cNvCxnSpPr>
          <p:nvPr/>
        </p:nvCxnSpPr>
        <p:spPr>
          <a:xfrm flipH="1">
            <a:off x="6784672" y="3951711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Straight Connector 752">
            <a:extLst>
              <a:ext uri="{FF2B5EF4-FFF2-40B4-BE49-F238E27FC236}">
                <a16:creationId xmlns:a16="http://schemas.microsoft.com/office/drawing/2014/main" id="{76E2841B-A16E-4180-B2BA-6013BBEA8274}"/>
              </a:ext>
            </a:extLst>
          </p:cNvPr>
          <p:cNvCxnSpPr>
            <a:cxnSpLocks/>
          </p:cNvCxnSpPr>
          <p:nvPr/>
        </p:nvCxnSpPr>
        <p:spPr>
          <a:xfrm flipH="1">
            <a:off x="6963753" y="3958099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4" name="Straight Connector 753">
            <a:extLst>
              <a:ext uri="{FF2B5EF4-FFF2-40B4-BE49-F238E27FC236}">
                <a16:creationId xmlns:a16="http://schemas.microsoft.com/office/drawing/2014/main" id="{BEB5ECFD-24DF-4037-8A43-B04FC92CB981}"/>
              </a:ext>
            </a:extLst>
          </p:cNvPr>
          <p:cNvCxnSpPr>
            <a:cxnSpLocks/>
          </p:cNvCxnSpPr>
          <p:nvPr/>
        </p:nvCxnSpPr>
        <p:spPr>
          <a:xfrm flipH="1">
            <a:off x="7150711" y="3954837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Straight Connector 754">
            <a:extLst>
              <a:ext uri="{FF2B5EF4-FFF2-40B4-BE49-F238E27FC236}">
                <a16:creationId xmlns:a16="http://schemas.microsoft.com/office/drawing/2014/main" id="{9A617782-A003-4AE9-AB04-09504360C067}"/>
              </a:ext>
            </a:extLst>
          </p:cNvPr>
          <p:cNvCxnSpPr>
            <a:cxnSpLocks/>
          </p:cNvCxnSpPr>
          <p:nvPr/>
        </p:nvCxnSpPr>
        <p:spPr>
          <a:xfrm flipH="1">
            <a:off x="7314011" y="3954723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Straight Connector 755">
            <a:extLst>
              <a:ext uri="{FF2B5EF4-FFF2-40B4-BE49-F238E27FC236}">
                <a16:creationId xmlns:a16="http://schemas.microsoft.com/office/drawing/2014/main" id="{46FB23B0-C9B8-4F50-AA38-1DDF97D28A53}"/>
              </a:ext>
            </a:extLst>
          </p:cNvPr>
          <p:cNvCxnSpPr>
            <a:cxnSpLocks/>
          </p:cNvCxnSpPr>
          <p:nvPr/>
        </p:nvCxnSpPr>
        <p:spPr>
          <a:xfrm flipH="1">
            <a:off x="7474053" y="3951700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756">
            <a:extLst>
              <a:ext uri="{FF2B5EF4-FFF2-40B4-BE49-F238E27FC236}">
                <a16:creationId xmlns:a16="http://schemas.microsoft.com/office/drawing/2014/main" id="{4ECBF551-F68C-47B5-9727-71316C65ACBB}"/>
              </a:ext>
            </a:extLst>
          </p:cNvPr>
          <p:cNvCxnSpPr>
            <a:cxnSpLocks/>
          </p:cNvCxnSpPr>
          <p:nvPr/>
        </p:nvCxnSpPr>
        <p:spPr>
          <a:xfrm flipH="1">
            <a:off x="7653134" y="3958088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757">
            <a:extLst>
              <a:ext uri="{FF2B5EF4-FFF2-40B4-BE49-F238E27FC236}">
                <a16:creationId xmlns:a16="http://schemas.microsoft.com/office/drawing/2014/main" id="{963E1765-406E-46E6-AA54-1BBB040944F4}"/>
              </a:ext>
            </a:extLst>
          </p:cNvPr>
          <p:cNvCxnSpPr>
            <a:cxnSpLocks/>
          </p:cNvCxnSpPr>
          <p:nvPr/>
        </p:nvCxnSpPr>
        <p:spPr>
          <a:xfrm flipH="1">
            <a:off x="9158857" y="3951700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E6E38784-71B1-4FBD-AA03-ED41B63F5733}"/>
              </a:ext>
            </a:extLst>
          </p:cNvPr>
          <p:cNvCxnSpPr>
            <a:cxnSpLocks/>
          </p:cNvCxnSpPr>
          <p:nvPr/>
        </p:nvCxnSpPr>
        <p:spPr>
          <a:xfrm flipH="1">
            <a:off x="9322157" y="3951586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0" name="Straight Connector 759">
            <a:extLst>
              <a:ext uri="{FF2B5EF4-FFF2-40B4-BE49-F238E27FC236}">
                <a16:creationId xmlns:a16="http://schemas.microsoft.com/office/drawing/2014/main" id="{EC72B7BD-AF58-4111-A7A0-E4BEC0CBEC1B}"/>
              </a:ext>
            </a:extLst>
          </p:cNvPr>
          <p:cNvCxnSpPr>
            <a:cxnSpLocks/>
          </p:cNvCxnSpPr>
          <p:nvPr/>
        </p:nvCxnSpPr>
        <p:spPr>
          <a:xfrm flipH="1">
            <a:off x="9482199" y="3948563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1" name="Straight Connector 760">
            <a:extLst>
              <a:ext uri="{FF2B5EF4-FFF2-40B4-BE49-F238E27FC236}">
                <a16:creationId xmlns:a16="http://schemas.microsoft.com/office/drawing/2014/main" id="{F6F734C2-E4A4-4703-BD41-4E5645C4304A}"/>
              </a:ext>
            </a:extLst>
          </p:cNvPr>
          <p:cNvCxnSpPr>
            <a:cxnSpLocks/>
          </p:cNvCxnSpPr>
          <p:nvPr/>
        </p:nvCxnSpPr>
        <p:spPr>
          <a:xfrm flipH="1">
            <a:off x="9661280" y="3954951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2" name="Straight Connector 761">
            <a:extLst>
              <a:ext uri="{FF2B5EF4-FFF2-40B4-BE49-F238E27FC236}">
                <a16:creationId xmlns:a16="http://schemas.microsoft.com/office/drawing/2014/main" id="{E19D78F3-6DF4-4515-A381-B86C69086AB9}"/>
              </a:ext>
            </a:extLst>
          </p:cNvPr>
          <p:cNvCxnSpPr>
            <a:cxnSpLocks/>
          </p:cNvCxnSpPr>
          <p:nvPr/>
        </p:nvCxnSpPr>
        <p:spPr>
          <a:xfrm flipH="1">
            <a:off x="9845042" y="3958213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3" name="Straight Connector 762">
            <a:extLst>
              <a:ext uri="{FF2B5EF4-FFF2-40B4-BE49-F238E27FC236}">
                <a16:creationId xmlns:a16="http://schemas.microsoft.com/office/drawing/2014/main" id="{65861352-A66C-4C91-9FC4-DB32962015CF}"/>
              </a:ext>
            </a:extLst>
          </p:cNvPr>
          <p:cNvCxnSpPr>
            <a:cxnSpLocks/>
          </p:cNvCxnSpPr>
          <p:nvPr/>
        </p:nvCxnSpPr>
        <p:spPr>
          <a:xfrm flipH="1">
            <a:off x="10008342" y="3958099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Straight Connector 763">
            <a:extLst>
              <a:ext uri="{FF2B5EF4-FFF2-40B4-BE49-F238E27FC236}">
                <a16:creationId xmlns:a16="http://schemas.microsoft.com/office/drawing/2014/main" id="{4A2E777E-E774-44D5-A51B-3F899066346B}"/>
              </a:ext>
            </a:extLst>
          </p:cNvPr>
          <p:cNvCxnSpPr>
            <a:cxnSpLocks/>
          </p:cNvCxnSpPr>
          <p:nvPr/>
        </p:nvCxnSpPr>
        <p:spPr>
          <a:xfrm flipH="1">
            <a:off x="10168384" y="3955076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Straight Connector 764">
            <a:extLst>
              <a:ext uri="{FF2B5EF4-FFF2-40B4-BE49-F238E27FC236}">
                <a16:creationId xmlns:a16="http://schemas.microsoft.com/office/drawing/2014/main" id="{286B62EE-C656-4D87-9A6C-5FF3570A4FCA}"/>
              </a:ext>
            </a:extLst>
          </p:cNvPr>
          <p:cNvCxnSpPr>
            <a:cxnSpLocks/>
          </p:cNvCxnSpPr>
          <p:nvPr/>
        </p:nvCxnSpPr>
        <p:spPr>
          <a:xfrm flipH="1">
            <a:off x="10347465" y="3961464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6" name="Straight Connector 765">
            <a:extLst>
              <a:ext uri="{FF2B5EF4-FFF2-40B4-BE49-F238E27FC236}">
                <a16:creationId xmlns:a16="http://schemas.microsoft.com/office/drawing/2014/main" id="{123EA457-AD7C-4D33-8827-13570AD02DC4}"/>
              </a:ext>
            </a:extLst>
          </p:cNvPr>
          <p:cNvCxnSpPr>
            <a:cxnSpLocks/>
          </p:cNvCxnSpPr>
          <p:nvPr/>
        </p:nvCxnSpPr>
        <p:spPr>
          <a:xfrm>
            <a:off x="6458416" y="480014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Straight Connector 766">
            <a:extLst>
              <a:ext uri="{FF2B5EF4-FFF2-40B4-BE49-F238E27FC236}">
                <a16:creationId xmlns:a16="http://schemas.microsoft.com/office/drawing/2014/main" id="{51D2E1D3-49F9-4F14-8E9A-158ED82117C5}"/>
              </a:ext>
            </a:extLst>
          </p:cNvPr>
          <p:cNvCxnSpPr>
            <a:cxnSpLocks/>
          </p:cNvCxnSpPr>
          <p:nvPr/>
        </p:nvCxnSpPr>
        <p:spPr>
          <a:xfrm>
            <a:off x="6615896" y="480014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8" name="Straight Connector 767">
            <a:extLst>
              <a:ext uri="{FF2B5EF4-FFF2-40B4-BE49-F238E27FC236}">
                <a16:creationId xmlns:a16="http://schemas.microsoft.com/office/drawing/2014/main" id="{D38CBEEB-58EB-4967-86CD-65A196FC126A}"/>
              </a:ext>
            </a:extLst>
          </p:cNvPr>
          <p:cNvCxnSpPr>
            <a:cxnSpLocks/>
          </p:cNvCxnSpPr>
          <p:nvPr/>
        </p:nvCxnSpPr>
        <p:spPr>
          <a:xfrm>
            <a:off x="6773376" y="480014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9" name="Straight Connector 768">
            <a:extLst>
              <a:ext uri="{FF2B5EF4-FFF2-40B4-BE49-F238E27FC236}">
                <a16:creationId xmlns:a16="http://schemas.microsoft.com/office/drawing/2014/main" id="{33C9CCFE-68BA-4677-96C4-96AC0E35A9E2}"/>
              </a:ext>
            </a:extLst>
          </p:cNvPr>
          <p:cNvCxnSpPr>
            <a:cxnSpLocks/>
          </p:cNvCxnSpPr>
          <p:nvPr/>
        </p:nvCxnSpPr>
        <p:spPr>
          <a:xfrm>
            <a:off x="6956256" y="480014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0" name="Straight Connector 769">
            <a:extLst>
              <a:ext uri="{FF2B5EF4-FFF2-40B4-BE49-F238E27FC236}">
                <a16:creationId xmlns:a16="http://schemas.microsoft.com/office/drawing/2014/main" id="{1E374214-88C9-4780-8C5C-5AB43378B166}"/>
              </a:ext>
            </a:extLst>
          </p:cNvPr>
          <p:cNvCxnSpPr>
            <a:cxnSpLocks/>
          </p:cNvCxnSpPr>
          <p:nvPr/>
        </p:nvCxnSpPr>
        <p:spPr>
          <a:xfrm>
            <a:off x="7134056" y="480530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1" name="Straight Connector 770">
            <a:extLst>
              <a:ext uri="{FF2B5EF4-FFF2-40B4-BE49-F238E27FC236}">
                <a16:creationId xmlns:a16="http://schemas.microsoft.com/office/drawing/2014/main" id="{C1A80EDC-7D74-4537-BF64-6959F690EED6}"/>
              </a:ext>
            </a:extLst>
          </p:cNvPr>
          <p:cNvCxnSpPr>
            <a:cxnSpLocks/>
          </p:cNvCxnSpPr>
          <p:nvPr/>
        </p:nvCxnSpPr>
        <p:spPr>
          <a:xfrm>
            <a:off x="7291536" y="480530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2" name="Straight Connector 771">
            <a:extLst>
              <a:ext uri="{FF2B5EF4-FFF2-40B4-BE49-F238E27FC236}">
                <a16:creationId xmlns:a16="http://schemas.microsoft.com/office/drawing/2014/main" id="{136BEA6B-F108-4880-9CF8-25C0B298F8B8}"/>
              </a:ext>
            </a:extLst>
          </p:cNvPr>
          <p:cNvCxnSpPr>
            <a:cxnSpLocks/>
          </p:cNvCxnSpPr>
          <p:nvPr/>
        </p:nvCxnSpPr>
        <p:spPr>
          <a:xfrm>
            <a:off x="7449016" y="480530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3" name="Straight Connector 772">
            <a:extLst>
              <a:ext uri="{FF2B5EF4-FFF2-40B4-BE49-F238E27FC236}">
                <a16:creationId xmlns:a16="http://schemas.microsoft.com/office/drawing/2014/main" id="{9D4BC415-EAA5-4A7B-BE18-0B0A789C115E}"/>
              </a:ext>
            </a:extLst>
          </p:cNvPr>
          <p:cNvCxnSpPr>
            <a:cxnSpLocks/>
          </p:cNvCxnSpPr>
          <p:nvPr/>
        </p:nvCxnSpPr>
        <p:spPr>
          <a:xfrm>
            <a:off x="7631896" y="480530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4" name="Straight Connector 773">
            <a:extLst>
              <a:ext uri="{FF2B5EF4-FFF2-40B4-BE49-F238E27FC236}">
                <a16:creationId xmlns:a16="http://schemas.microsoft.com/office/drawing/2014/main" id="{B5BFD9DA-31C7-44BF-8605-72A6FB5ED32D}"/>
              </a:ext>
            </a:extLst>
          </p:cNvPr>
          <p:cNvCxnSpPr>
            <a:cxnSpLocks/>
          </p:cNvCxnSpPr>
          <p:nvPr/>
        </p:nvCxnSpPr>
        <p:spPr>
          <a:xfrm>
            <a:off x="7804616" y="480014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5" name="Straight Connector 774">
            <a:extLst>
              <a:ext uri="{FF2B5EF4-FFF2-40B4-BE49-F238E27FC236}">
                <a16:creationId xmlns:a16="http://schemas.microsoft.com/office/drawing/2014/main" id="{4799A293-D7CD-416B-9AEE-7487FF46FA56}"/>
              </a:ext>
            </a:extLst>
          </p:cNvPr>
          <p:cNvCxnSpPr>
            <a:cxnSpLocks/>
          </p:cNvCxnSpPr>
          <p:nvPr/>
        </p:nvCxnSpPr>
        <p:spPr>
          <a:xfrm>
            <a:off x="7962096" y="480014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6" name="Straight Connector 775">
            <a:extLst>
              <a:ext uri="{FF2B5EF4-FFF2-40B4-BE49-F238E27FC236}">
                <a16:creationId xmlns:a16="http://schemas.microsoft.com/office/drawing/2014/main" id="{0FA6A2EC-24D9-452F-9E22-3E6B7ED1063B}"/>
              </a:ext>
            </a:extLst>
          </p:cNvPr>
          <p:cNvCxnSpPr>
            <a:cxnSpLocks/>
          </p:cNvCxnSpPr>
          <p:nvPr/>
        </p:nvCxnSpPr>
        <p:spPr>
          <a:xfrm>
            <a:off x="8119576" y="480014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Straight Connector 776">
            <a:extLst>
              <a:ext uri="{FF2B5EF4-FFF2-40B4-BE49-F238E27FC236}">
                <a16:creationId xmlns:a16="http://schemas.microsoft.com/office/drawing/2014/main" id="{DB4F06A2-E667-44F9-8F36-B62DB06093A1}"/>
              </a:ext>
            </a:extLst>
          </p:cNvPr>
          <p:cNvCxnSpPr>
            <a:cxnSpLocks/>
          </p:cNvCxnSpPr>
          <p:nvPr/>
        </p:nvCxnSpPr>
        <p:spPr>
          <a:xfrm>
            <a:off x="8302456" y="480014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Straight Connector 777">
            <a:extLst>
              <a:ext uri="{FF2B5EF4-FFF2-40B4-BE49-F238E27FC236}">
                <a16:creationId xmlns:a16="http://schemas.microsoft.com/office/drawing/2014/main" id="{3C520D68-EEB6-4083-86F8-5F683D5D7484}"/>
              </a:ext>
            </a:extLst>
          </p:cNvPr>
          <p:cNvCxnSpPr>
            <a:cxnSpLocks/>
          </p:cNvCxnSpPr>
          <p:nvPr/>
        </p:nvCxnSpPr>
        <p:spPr>
          <a:xfrm>
            <a:off x="8470096" y="480014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Straight Connector 778">
            <a:extLst>
              <a:ext uri="{FF2B5EF4-FFF2-40B4-BE49-F238E27FC236}">
                <a16:creationId xmlns:a16="http://schemas.microsoft.com/office/drawing/2014/main" id="{D542021E-86CF-4A4D-9CB5-5709A6187CA1}"/>
              </a:ext>
            </a:extLst>
          </p:cNvPr>
          <p:cNvCxnSpPr>
            <a:cxnSpLocks/>
          </p:cNvCxnSpPr>
          <p:nvPr/>
        </p:nvCxnSpPr>
        <p:spPr>
          <a:xfrm>
            <a:off x="8632656" y="480014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2B6C4046-0BA8-46A2-9F69-79E9C734919B}"/>
              </a:ext>
            </a:extLst>
          </p:cNvPr>
          <p:cNvCxnSpPr>
            <a:cxnSpLocks/>
          </p:cNvCxnSpPr>
          <p:nvPr/>
        </p:nvCxnSpPr>
        <p:spPr>
          <a:xfrm>
            <a:off x="8800296" y="480014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Connector 780">
            <a:extLst>
              <a:ext uri="{FF2B5EF4-FFF2-40B4-BE49-F238E27FC236}">
                <a16:creationId xmlns:a16="http://schemas.microsoft.com/office/drawing/2014/main" id="{F55ED8CA-85AD-4738-A238-BB66637462D4}"/>
              </a:ext>
            </a:extLst>
          </p:cNvPr>
          <p:cNvCxnSpPr>
            <a:cxnSpLocks/>
          </p:cNvCxnSpPr>
          <p:nvPr/>
        </p:nvCxnSpPr>
        <p:spPr>
          <a:xfrm>
            <a:off x="8967936" y="480014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Straight Connector 781">
            <a:extLst>
              <a:ext uri="{FF2B5EF4-FFF2-40B4-BE49-F238E27FC236}">
                <a16:creationId xmlns:a16="http://schemas.microsoft.com/office/drawing/2014/main" id="{32B3705A-500E-479D-B524-EAA52F753ED1}"/>
              </a:ext>
            </a:extLst>
          </p:cNvPr>
          <p:cNvCxnSpPr>
            <a:cxnSpLocks/>
          </p:cNvCxnSpPr>
          <p:nvPr/>
        </p:nvCxnSpPr>
        <p:spPr>
          <a:xfrm>
            <a:off x="9166056" y="480530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Straight Connector 782">
            <a:extLst>
              <a:ext uri="{FF2B5EF4-FFF2-40B4-BE49-F238E27FC236}">
                <a16:creationId xmlns:a16="http://schemas.microsoft.com/office/drawing/2014/main" id="{FEB9DEDE-D416-4CD2-956C-3B91764A094A}"/>
              </a:ext>
            </a:extLst>
          </p:cNvPr>
          <p:cNvCxnSpPr>
            <a:cxnSpLocks/>
          </p:cNvCxnSpPr>
          <p:nvPr/>
        </p:nvCxnSpPr>
        <p:spPr>
          <a:xfrm>
            <a:off x="9323536" y="480530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" name="Straight Connector 783">
            <a:extLst>
              <a:ext uri="{FF2B5EF4-FFF2-40B4-BE49-F238E27FC236}">
                <a16:creationId xmlns:a16="http://schemas.microsoft.com/office/drawing/2014/main" id="{5E495B21-E068-4DE1-8D9D-2209644BE925}"/>
              </a:ext>
            </a:extLst>
          </p:cNvPr>
          <p:cNvCxnSpPr>
            <a:cxnSpLocks/>
          </p:cNvCxnSpPr>
          <p:nvPr/>
        </p:nvCxnSpPr>
        <p:spPr>
          <a:xfrm>
            <a:off x="9481016" y="480530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5" name="Straight Connector 784">
            <a:extLst>
              <a:ext uri="{FF2B5EF4-FFF2-40B4-BE49-F238E27FC236}">
                <a16:creationId xmlns:a16="http://schemas.microsoft.com/office/drawing/2014/main" id="{8901D6EA-A844-4CB9-9A12-0D931A7883B3}"/>
              </a:ext>
            </a:extLst>
          </p:cNvPr>
          <p:cNvCxnSpPr>
            <a:cxnSpLocks/>
          </p:cNvCxnSpPr>
          <p:nvPr/>
        </p:nvCxnSpPr>
        <p:spPr>
          <a:xfrm>
            <a:off x="9663896" y="480530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6" name="Straight Connector 785">
            <a:extLst>
              <a:ext uri="{FF2B5EF4-FFF2-40B4-BE49-F238E27FC236}">
                <a16:creationId xmlns:a16="http://schemas.microsoft.com/office/drawing/2014/main" id="{F5559C18-1D12-4911-BA12-0BA018F1FAAB}"/>
              </a:ext>
            </a:extLst>
          </p:cNvPr>
          <p:cNvCxnSpPr>
            <a:cxnSpLocks/>
          </p:cNvCxnSpPr>
          <p:nvPr/>
        </p:nvCxnSpPr>
        <p:spPr>
          <a:xfrm>
            <a:off x="9841696" y="48104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7" name="Straight Connector 786">
            <a:extLst>
              <a:ext uri="{FF2B5EF4-FFF2-40B4-BE49-F238E27FC236}">
                <a16:creationId xmlns:a16="http://schemas.microsoft.com/office/drawing/2014/main" id="{A4DD97B8-9AB9-4E23-9BC1-3EDB40901513}"/>
              </a:ext>
            </a:extLst>
          </p:cNvPr>
          <p:cNvCxnSpPr>
            <a:cxnSpLocks/>
          </p:cNvCxnSpPr>
          <p:nvPr/>
        </p:nvCxnSpPr>
        <p:spPr>
          <a:xfrm>
            <a:off x="9999176" y="48104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8" name="Straight Connector 787">
            <a:extLst>
              <a:ext uri="{FF2B5EF4-FFF2-40B4-BE49-F238E27FC236}">
                <a16:creationId xmlns:a16="http://schemas.microsoft.com/office/drawing/2014/main" id="{2A98C85C-6AE7-406C-9F80-64DE62C1FC54}"/>
              </a:ext>
            </a:extLst>
          </p:cNvPr>
          <p:cNvCxnSpPr>
            <a:cxnSpLocks/>
          </p:cNvCxnSpPr>
          <p:nvPr/>
        </p:nvCxnSpPr>
        <p:spPr>
          <a:xfrm>
            <a:off x="10156656" y="48104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9" name="Straight Connector 788">
            <a:extLst>
              <a:ext uri="{FF2B5EF4-FFF2-40B4-BE49-F238E27FC236}">
                <a16:creationId xmlns:a16="http://schemas.microsoft.com/office/drawing/2014/main" id="{D0188404-E1B6-40D2-8BDE-AF73F4D4BC52}"/>
              </a:ext>
            </a:extLst>
          </p:cNvPr>
          <p:cNvCxnSpPr>
            <a:cxnSpLocks/>
          </p:cNvCxnSpPr>
          <p:nvPr/>
        </p:nvCxnSpPr>
        <p:spPr>
          <a:xfrm>
            <a:off x="10339536" y="48104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0" name="Straight Connector 789">
            <a:extLst>
              <a:ext uri="{FF2B5EF4-FFF2-40B4-BE49-F238E27FC236}">
                <a16:creationId xmlns:a16="http://schemas.microsoft.com/office/drawing/2014/main" id="{2E0E82BC-2112-407A-974D-E993B735A46B}"/>
              </a:ext>
            </a:extLst>
          </p:cNvPr>
          <p:cNvCxnSpPr>
            <a:cxnSpLocks/>
          </p:cNvCxnSpPr>
          <p:nvPr/>
        </p:nvCxnSpPr>
        <p:spPr>
          <a:xfrm>
            <a:off x="10512256" y="480530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790">
            <a:extLst>
              <a:ext uri="{FF2B5EF4-FFF2-40B4-BE49-F238E27FC236}">
                <a16:creationId xmlns:a16="http://schemas.microsoft.com/office/drawing/2014/main" id="{6D6585C4-196A-4E23-A6FD-0A19980CF31A}"/>
              </a:ext>
            </a:extLst>
          </p:cNvPr>
          <p:cNvCxnSpPr>
            <a:cxnSpLocks/>
          </p:cNvCxnSpPr>
          <p:nvPr/>
        </p:nvCxnSpPr>
        <p:spPr>
          <a:xfrm>
            <a:off x="10669736" y="480530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" name="Straight Connector 791">
            <a:extLst>
              <a:ext uri="{FF2B5EF4-FFF2-40B4-BE49-F238E27FC236}">
                <a16:creationId xmlns:a16="http://schemas.microsoft.com/office/drawing/2014/main" id="{EC924A24-93EA-4083-A3CE-ED2F3434EC70}"/>
              </a:ext>
            </a:extLst>
          </p:cNvPr>
          <p:cNvCxnSpPr>
            <a:cxnSpLocks/>
          </p:cNvCxnSpPr>
          <p:nvPr/>
        </p:nvCxnSpPr>
        <p:spPr>
          <a:xfrm>
            <a:off x="10827216" y="480530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" name="Straight Connector 792">
            <a:extLst>
              <a:ext uri="{FF2B5EF4-FFF2-40B4-BE49-F238E27FC236}">
                <a16:creationId xmlns:a16="http://schemas.microsoft.com/office/drawing/2014/main" id="{C80C2DB3-75E1-450B-A94E-01BCB2D61271}"/>
              </a:ext>
            </a:extLst>
          </p:cNvPr>
          <p:cNvCxnSpPr>
            <a:cxnSpLocks/>
          </p:cNvCxnSpPr>
          <p:nvPr/>
        </p:nvCxnSpPr>
        <p:spPr>
          <a:xfrm>
            <a:off x="11010096" y="480530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4" name="Straight Connector 793">
            <a:extLst>
              <a:ext uri="{FF2B5EF4-FFF2-40B4-BE49-F238E27FC236}">
                <a16:creationId xmlns:a16="http://schemas.microsoft.com/office/drawing/2014/main" id="{99613E90-DD1C-490A-9763-9AC747029A3E}"/>
              </a:ext>
            </a:extLst>
          </p:cNvPr>
          <p:cNvCxnSpPr>
            <a:cxnSpLocks/>
          </p:cNvCxnSpPr>
          <p:nvPr/>
        </p:nvCxnSpPr>
        <p:spPr>
          <a:xfrm>
            <a:off x="11177736" y="480530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48C1583D-0AF2-4A7C-B0F8-CB361BDDB7BE}"/>
              </a:ext>
            </a:extLst>
          </p:cNvPr>
          <p:cNvCxnSpPr>
            <a:cxnSpLocks/>
          </p:cNvCxnSpPr>
          <p:nvPr/>
        </p:nvCxnSpPr>
        <p:spPr>
          <a:xfrm>
            <a:off x="11340296" y="480530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6" name="Straight Connector 795">
            <a:extLst>
              <a:ext uri="{FF2B5EF4-FFF2-40B4-BE49-F238E27FC236}">
                <a16:creationId xmlns:a16="http://schemas.microsoft.com/office/drawing/2014/main" id="{987ABE1E-70D8-4811-871D-2ACE942A95E1}"/>
              </a:ext>
            </a:extLst>
          </p:cNvPr>
          <p:cNvCxnSpPr>
            <a:cxnSpLocks/>
          </p:cNvCxnSpPr>
          <p:nvPr/>
        </p:nvCxnSpPr>
        <p:spPr>
          <a:xfrm>
            <a:off x="11507936" y="480530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7" name="Straight Connector 796">
            <a:extLst>
              <a:ext uri="{FF2B5EF4-FFF2-40B4-BE49-F238E27FC236}">
                <a16:creationId xmlns:a16="http://schemas.microsoft.com/office/drawing/2014/main" id="{0C315CFC-6EDF-4EB1-917F-39AEE2585E6E}"/>
              </a:ext>
            </a:extLst>
          </p:cNvPr>
          <p:cNvCxnSpPr>
            <a:cxnSpLocks/>
          </p:cNvCxnSpPr>
          <p:nvPr/>
        </p:nvCxnSpPr>
        <p:spPr>
          <a:xfrm>
            <a:off x="11675576" y="480530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8" name="Straight Connector 797">
            <a:extLst>
              <a:ext uri="{FF2B5EF4-FFF2-40B4-BE49-F238E27FC236}">
                <a16:creationId xmlns:a16="http://schemas.microsoft.com/office/drawing/2014/main" id="{D7A8C75F-6E8E-496B-A9C8-5405D45EAF97}"/>
              </a:ext>
            </a:extLst>
          </p:cNvPr>
          <p:cNvCxnSpPr>
            <a:cxnSpLocks/>
          </p:cNvCxnSpPr>
          <p:nvPr/>
        </p:nvCxnSpPr>
        <p:spPr>
          <a:xfrm flipH="1">
            <a:off x="6468578" y="4800146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9" name="Straight Connector 798">
            <a:extLst>
              <a:ext uri="{FF2B5EF4-FFF2-40B4-BE49-F238E27FC236}">
                <a16:creationId xmlns:a16="http://schemas.microsoft.com/office/drawing/2014/main" id="{FF3CC055-7E96-4BCC-A51F-AA14B8EDB146}"/>
              </a:ext>
            </a:extLst>
          </p:cNvPr>
          <p:cNvCxnSpPr>
            <a:cxnSpLocks/>
          </p:cNvCxnSpPr>
          <p:nvPr/>
        </p:nvCxnSpPr>
        <p:spPr>
          <a:xfrm flipH="1">
            <a:off x="6617824" y="4800146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0" name="Straight Connector 799">
            <a:extLst>
              <a:ext uri="{FF2B5EF4-FFF2-40B4-BE49-F238E27FC236}">
                <a16:creationId xmlns:a16="http://schemas.microsoft.com/office/drawing/2014/main" id="{0F5D3FC3-A15C-4F59-A0DC-CFC8BD27A3D7}"/>
              </a:ext>
            </a:extLst>
          </p:cNvPr>
          <p:cNvCxnSpPr>
            <a:cxnSpLocks/>
          </p:cNvCxnSpPr>
          <p:nvPr/>
        </p:nvCxnSpPr>
        <p:spPr>
          <a:xfrm flipH="1">
            <a:off x="6774011" y="4801166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Straight Connector 800">
            <a:extLst>
              <a:ext uri="{FF2B5EF4-FFF2-40B4-BE49-F238E27FC236}">
                <a16:creationId xmlns:a16="http://schemas.microsoft.com/office/drawing/2014/main" id="{D9F66D3C-6589-43B1-AA32-2695D60B2931}"/>
              </a:ext>
            </a:extLst>
          </p:cNvPr>
          <p:cNvCxnSpPr>
            <a:cxnSpLocks/>
          </p:cNvCxnSpPr>
          <p:nvPr/>
        </p:nvCxnSpPr>
        <p:spPr>
          <a:xfrm flipH="1">
            <a:off x="6956256" y="4800146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Straight Connector 801">
            <a:extLst>
              <a:ext uri="{FF2B5EF4-FFF2-40B4-BE49-F238E27FC236}">
                <a16:creationId xmlns:a16="http://schemas.microsoft.com/office/drawing/2014/main" id="{DE8B4BD5-EE5F-4E88-B28C-93F2FAA8CAF7}"/>
              </a:ext>
            </a:extLst>
          </p:cNvPr>
          <p:cNvCxnSpPr>
            <a:cxnSpLocks/>
          </p:cNvCxnSpPr>
          <p:nvPr/>
        </p:nvCxnSpPr>
        <p:spPr>
          <a:xfrm flipH="1">
            <a:off x="7137884" y="4800146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3" name="Straight Connector 802">
            <a:extLst>
              <a:ext uri="{FF2B5EF4-FFF2-40B4-BE49-F238E27FC236}">
                <a16:creationId xmlns:a16="http://schemas.microsoft.com/office/drawing/2014/main" id="{97A85728-6A67-4236-A7A1-45EF8C9E74AE}"/>
              </a:ext>
            </a:extLst>
          </p:cNvPr>
          <p:cNvCxnSpPr>
            <a:cxnSpLocks/>
          </p:cNvCxnSpPr>
          <p:nvPr/>
        </p:nvCxnSpPr>
        <p:spPr>
          <a:xfrm flipH="1">
            <a:off x="7287130" y="4800146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4" name="Straight Connector 803">
            <a:extLst>
              <a:ext uri="{FF2B5EF4-FFF2-40B4-BE49-F238E27FC236}">
                <a16:creationId xmlns:a16="http://schemas.microsoft.com/office/drawing/2014/main" id="{917382B0-A8C4-493C-ACB0-9E24DC7A37A0}"/>
              </a:ext>
            </a:extLst>
          </p:cNvPr>
          <p:cNvCxnSpPr>
            <a:cxnSpLocks/>
          </p:cNvCxnSpPr>
          <p:nvPr/>
        </p:nvCxnSpPr>
        <p:spPr>
          <a:xfrm flipH="1">
            <a:off x="7443317" y="4801166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5" name="Straight Connector 804">
            <a:extLst>
              <a:ext uri="{FF2B5EF4-FFF2-40B4-BE49-F238E27FC236}">
                <a16:creationId xmlns:a16="http://schemas.microsoft.com/office/drawing/2014/main" id="{4493EAC6-8064-4F0C-A364-3DFAE37F51F7}"/>
              </a:ext>
            </a:extLst>
          </p:cNvPr>
          <p:cNvCxnSpPr>
            <a:cxnSpLocks/>
          </p:cNvCxnSpPr>
          <p:nvPr/>
        </p:nvCxnSpPr>
        <p:spPr>
          <a:xfrm flipH="1">
            <a:off x="7625562" y="4800146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6" name="Straight Connector 805">
            <a:extLst>
              <a:ext uri="{FF2B5EF4-FFF2-40B4-BE49-F238E27FC236}">
                <a16:creationId xmlns:a16="http://schemas.microsoft.com/office/drawing/2014/main" id="{E1D5EAF4-96D7-4663-8620-FADB27E396C5}"/>
              </a:ext>
            </a:extLst>
          </p:cNvPr>
          <p:cNvCxnSpPr>
            <a:cxnSpLocks/>
          </p:cNvCxnSpPr>
          <p:nvPr/>
        </p:nvCxnSpPr>
        <p:spPr>
          <a:xfrm flipH="1">
            <a:off x="7811943" y="4800146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7" name="Straight Connector 806">
            <a:extLst>
              <a:ext uri="{FF2B5EF4-FFF2-40B4-BE49-F238E27FC236}">
                <a16:creationId xmlns:a16="http://schemas.microsoft.com/office/drawing/2014/main" id="{0DCDB592-D647-4217-B0E6-7F1AD5E6D835}"/>
              </a:ext>
            </a:extLst>
          </p:cNvPr>
          <p:cNvCxnSpPr>
            <a:cxnSpLocks/>
          </p:cNvCxnSpPr>
          <p:nvPr/>
        </p:nvCxnSpPr>
        <p:spPr>
          <a:xfrm flipH="1">
            <a:off x="7961189" y="4800146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8B910291-383C-4E3B-9753-D8F3349F831C}"/>
              </a:ext>
            </a:extLst>
          </p:cNvPr>
          <p:cNvCxnSpPr>
            <a:cxnSpLocks/>
          </p:cNvCxnSpPr>
          <p:nvPr/>
        </p:nvCxnSpPr>
        <p:spPr>
          <a:xfrm flipH="1">
            <a:off x="8117376" y="4801166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Straight Connector 808">
            <a:extLst>
              <a:ext uri="{FF2B5EF4-FFF2-40B4-BE49-F238E27FC236}">
                <a16:creationId xmlns:a16="http://schemas.microsoft.com/office/drawing/2014/main" id="{C2C53E8F-0712-41C9-B43E-2C5D7116D7F7}"/>
              </a:ext>
            </a:extLst>
          </p:cNvPr>
          <p:cNvCxnSpPr>
            <a:cxnSpLocks/>
          </p:cNvCxnSpPr>
          <p:nvPr/>
        </p:nvCxnSpPr>
        <p:spPr>
          <a:xfrm flipH="1">
            <a:off x="8299621" y="4800146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0" name="Straight Connector 809">
            <a:extLst>
              <a:ext uri="{FF2B5EF4-FFF2-40B4-BE49-F238E27FC236}">
                <a16:creationId xmlns:a16="http://schemas.microsoft.com/office/drawing/2014/main" id="{475EAD31-9A1E-4916-AE3A-9E0DB37390EE}"/>
              </a:ext>
            </a:extLst>
          </p:cNvPr>
          <p:cNvCxnSpPr>
            <a:cxnSpLocks/>
          </p:cNvCxnSpPr>
          <p:nvPr/>
        </p:nvCxnSpPr>
        <p:spPr>
          <a:xfrm flipH="1">
            <a:off x="8475822" y="4800146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2C09BE59-8CCD-4DAA-A1DF-A7F853EF378D}"/>
              </a:ext>
            </a:extLst>
          </p:cNvPr>
          <p:cNvCxnSpPr>
            <a:cxnSpLocks/>
          </p:cNvCxnSpPr>
          <p:nvPr/>
        </p:nvCxnSpPr>
        <p:spPr>
          <a:xfrm flipH="1">
            <a:off x="8625068" y="4800146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2" name="Straight Connector 811">
            <a:extLst>
              <a:ext uri="{FF2B5EF4-FFF2-40B4-BE49-F238E27FC236}">
                <a16:creationId xmlns:a16="http://schemas.microsoft.com/office/drawing/2014/main" id="{AAB96543-914E-4688-91EF-117400BFAC96}"/>
              </a:ext>
            </a:extLst>
          </p:cNvPr>
          <p:cNvCxnSpPr>
            <a:cxnSpLocks/>
          </p:cNvCxnSpPr>
          <p:nvPr/>
        </p:nvCxnSpPr>
        <p:spPr>
          <a:xfrm flipH="1">
            <a:off x="8781255" y="4801166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BB1D4AD6-50AE-409B-95CC-34F4B52C1E3D}"/>
              </a:ext>
            </a:extLst>
          </p:cNvPr>
          <p:cNvCxnSpPr>
            <a:cxnSpLocks/>
          </p:cNvCxnSpPr>
          <p:nvPr/>
        </p:nvCxnSpPr>
        <p:spPr>
          <a:xfrm flipH="1">
            <a:off x="8963500" y="4800146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4" name="Straight Connector 813">
            <a:extLst>
              <a:ext uri="{FF2B5EF4-FFF2-40B4-BE49-F238E27FC236}">
                <a16:creationId xmlns:a16="http://schemas.microsoft.com/office/drawing/2014/main" id="{C7C75CEB-0244-4598-9222-6AF2EF457447}"/>
              </a:ext>
            </a:extLst>
          </p:cNvPr>
          <p:cNvCxnSpPr>
            <a:cxnSpLocks/>
          </p:cNvCxnSpPr>
          <p:nvPr/>
        </p:nvCxnSpPr>
        <p:spPr>
          <a:xfrm>
            <a:off x="6454606" y="4803956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5" name="Straight Connector 814">
            <a:extLst>
              <a:ext uri="{FF2B5EF4-FFF2-40B4-BE49-F238E27FC236}">
                <a16:creationId xmlns:a16="http://schemas.microsoft.com/office/drawing/2014/main" id="{3598A312-7D01-4C07-9E73-6AD3226A16B1}"/>
              </a:ext>
            </a:extLst>
          </p:cNvPr>
          <p:cNvCxnSpPr>
            <a:cxnSpLocks/>
          </p:cNvCxnSpPr>
          <p:nvPr/>
        </p:nvCxnSpPr>
        <p:spPr>
          <a:xfrm>
            <a:off x="6612023" y="4806648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E1605078-F68C-400E-BEF6-2032D943BFFD}"/>
              </a:ext>
            </a:extLst>
          </p:cNvPr>
          <p:cNvCxnSpPr>
            <a:cxnSpLocks/>
          </p:cNvCxnSpPr>
          <p:nvPr/>
        </p:nvCxnSpPr>
        <p:spPr>
          <a:xfrm>
            <a:off x="6779466" y="4809112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7" name="Straight Connector 816">
            <a:extLst>
              <a:ext uri="{FF2B5EF4-FFF2-40B4-BE49-F238E27FC236}">
                <a16:creationId xmlns:a16="http://schemas.microsoft.com/office/drawing/2014/main" id="{E896F1D7-1A88-4CB2-A9B6-58DF3DCB6963}"/>
              </a:ext>
            </a:extLst>
          </p:cNvPr>
          <p:cNvCxnSpPr>
            <a:cxnSpLocks/>
          </p:cNvCxnSpPr>
          <p:nvPr/>
        </p:nvCxnSpPr>
        <p:spPr>
          <a:xfrm>
            <a:off x="6958532" y="4809112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AACA446F-80DC-419C-A063-76EE5B5786C7}"/>
              </a:ext>
            </a:extLst>
          </p:cNvPr>
          <p:cNvCxnSpPr>
            <a:cxnSpLocks/>
          </p:cNvCxnSpPr>
          <p:nvPr/>
        </p:nvCxnSpPr>
        <p:spPr>
          <a:xfrm>
            <a:off x="7137238" y="4809112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2FB365D1-F935-416B-8D72-C36A7D78717C}"/>
              </a:ext>
            </a:extLst>
          </p:cNvPr>
          <p:cNvCxnSpPr>
            <a:cxnSpLocks/>
          </p:cNvCxnSpPr>
          <p:nvPr/>
        </p:nvCxnSpPr>
        <p:spPr>
          <a:xfrm>
            <a:off x="7294655" y="4811804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" name="Straight Connector 819">
            <a:extLst>
              <a:ext uri="{FF2B5EF4-FFF2-40B4-BE49-F238E27FC236}">
                <a16:creationId xmlns:a16="http://schemas.microsoft.com/office/drawing/2014/main" id="{8FDC702A-CB00-4501-8FD5-3B090AFEDE96}"/>
              </a:ext>
            </a:extLst>
          </p:cNvPr>
          <p:cNvCxnSpPr>
            <a:cxnSpLocks/>
          </p:cNvCxnSpPr>
          <p:nvPr/>
        </p:nvCxnSpPr>
        <p:spPr>
          <a:xfrm>
            <a:off x="7462098" y="4814268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Straight Connector 820">
            <a:extLst>
              <a:ext uri="{FF2B5EF4-FFF2-40B4-BE49-F238E27FC236}">
                <a16:creationId xmlns:a16="http://schemas.microsoft.com/office/drawing/2014/main" id="{AC207D28-BD07-458C-A715-C48A25C9C067}"/>
              </a:ext>
            </a:extLst>
          </p:cNvPr>
          <p:cNvCxnSpPr>
            <a:cxnSpLocks/>
          </p:cNvCxnSpPr>
          <p:nvPr/>
        </p:nvCxnSpPr>
        <p:spPr>
          <a:xfrm>
            <a:off x="7641164" y="4814268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" name="Straight Connector 821">
            <a:extLst>
              <a:ext uri="{FF2B5EF4-FFF2-40B4-BE49-F238E27FC236}">
                <a16:creationId xmlns:a16="http://schemas.microsoft.com/office/drawing/2014/main" id="{6104651F-6FCE-4A77-8C83-601B1D675466}"/>
              </a:ext>
            </a:extLst>
          </p:cNvPr>
          <p:cNvCxnSpPr>
            <a:cxnSpLocks/>
          </p:cNvCxnSpPr>
          <p:nvPr/>
        </p:nvCxnSpPr>
        <p:spPr>
          <a:xfrm>
            <a:off x="7803853" y="4811804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DA915707-5C3F-4525-A83B-5A27F0DB7DE3}"/>
              </a:ext>
            </a:extLst>
          </p:cNvPr>
          <p:cNvCxnSpPr>
            <a:cxnSpLocks/>
          </p:cNvCxnSpPr>
          <p:nvPr/>
        </p:nvCxnSpPr>
        <p:spPr>
          <a:xfrm>
            <a:off x="7961270" y="4814496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848D983C-CBA6-47D8-887A-2B33B077BECA}"/>
              </a:ext>
            </a:extLst>
          </p:cNvPr>
          <p:cNvCxnSpPr>
            <a:cxnSpLocks/>
          </p:cNvCxnSpPr>
          <p:nvPr/>
        </p:nvCxnSpPr>
        <p:spPr>
          <a:xfrm>
            <a:off x="8128713" y="4816960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292C4845-7974-4399-8841-DDD93D2F62AB}"/>
              </a:ext>
            </a:extLst>
          </p:cNvPr>
          <p:cNvCxnSpPr>
            <a:cxnSpLocks/>
          </p:cNvCxnSpPr>
          <p:nvPr/>
        </p:nvCxnSpPr>
        <p:spPr>
          <a:xfrm>
            <a:off x="8307779" y="4816960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6" name="Straight Connector 825">
            <a:extLst>
              <a:ext uri="{FF2B5EF4-FFF2-40B4-BE49-F238E27FC236}">
                <a16:creationId xmlns:a16="http://schemas.microsoft.com/office/drawing/2014/main" id="{C08C6312-CD6A-4348-98F4-AB523FD70D39}"/>
              </a:ext>
            </a:extLst>
          </p:cNvPr>
          <p:cNvCxnSpPr>
            <a:cxnSpLocks/>
          </p:cNvCxnSpPr>
          <p:nvPr/>
        </p:nvCxnSpPr>
        <p:spPr>
          <a:xfrm>
            <a:off x="8465898" y="4805986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4D33518E-B3C1-4147-B847-15B3CE73E20F}"/>
              </a:ext>
            </a:extLst>
          </p:cNvPr>
          <p:cNvCxnSpPr>
            <a:cxnSpLocks/>
          </p:cNvCxnSpPr>
          <p:nvPr/>
        </p:nvCxnSpPr>
        <p:spPr>
          <a:xfrm>
            <a:off x="8623315" y="4808678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8" name="Straight Connector 827">
            <a:extLst>
              <a:ext uri="{FF2B5EF4-FFF2-40B4-BE49-F238E27FC236}">
                <a16:creationId xmlns:a16="http://schemas.microsoft.com/office/drawing/2014/main" id="{259BD56E-2193-4A0B-92E2-13B44B428728}"/>
              </a:ext>
            </a:extLst>
          </p:cNvPr>
          <p:cNvCxnSpPr>
            <a:cxnSpLocks/>
          </p:cNvCxnSpPr>
          <p:nvPr/>
        </p:nvCxnSpPr>
        <p:spPr>
          <a:xfrm>
            <a:off x="8790758" y="4811142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Straight Connector 828">
            <a:extLst>
              <a:ext uri="{FF2B5EF4-FFF2-40B4-BE49-F238E27FC236}">
                <a16:creationId xmlns:a16="http://schemas.microsoft.com/office/drawing/2014/main" id="{2F6D776E-9FF5-488B-949F-48796CC25790}"/>
              </a:ext>
            </a:extLst>
          </p:cNvPr>
          <p:cNvCxnSpPr>
            <a:cxnSpLocks/>
          </p:cNvCxnSpPr>
          <p:nvPr/>
        </p:nvCxnSpPr>
        <p:spPr>
          <a:xfrm>
            <a:off x="8969824" y="4811142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30" name="Table 829">
            <a:extLst>
              <a:ext uri="{FF2B5EF4-FFF2-40B4-BE49-F238E27FC236}">
                <a16:creationId xmlns:a16="http://schemas.microsoft.com/office/drawing/2014/main" id="{9644F4AF-D56A-4C83-813C-5BC296FD6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689464"/>
              </p:ext>
            </p:extLst>
          </p:nvPr>
        </p:nvGraphicFramePr>
        <p:xfrm>
          <a:off x="6360771" y="641081"/>
          <a:ext cx="5404768" cy="180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80967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831" name="Straight Arrow Connector 830">
            <a:extLst>
              <a:ext uri="{FF2B5EF4-FFF2-40B4-BE49-F238E27FC236}">
                <a16:creationId xmlns:a16="http://schemas.microsoft.com/office/drawing/2014/main" id="{C73DF8C6-9632-4CFC-AEBD-E48875FCD468}"/>
              </a:ext>
            </a:extLst>
          </p:cNvPr>
          <p:cNvCxnSpPr>
            <a:cxnSpLocks/>
            <a:stCxn id="830" idx="2"/>
            <a:endCxn id="376" idx="0"/>
          </p:cNvCxnSpPr>
          <p:nvPr/>
        </p:nvCxnSpPr>
        <p:spPr>
          <a:xfrm>
            <a:off x="9063155" y="822048"/>
            <a:ext cx="0" cy="41580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32" name="TextBox 831">
            <a:extLst>
              <a:ext uri="{FF2B5EF4-FFF2-40B4-BE49-F238E27FC236}">
                <a16:creationId xmlns:a16="http://schemas.microsoft.com/office/drawing/2014/main" id="{55E81230-BFA1-4322-9068-1EE40F09C53C}"/>
              </a:ext>
            </a:extLst>
          </p:cNvPr>
          <p:cNvSpPr txBox="1"/>
          <p:nvPr/>
        </p:nvSpPr>
        <p:spPr>
          <a:xfrm>
            <a:off x="9048236" y="856382"/>
            <a:ext cx="1283800" cy="317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Bit-reverse</a:t>
            </a:r>
            <a:endParaRPr lang="en-US" sz="1400" dirty="0"/>
          </a:p>
        </p:txBody>
      </p:sp>
      <p:sp>
        <p:nvSpPr>
          <p:cNvPr id="835" name="TextBox 834">
            <a:extLst>
              <a:ext uri="{FF2B5EF4-FFF2-40B4-BE49-F238E27FC236}">
                <a16:creationId xmlns:a16="http://schemas.microsoft.com/office/drawing/2014/main" id="{B6FDAA4F-BDD9-4C31-8C98-A9E2C19698D8}"/>
              </a:ext>
            </a:extLst>
          </p:cNvPr>
          <p:cNvSpPr txBox="1"/>
          <p:nvPr/>
        </p:nvSpPr>
        <p:spPr>
          <a:xfrm>
            <a:off x="7981511" y="300058"/>
            <a:ext cx="2369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Cooley-</a:t>
            </a:r>
            <a:r>
              <a:rPr lang="en-US" sz="1600" dirty="0" err="1"/>
              <a:t>tukey</a:t>
            </a:r>
            <a:r>
              <a:rPr lang="en-US" sz="1600" dirty="0"/>
              <a:t> (</a:t>
            </a:r>
            <a:r>
              <a:rPr lang="en-US" altLang="zh-CN" sz="1600" dirty="0"/>
              <a:t>32</a:t>
            </a:r>
            <a:r>
              <a:rPr lang="en-US" sz="1600" dirty="0"/>
              <a:t> </a:t>
            </a:r>
            <a:r>
              <a:rPr lang="en-US" sz="1600" dirty="0" err="1"/>
              <a:t>pt</a:t>
            </a:r>
            <a:r>
              <a:rPr lang="en-US" sz="1600" dirty="0"/>
              <a:t>)</a:t>
            </a:r>
          </a:p>
        </p:txBody>
      </p:sp>
      <p:sp>
        <p:nvSpPr>
          <p:cNvPr id="836" name="TextBox 835">
            <a:extLst>
              <a:ext uri="{FF2B5EF4-FFF2-40B4-BE49-F238E27FC236}">
                <a16:creationId xmlns:a16="http://schemas.microsoft.com/office/drawing/2014/main" id="{6118856B-D355-4A1B-9494-6EC5326B7DA4}"/>
              </a:ext>
            </a:extLst>
          </p:cNvPr>
          <p:cNvSpPr txBox="1"/>
          <p:nvPr/>
        </p:nvSpPr>
        <p:spPr>
          <a:xfrm>
            <a:off x="5445056" y="1545134"/>
            <a:ext cx="1247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W2_0*16</a:t>
            </a:r>
          </a:p>
        </p:txBody>
      </p:sp>
      <p:sp>
        <p:nvSpPr>
          <p:cNvPr id="837" name="TextBox 836">
            <a:extLst>
              <a:ext uri="{FF2B5EF4-FFF2-40B4-BE49-F238E27FC236}">
                <a16:creationId xmlns:a16="http://schemas.microsoft.com/office/drawing/2014/main" id="{A5C9B63B-3FEF-404F-894F-DBC8569D6AC3}"/>
              </a:ext>
            </a:extLst>
          </p:cNvPr>
          <p:cNvSpPr txBox="1"/>
          <p:nvPr/>
        </p:nvSpPr>
        <p:spPr>
          <a:xfrm>
            <a:off x="5445389" y="2260400"/>
            <a:ext cx="1247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W4_0*8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W4_1*8</a:t>
            </a:r>
          </a:p>
        </p:txBody>
      </p:sp>
      <p:sp>
        <p:nvSpPr>
          <p:cNvPr id="838" name="TextBox 837">
            <a:extLst>
              <a:ext uri="{FF2B5EF4-FFF2-40B4-BE49-F238E27FC236}">
                <a16:creationId xmlns:a16="http://schemas.microsoft.com/office/drawing/2014/main" id="{8EAF52D8-73FB-4735-A6CA-6853033F8105}"/>
              </a:ext>
            </a:extLst>
          </p:cNvPr>
          <p:cNvSpPr txBox="1"/>
          <p:nvPr/>
        </p:nvSpPr>
        <p:spPr>
          <a:xfrm>
            <a:off x="5528046" y="3002134"/>
            <a:ext cx="1247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W8_0*4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W8_2*4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W8_1*4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W8_3*4</a:t>
            </a:r>
          </a:p>
        </p:txBody>
      </p:sp>
      <p:sp>
        <p:nvSpPr>
          <p:cNvPr id="839" name="TextBox 838">
            <a:extLst>
              <a:ext uri="{FF2B5EF4-FFF2-40B4-BE49-F238E27FC236}">
                <a16:creationId xmlns:a16="http://schemas.microsoft.com/office/drawing/2014/main" id="{28703B52-8890-440A-BE5D-274050344F2E}"/>
              </a:ext>
            </a:extLst>
          </p:cNvPr>
          <p:cNvSpPr txBox="1"/>
          <p:nvPr/>
        </p:nvSpPr>
        <p:spPr>
          <a:xfrm>
            <a:off x="5434795" y="3796998"/>
            <a:ext cx="8440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W16_0*2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W16_4*2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W16_2*2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W16_6*2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W16_1*2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W16_5*2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W16_3*2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W16_7*2</a:t>
            </a:r>
          </a:p>
        </p:txBody>
      </p:sp>
      <p:sp>
        <p:nvSpPr>
          <p:cNvPr id="840" name="TextBox 839">
            <a:extLst>
              <a:ext uri="{FF2B5EF4-FFF2-40B4-BE49-F238E27FC236}">
                <a16:creationId xmlns:a16="http://schemas.microsoft.com/office/drawing/2014/main" id="{48476C04-01F0-48E7-B53B-574FB25D1EB3}"/>
              </a:ext>
            </a:extLst>
          </p:cNvPr>
          <p:cNvSpPr txBox="1"/>
          <p:nvPr/>
        </p:nvSpPr>
        <p:spPr>
          <a:xfrm>
            <a:off x="2977361" y="5647848"/>
            <a:ext cx="3836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W32_0, W32_8, W32_4, W32_12, W32_2, W32_10, W32_6, W32_14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W32_1, W32_9, W32_5, W32_13, W32_3, W32_11, W32_7, W32_15</a:t>
            </a:r>
          </a:p>
        </p:txBody>
      </p:sp>
    </p:spTree>
    <p:extLst>
      <p:ext uri="{BB962C8B-B14F-4D97-AF65-F5344CB8AC3E}">
        <p14:creationId xmlns:p14="http://schemas.microsoft.com/office/powerpoint/2010/main" val="2191929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6EE2C6-5C8D-4EB2-8110-7633C1572C80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appendix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70174A-6A12-4098-97F4-749FF7536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76876"/>
              </p:ext>
            </p:extLst>
          </p:nvPr>
        </p:nvGraphicFramePr>
        <p:xfrm>
          <a:off x="2913710" y="1322156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043FF6-9DDB-49BB-A976-E50947C05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972560"/>
              </p:ext>
            </p:extLst>
          </p:nvPr>
        </p:nvGraphicFramePr>
        <p:xfrm>
          <a:off x="2913710" y="2165436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99348BC-9BC4-485A-A8BE-4134CFD39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13498"/>
              </p:ext>
            </p:extLst>
          </p:nvPr>
        </p:nvGraphicFramePr>
        <p:xfrm>
          <a:off x="2913710" y="3013872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7BBB5B4-F32B-427D-9A99-B916B337E0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095477"/>
              </p:ext>
            </p:extLst>
          </p:nvPr>
        </p:nvGraphicFramePr>
        <p:xfrm>
          <a:off x="2913710" y="3862308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891176-52AA-4418-A096-330401F6B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453647"/>
              </p:ext>
            </p:extLst>
          </p:nvPr>
        </p:nvGraphicFramePr>
        <p:xfrm>
          <a:off x="2913710" y="4710744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63B46D-399D-4E8A-B879-1CEF7AEE46F2}"/>
              </a:ext>
            </a:extLst>
          </p:cNvPr>
          <p:cNvCxnSpPr>
            <a:cxnSpLocks/>
          </p:cNvCxnSpPr>
          <p:nvPr/>
        </p:nvCxnSpPr>
        <p:spPr>
          <a:xfrm>
            <a:off x="3017646" y="149432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88F93E4-7183-408C-9879-50FE48819E69}"/>
              </a:ext>
            </a:extLst>
          </p:cNvPr>
          <p:cNvCxnSpPr>
            <a:cxnSpLocks/>
          </p:cNvCxnSpPr>
          <p:nvPr/>
        </p:nvCxnSpPr>
        <p:spPr>
          <a:xfrm>
            <a:off x="3175126" y="149432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7C91EDD-3985-4C34-8F25-E651E742F6D1}"/>
              </a:ext>
            </a:extLst>
          </p:cNvPr>
          <p:cNvCxnSpPr>
            <a:cxnSpLocks/>
          </p:cNvCxnSpPr>
          <p:nvPr/>
        </p:nvCxnSpPr>
        <p:spPr>
          <a:xfrm>
            <a:off x="3332606" y="149432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315D30-BE6D-45C8-BC90-2A1896171DEE}"/>
              </a:ext>
            </a:extLst>
          </p:cNvPr>
          <p:cNvCxnSpPr>
            <a:cxnSpLocks/>
          </p:cNvCxnSpPr>
          <p:nvPr/>
        </p:nvCxnSpPr>
        <p:spPr>
          <a:xfrm>
            <a:off x="3515486" y="149432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82A09F-4117-4FBA-B55E-F1CC57FEA746}"/>
              </a:ext>
            </a:extLst>
          </p:cNvPr>
          <p:cNvCxnSpPr>
            <a:cxnSpLocks/>
          </p:cNvCxnSpPr>
          <p:nvPr/>
        </p:nvCxnSpPr>
        <p:spPr>
          <a:xfrm>
            <a:off x="3693286" y="14994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3739C1E-323C-4F5F-B3BC-2597AFBDD8C5}"/>
              </a:ext>
            </a:extLst>
          </p:cNvPr>
          <p:cNvCxnSpPr>
            <a:cxnSpLocks/>
          </p:cNvCxnSpPr>
          <p:nvPr/>
        </p:nvCxnSpPr>
        <p:spPr>
          <a:xfrm>
            <a:off x="3850766" y="14994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2E7852-8FCB-44C0-9F2E-754273439F17}"/>
              </a:ext>
            </a:extLst>
          </p:cNvPr>
          <p:cNvCxnSpPr>
            <a:cxnSpLocks/>
          </p:cNvCxnSpPr>
          <p:nvPr/>
        </p:nvCxnSpPr>
        <p:spPr>
          <a:xfrm>
            <a:off x="4008246" y="14994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367B0B4-0A01-4F47-9209-92D2C754EDDE}"/>
              </a:ext>
            </a:extLst>
          </p:cNvPr>
          <p:cNvCxnSpPr>
            <a:cxnSpLocks/>
          </p:cNvCxnSpPr>
          <p:nvPr/>
        </p:nvCxnSpPr>
        <p:spPr>
          <a:xfrm>
            <a:off x="4191126" y="14994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9328152-3875-4C8E-A6F7-85C571C3B77D}"/>
              </a:ext>
            </a:extLst>
          </p:cNvPr>
          <p:cNvCxnSpPr>
            <a:cxnSpLocks/>
          </p:cNvCxnSpPr>
          <p:nvPr/>
        </p:nvCxnSpPr>
        <p:spPr>
          <a:xfrm>
            <a:off x="4354687" y="149432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D2254D-0FE2-4B8E-94AA-C1DD267D3692}"/>
              </a:ext>
            </a:extLst>
          </p:cNvPr>
          <p:cNvCxnSpPr>
            <a:cxnSpLocks/>
          </p:cNvCxnSpPr>
          <p:nvPr/>
        </p:nvCxnSpPr>
        <p:spPr>
          <a:xfrm>
            <a:off x="4512167" y="149432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348395F-0B85-4240-9FA4-44CB3AFFE7F8}"/>
              </a:ext>
            </a:extLst>
          </p:cNvPr>
          <p:cNvCxnSpPr>
            <a:cxnSpLocks/>
          </p:cNvCxnSpPr>
          <p:nvPr/>
        </p:nvCxnSpPr>
        <p:spPr>
          <a:xfrm>
            <a:off x="4669647" y="149432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EF64AAF-AA17-4FBD-B460-B0828F19196A}"/>
              </a:ext>
            </a:extLst>
          </p:cNvPr>
          <p:cNvCxnSpPr>
            <a:cxnSpLocks/>
          </p:cNvCxnSpPr>
          <p:nvPr/>
        </p:nvCxnSpPr>
        <p:spPr>
          <a:xfrm>
            <a:off x="4852527" y="149432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844743C-4E1B-4C11-90D5-1388707FF22B}"/>
              </a:ext>
            </a:extLst>
          </p:cNvPr>
          <p:cNvCxnSpPr>
            <a:cxnSpLocks/>
          </p:cNvCxnSpPr>
          <p:nvPr/>
        </p:nvCxnSpPr>
        <p:spPr>
          <a:xfrm>
            <a:off x="5030327" y="14994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7E012E8-BE9E-4D56-BE7C-E7115708F70A}"/>
              </a:ext>
            </a:extLst>
          </p:cNvPr>
          <p:cNvCxnSpPr>
            <a:cxnSpLocks/>
          </p:cNvCxnSpPr>
          <p:nvPr/>
        </p:nvCxnSpPr>
        <p:spPr>
          <a:xfrm>
            <a:off x="5187807" y="14994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52E776A-6699-4533-A166-2E96C0C449B5}"/>
              </a:ext>
            </a:extLst>
          </p:cNvPr>
          <p:cNvCxnSpPr>
            <a:cxnSpLocks/>
          </p:cNvCxnSpPr>
          <p:nvPr/>
        </p:nvCxnSpPr>
        <p:spPr>
          <a:xfrm>
            <a:off x="5345287" y="14994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E489D43-0331-48AF-AA1F-AE1B2237DE38}"/>
              </a:ext>
            </a:extLst>
          </p:cNvPr>
          <p:cNvCxnSpPr>
            <a:cxnSpLocks/>
          </p:cNvCxnSpPr>
          <p:nvPr/>
        </p:nvCxnSpPr>
        <p:spPr>
          <a:xfrm>
            <a:off x="5528167" y="14994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6414CAC-9C41-4472-B15B-A5707B9AA032}"/>
              </a:ext>
            </a:extLst>
          </p:cNvPr>
          <p:cNvCxnSpPr>
            <a:cxnSpLocks/>
          </p:cNvCxnSpPr>
          <p:nvPr/>
        </p:nvCxnSpPr>
        <p:spPr>
          <a:xfrm>
            <a:off x="5715124" y="149432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2881C7B-5204-451C-9232-D12D8D20180D}"/>
              </a:ext>
            </a:extLst>
          </p:cNvPr>
          <p:cNvCxnSpPr>
            <a:cxnSpLocks/>
          </p:cNvCxnSpPr>
          <p:nvPr/>
        </p:nvCxnSpPr>
        <p:spPr>
          <a:xfrm>
            <a:off x="5872604" y="149432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D39DDC0-07B4-4572-B142-6D40D1C3E890}"/>
              </a:ext>
            </a:extLst>
          </p:cNvPr>
          <p:cNvCxnSpPr>
            <a:cxnSpLocks/>
          </p:cNvCxnSpPr>
          <p:nvPr/>
        </p:nvCxnSpPr>
        <p:spPr>
          <a:xfrm>
            <a:off x="6030084" y="149432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A7DAA26-3010-4237-8FFA-6C5532AD44C9}"/>
              </a:ext>
            </a:extLst>
          </p:cNvPr>
          <p:cNvCxnSpPr>
            <a:cxnSpLocks/>
          </p:cNvCxnSpPr>
          <p:nvPr/>
        </p:nvCxnSpPr>
        <p:spPr>
          <a:xfrm>
            <a:off x="6212964" y="149432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9AE1D49-66A7-4CF2-8039-8E4266FE3196}"/>
              </a:ext>
            </a:extLst>
          </p:cNvPr>
          <p:cNvCxnSpPr>
            <a:cxnSpLocks/>
          </p:cNvCxnSpPr>
          <p:nvPr/>
        </p:nvCxnSpPr>
        <p:spPr>
          <a:xfrm>
            <a:off x="6390764" y="14994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71F3070-9607-4903-8F73-F88AB614FDCE}"/>
              </a:ext>
            </a:extLst>
          </p:cNvPr>
          <p:cNvCxnSpPr>
            <a:cxnSpLocks/>
          </p:cNvCxnSpPr>
          <p:nvPr/>
        </p:nvCxnSpPr>
        <p:spPr>
          <a:xfrm>
            <a:off x="6548244" y="14994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D068C6F-850D-4A8D-965C-2939374BD7C3}"/>
              </a:ext>
            </a:extLst>
          </p:cNvPr>
          <p:cNvCxnSpPr>
            <a:cxnSpLocks/>
          </p:cNvCxnSpPr>
          <p:nvPr/>
        </p:nvCxnSpPr>
        <p:spPr>
          <a:xfrm>
            <a:off x="6705724" y="14994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F019E2C-8C93-43E6-83CB-7DD8A9167E30}"/>
              </a:ext>
            </a:extLst>
          </p:cNvPr>
          <p:cNvCxnSpPr>
            <a:cxnSpLocks/>
          </p:cNvCxnSpPr>
          <p:nvPr/>
        </p:nvCxnSpPr>
        <p:spPr>
          <a:xfrm>
            <a:off x="6888604" y="14994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C3528FC-A901-4580-BFC0-93B4DB1D7DF1}"/>
              </a:ext>
            </a:extLst>
          </p:cNvPr>
          <p:cNvCxnSpPr>
            <a:cxnSpLocks/>
          </p:cNvCxnSpPr>
          <p:nvPr/>
        </p:nvCxnSpPr>
        <p:spPr>
          <a:xfrm>
            <a:off x="7061324" y="149432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45EEFC5-6A63-4D61-9CF2-A12A4B0422C6}"/>
              </a:ext>
            </a:extLst>
          </p:cNvPr>
          <p:cNvCxnSpPr>
            <a:cxnSpLocks/>
          </p:cNvCxnSpPr>
          <p:nvPr/>
        </p:nvCxnSpPr>
        <p:spPr>
          <a:xfrm>
            <a:off x="7218804" y="149432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BD0BE83-A833-4D51-A542-1CFAB7DD122B}"/>
              </a:ext>
            </a:extLst>
          </p:cNvPr>
          <p:cNvCxnSpPr>
            <a:cxnSpLocks/>
          </p:cNvCxnSpPr>
          <p:nvPr/>
        </p:nvCxnSpPr>
        <p:spPr>
          <a:xfrm>
            <a:off x="7376284" y="149432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63E5653-D345-4BCB-B86B-49E732A7968C}"/>
              </a:ext>
            </a:extLst>
          </p:cNvPr>
          <p:cNvCxnSpPr>
            <a:cxnSpLocks/>
          </p:cNvCxnSpPr>
          <p:nvPr/>
        </p:nvCxnSpPr>
        <p:spPr>
          <a:xfrm>
            <a:off x="7559164" y="149432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8A3BA-F500-4176-88CB-91CF68A6261B}"/>
              </a:ext>
            </a:extLst>
          </p:cNvPr>
          <p:cNvCxnSpPr>
            <a:cxnSpLocks/>
          </p:cNvCxnSpPr>
          <p:nvPr/>
        </p:nvCxnSpPr>
        <p:spPr>
          <a:xfrm>
            <a:off x="7736964" y="14994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A529BA4-E16E-4662-8F38-7859B32E9ACB}"/>
              </a:ext>
            </a:extLst>
          </p:cNvPr>
          <p:cNvCxnSpPr>
            <a:cxnSpLocks/>
          </p:cNvCxnSpPr>
          <p:nvPr/>
        </p:nvCxnSpPr>
        <p:spPr>
          <a:xfrm>
            <a:off x="7894444" y="14994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25FFADC-DB9E-4974-B348-662EC7A460EC}"/>
              </a:ext>
            </a:extLst>
          </p:cNvPr>
          <p:cNvCxnSpPr>
            <a:cxnSpLocks/>
          </p:cNvCxnSpPr>
          <p:nvPr/>
        </p:nvCxnSpPr>
        <p:spPr>
          <a:xfrm>
            <a:off x="8051924" y="14994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C2C5C58-7B55-4249-8514-3FFBDC85139F}"/>
              </a:ext>
            </a:extLst>
          </p:cNvPr>
          <p:cNvCxnSpPr>
            <a:cxnSpLocks/>
          </p:cNvCxnSpPr>
          <p:nvPr/>
        </p:nvCxnSpPr>
        <p:spPr>
          <a:xfrm>
            <a:off x="8234804" y="149947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D033231-3153-433E-8A83-F7AA06234E89}"/>
              </a:ext>
            </a:extLst>
          </p:cNvPr>
          <p:cNvCxnSpPr>
            <a:cxnSpLocks/>
          </p:cNvCxnSpPr>
          <p:nvPr/>
        </p:nvCxnSpPr>
        <p:spPr>
          <a:xfrm>
            <a:off x="3007982" y="23427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A99FF9A-C7C7-4DE6-BD65-81B59069961B}"/>
              </a:ext>
            </a:extLst>
          </p:cNvPr>
          <p:cNvCxnSpPr>
            <a:cxnSpLocks/>
          </p:cNvCxnSpPr>
          <p:nvPr/>
        </p:nvCxnSpPr>
        <p:spPr>
          <a:xfrm>
            <a:off x="3165462" y="23427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ADB5CC9-5A6E-4B11-B50E-08B3EF2FA22C}"/>
              </a:ext>
            </a:extLst>
          </p:cNvPr>
          <p:cNvCxnSpPr>
            <a:cxnSpLocks/>
          </p:cNvCxnSpPr>
          <p:nvPr/>
        </p:nvCxnSpPr>
        <p:spPr>
          <a:xfrm>
            <a:off x="3322942" y="23427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BEBCD60-6277-47A2-9B9B-B0C29EE99908}"/>
              </a:ext>
            </a:extLst>
          </p:cNvPr>
          <p:cNvCxnSpPr>
            <a:cxnSpLocks/>
          </p:cNvCxnSpPr>
          <p:nvPr/>
        </p:nvCxnSpPr>
        <p:spPr>
          <a:xfrm>
            <a:off x="3505822" y="23427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65680-B2DF-4B61-965A-1445924B4638}"/>
              </a:ext>
            </a:extLst>
          </p:cNvPr>
          <p:cNvCxnSpPr>
            <a:cxnSpLocks/>
          </p:cNvCxnSpPr>
          <p:nvPr/>
        </p:nvCxnSpPr>
        <p:spPr>
          <a:xfrm>
            <a:off x="3683622" y="234791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661BC0E-EFDD-4EBB-9E3F-84C6DBB55C61}"/>
              </a:ext>
            </a:extLst>
          </p:cNvPr>
          <p:cNvCxnSpPr>
            <a:cxnSpLocks/>
          </p:cNvCxnSpPr>
          <p:nvPr/>
        </p:nvCxnSpPr>
        <p:spPr>
          <a:xfrm>
            <a:off x="3841102" y="234791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F93A89C-F8D3-4C45-AEC5-C133DE54D2BF}"/>
              </a:ext>
            </a:extLst>
          </p:cNvPr>
          <p:cNvCxnSpPr>
            <a:cxnSpLocks/>
          </p:cNvCxnSpPr>
          <p:nvPr/>
        </p:nvCxnSpPr>
        <p:spPr>
          <a:xfrm>
            <a:off x="3998582" y="234791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B9062E1-7358-4A83-8D33-35FC7F8A2942}"/>
              </a:ext>
            </a:extLst>
          </p:cNvPr>
          <p:cNvCxnSpPr>
            <a:cxnSpLocks/>
          </p:cNvCxnSpPr>
          <p:nvPr/>
        </p:nvCxnSpPr>
        <p:spPr>
          <a:xfrm>
            <a:off x="4181462" y="234791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7BE54DF-4272-46D7-9A53-F069A22A6CA6}"/>
              </a:ext>
            </a:extLst>
          </p:cNvPr>
          <p:cNvCxnSpPr>
            <a:cxnSpLocks/>
          </p:cNvCxnSpPr>
          <p:nvPr/>
        </p:nvCxnSpPr>
        <p:spPr>
          <a:xfrm>
            <a:off x="4345023" y="23427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3CF88BB-68C2-489B-BD07-FE5FA6F07136}"/>
              </a:ext>
            </a:extLst>
          </p:cNvPr>
          <p:cNvCxnSpPr>
            <a:cxnSpLocks/>
          </p:cNvCxnSpPr>
          <p:nvPr/>
        </p:nvCxnSpPr>
        <p:spPr>
          <a:xfrm>
            <a:off x="4502503" y="23427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CC3622C-D528-4088-970D-EFB57B76C864}"/>
              </a:ext>
            </a:extLst>
          </p:cNvPr>
          <p:cNvCxnSpPr>
            <a:cxnSpLocks/>
          </p:cNvCxnSpPr>
          <p:nvPr/>
        </p:nvCxnSpPr>
        <p:spPr>
          <a:xfrm>
            <a:off x="4659983" y="23427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D8FB91F-C7F8-480A-8535-D8897F80B391}"/>
              </a:ext>
            </a:extLst>
          </p:cNvPr>
          <p:cNvCxnSpPr>
            <a:cxnSpLocks/>
          </p:cNvCxnSpPr>
          <p:nvPr/>
        </p:nvCxnSpPr>
        <p:spPr>
          <a:xfrm>
            <a:off x="4842863" y="23427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9DD3779-4118-4D92-B2A9-6CA41DCA8263}"/>
              </a:ext>
            </a:extLst>
          </p:cNvPr>
          <p:cNvCxnSpPr>
            <a:cxnSpLocks/>
          </p:cNvCxnSpPr>
          <p:nvPr/>
        </p:nvCxnSpPr>
        <p:spPr>
          <a:xfrm>
            <a:off x="5020663" y="234791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F93947A-A48F-4720-9027-867285205BF7}"/>
              </a:ext>
            </a:extLst>
          </p:cNvPr>
          <p:cNvCxnSpPr>
            <a:cxnSpLocks/>
          </p:cNvCxnSpPr>
          <p:nvPr/>
        </p:nvCxnSpPr>
        <p:spPr>
          <a:xfrm>
            <a:off x="5178143" y="234791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49980F8-9AB0-4D9F-83FC-121BAAA5FB7D}"/>
              </a:ext>
            </a:extLst>
          </p:cNvPr>
          <p:cNvCxnSpPr>
            <a:cxnSpLocks/>
          </p:cNvCxnSpPr>
          <p:nvPr/>
        </p:nvCxnSpPr>
        <p:spPr>
          <a:xfrm>
            <a:off x="5335623" y="234791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50C8BD7-9009-413E-B1AD-C9DC9495D289}"/>
              </a:ext>
            </a:extLst>
          </p:cNvPr>
          <p:cNvCxnSpPr>
            <a:cxnSpLocks/>
          </p:cNvCxnSpPr>
          <p:nvPr/>
        </p:nvCxnSpPr>
        <p:spPr>
          <a:xfrm>
            <a:off x="5518503" y="234791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425552E-33F3-44BD-9C54-F71044A3A090}"/>
              </a:ext>
            </a:extLst>
          </p:cNvPr>
          <p:cNvCxnSpPr>
            <a:cxnSpLocks/>
          </p:cNvCxnSpPr>
          <p:nvPr/>
        </p:nvCxnSpPr>
        <p:spPr>
          <a:xfrm>
            <a:off x="5705460" y="23427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C80F8ED-8695-4D89-94CB-6473FC1BE29F}"/>
              </a:ext>
            </a:extLst>
          </p:cNvPr>
          <p:cNvCxnSpPr>
            <a:cxnSpLocks/>
          </p:cNvCxnSpPr>
          <p:nvPr/>
        </p:nvCxnSpPr>
        <p:spPr>
          <a:xfrm>
            <a:off x="5862940" y="23427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FAC6407-2732-4B0E-B7E4-B3ABF8C9F916}"/>
              </a:ext>
            </a:extLst>
          </p:cNvPr>
          <p:cNvCxnSpPr>
            <a:cxnSpLocks/>
          </p:cNvCxnSpPr>
          <p:nvPr/>
        </p:nvCxnSpPr>
        <p:spPr>
          <a:xfrm>
            <a:off x="6020420" y="23427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FF473B5-46A4-457A-ABAE-8B9A1A40C63E}"/>
              </a:ext>
            </a:extLst>
          </p:cNvPr>
          <p:cNvCxnSpPr>
            <a:cxnSpLocks/>
          </p:cNvCxnSpPr>
          <p:nvPr/>
        </p:nvCxnSpPr>
        <p:spPr>
          <a:xfrm>
            <a:off x="6203300" y="23427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E5C0444-979A-428B-B655-6F1446B91B00}"/>
              </a:ext>
            </a:extLst>
          </p:cNvPr>
          <p:cNvCxnSpPr>
            <a:cxnSpLocks/>
          </p:cNvCxnSpPr>
          <p:nvPr/>
        </p:nvCxnSpPr>
        <p:spPr>
          <a:xfrm>
            <a:off x="6381100" y="234791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A3B58C1-6D2D-41BA-A01F-FA3B95E2879F}"/>
              </a:ext>
            </a:extLst>
          </p:cNvPr>
          <p:cNvCxnSpPr>
            <a:cxnSpLocks/>
          </p:cNvCxnSpPr>
          <p:nvPr/>
        </p:nvCxnSpPr>
        <p:spPr>
          <a:xfrm>
            <a:off x="6538580" y="234791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F6A67D2-E3F7-4B7D-A9A6-34EE958D04DD}"/>
              </a:ext>
            </a:extLst>
          </p:cNvPr>
          <p:cNvCxnSpPr>
            <a:cxnSpLocks/>
          </p:cNvCxnSpPr>
          <p:nvPr/>
        </p:nvCxnSpPr>
        <p:spPr>
          <a:xfrm>
            <a:off x="6696060" y="234791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04198D9-E293-4670-A197-1C698EB4D80E}"/>
              </a:ext>
            </a:extLst>
          </p:cNvPr>
          <p:cNvCxnSpPr>
            <a:cxnSpLocks/>
          </p:cNvCxnSpPr>
          <p:nvPr/>
        </p:nvCxnSpPr>
        <p:spPr>
          <a:xfrm>
            <a:off x="6878940" y="234791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AF13A83-8DF7-4384-A66F-D5BD3FB1FA3F}"/>
              </a:ext>
            </a:extLst>
          </p:cNvPr>
          <p:cNvCxnSpPr>
            <a:cxnSpLocks/>
          </p:cNvCxnSpPr>
          <p:nvPr/>
        </p:nvCxnSpPr>
        <p:spPr>
          <a:xfrm>
            <a:off x="7051660" y="23427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1CB7CD5-929F-4D7D-AB5F-6AC8E7DB42CF}"/>
              </a:ext>
            </a:extLst>
          </p:cNvPr>
          <p:cNvCxnSpPr>
            <a:cxnSpLocks/>
          </p:cNvCxnSpPr>
          <p:nvPr/>
        </p:nvCxnSpPr>
        <p:spPr>
          <a:xfrm>
            <a:off x="7209140" y="23427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ABE77F3-B0CD-461C-BCAE-F52F792397F9}"/>
              </a:ext>
            </a:extLst>
          </p:cNvPr>
          <p:cNvCxnSpPr>
            <a:cxnSpLocks/>
          </p:cNvCxnSpPr>
          <p:nvPr/>
        </p:nvCxnSpPr>
        <p:spPr>
          <a:xfrm>
            <a:off x="7366620" y="23427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A23C741-32D7-4442-A3BD-5402C78CC17A}"/>
              </a:ext>
            </a:extLst>
          </p:cNvPr>
          <p:cNvCxnSpPr>
            <a:cxnSpLocks/>
          </p:cNvCxnSpPr>
          <p:nvPr/>
        </p:nvCxnSpPr>
        <p:spPr>
          <a:xfrm>
            <a:off x="7549500" y="234275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110975F-F742-497E-864E-67D98E8947AF}"/>
              </a:ext>
            </a:extLst>
          </p:cNvPr>
          <p:cNvCxnSpPr>
            <a:cxnSpLocks/>
          </p:cNvCxnSpPr>
          <p:nvPr/>
        </p:nvCxnSpPr>
        <p:spPr>
          <a:xfrm>
            <a:off x="7727300" y="234791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9185053-9FDD-4B13-809C-0891BB511A96}"/>
              </a:ext>
            </a:extLst>
          </p:cNvPr>
          <p:cNvCxnSpPr>
            <a:cxnSpLocks/>
          </p:cNvCxnSpPr>
          <p:nvPr/>
        </p:nvCxnSpPr>
        <p:spPr>
          <a:xfrm>
            <a:off x="7884780" y="234791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B8E7B26-376F-4497-A632-C591D23BAFFC}"/>
              </a:ext>
            </a:extLst>
          </p:cNvPr>
          <p:cNvCxnSpPr>
            <a:cxnSpLocks/>
          </p:cNvCxnSpPr>
          <p:nvPr/>
        </p:nvCxnSpPr>
        <p:spPr>
          <a:xfrm>
            <a:off x="8042260" y="234791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6FE0827-67D8-492E-B1CC-535771B7AD78}"/>
              </a:ext>
            </a:extLst>
          </p:cNvPr>
          <p:cNvCxnSpPr>
            <a:cxnSpLocks/>
          </p:cNvCxnSpPr>
          <p:nvPr/>
        </p:nvCxnSpPr>
        <p:spPr>
          <a:xfrm>
            <a:off x="8225140" y="234791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A8CC5F3-F854-4EDE-BB77-223E01EB5A5F}"/>
              </a:ext>
            </a:extLst>
          </p:cNvPr>
          <p:cNvCxnSpPr>
            <a:cxnSpLocks/>
          </p:cNvCxnSpPr>
          <p:nvPr/>
        </p:nvCxnSpPr>
        <p:spPr>
          <a:xfrm>
            <a:off x="3009748" y="31911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78B18F1-26ED-4100-ABC7-64CDC47E77EF}"/>
              </a:ext>
            </a:extLst>
          </p:cNvPr>
          <p:cNvCxnSpPr>
            <a:cxnSpLocks/>
          </p:cNvCxnSpPr>
          <p:nvPr/>
        </p:nvCxnSpPr>
        <p:spPr>
          <a:xfrm>
            <a:off x="3167228" y="31911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427A713-8E0E-42D5-8029-09BCA6304B93}"/>
              </a:ext>
            </a:extLst>
          </p:cNvPr>
          <p:cNvCxnSpPr>
            <a:cxnSpLocks/>
          </p:cNvCxnSpPr>
          <p:nvPr/>
        </p:nvCxnSpPr>
        <p:spPr>
          <a:xfrm>
            <a:off x="3324708" y="31911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DC6E317-410C-48DA-AAC1-8248175ECF18}"/>
              </a:ext>
            </a:extLst>
          </p:cNvPr>
          <p:cNvCxnSpPr>
            <a:cxnSpLocks/>
          </p:cNvCxnSpPr>
          <p:nvPr/>
        </p:nvCxnSpPr>
        <p:spPr>
          <a:xfrm>
            <a:off x="3507588" y="31911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B4751C8-1748-4CF7-8DAE-2A18F595B109}"/>
              </a:ext>
            </a:extLst>
          </p:cNvPr>
          <p:cNvCxnSpPr>
            <a:cxnSpLocks/>
          </p:cNvCxnSpPr>
          <p:nvPr/>
        </p:nvCxnSpPr>
        <p:spPr>
          <a:xfrm>
            <a:off x="3685388" y="31963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E12BE12-B28C-469D-9042-524F97736FE0}"/>
              </a:ext>
            </a:extLst>
          </p:cNvPr>
          <p:cNvCxnSpPr>
            <a:cxnSpLocks/>
          </p:cNvCxnSpPr>
          <p:nvPr/>
        </p:nvCxnSpPr>
        <p:spPr>
          <a:xfrm>
            <a:off x="3842868" y="31963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8AA7580-5307-4B32-9AD9-67684753D828}"/>
              </a:ext>
            </a:extLst>
          </p:cNvPr>
          <p:cNvCxnSpPr>
            <a:cxnSpLocks/>
          </p:cNvCxnSpPr>
          <p:nvPr/>
        </p:nvCxnSpPr>
        <p:spPr>
          <a:xfrm>
            <a:off x="4000348" y="31963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900622C-1678-41C3-B35C-E1DD7CFC00C3}"/>
              </a:ext>
            </a:extLst>
          </p:cNvPr>
          <p:cNvCxnSpPr>
            <a:cxnSpLocks/>
          </p:cNvCxnSpPr>
          <p:nvPr/>
        </p:nvCxnSpPr>
        <p:spPr>
          <a:xfrm>
            <a:off x="4183228" y="31963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23667BA-3026-402C-A2B0-C809A2E20FF6}"/>
              </a:ext>
            </a:extLst>
          </p:cNvPr>
          <p:cNvCxnSpPr>
            <a:cxnSpLocks/>
          </p:cNvCxnSpPr>
          <p:nvPr/>
        </p:nvCxnSpPr>
        <p:spPr>
          <a:xfrm>
            <a:off x="4346789" y="31911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5EC8DAD-7DB8-4A44-BB97-489F5657B9C8}"/>
              </a:ext>
            </a:extLst>
          </p:cNvPr>
          <p:cNvCxnSpPr>
            <a:cxnSpLocks/>
          </p:cNvCxnSpPr>
          <p:nvPr/>
        </p:nvCxnSpPr>
        <p:spPr>
          <a:xfrm>
            <a:off x="4504269" y="31911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580FFDD-F0EC-4145-B2E0-007ED57347BD}"/>
              </a:ext>
            </a:extLst>
          </p:cNvPr>
          <p:cNvCxnSpPr>
            <a:cxnSpLocks/>
          </p:cNvCxnSpPr>
          <p:nvPr/>
        </p:nvCxnSpPr>
        <p:spPr>
          <a:xfrm>
            <a:off x="4661749" y="31911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A2FAE22-4A05-4742-8AEE-8819F6705CD3}"/>
              </a:ext>
            </a:extLst>
          </p:cNvPr>
          <p:cNvCxnSpPr>
            <a:cxnSpLocks/>
          </p:cNvCxnSpPr>
          <p:nvPr/>
        </p:nvCxnSpPr>
        <p:spPr>
          <a:xfrm>
            <a:off x="4844629" y="31911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5783439-99CA-4596-8C56-096C6152D9BA}"/>
              </a:ext>
            </a:extLst>
          </p:cNvPr>
          <p:cNvCxnSpPr>
            <a:cxnSpLocks/>
          </p:cNvCxnSpPr>
          <p:nvPr/>
        </p:nvCxnSpPr>
        <p:spPr>
          <a:xfrm>
            <a:off x="5022429" y="31963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B114083-C88E-45E8-BF2F-3CB517C99116}"/>
              </a:ext>
            </a:extLst>
          </p:cNvPr>
          <p:cNvCxnSpPr>
            <a:cxnSpLocks/>
          </p:cNvCxnSpPr>
          <p:nvPr/>
        </p:nvCxnSpPr>
        <p:spPr>
          <a:xfrm>
            <a:off x="5179909" y="31963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B933C37-6C2C-4B0C-B799-8DEC5AE3A668}"/>
              </a:ext>
            </a:extLst>
          </p:cNvPr>
          <p:cNvCxnSpPr>
            <a:cxnSpLocks/>
          </p:cNvCxnSpPr>
          <p:nvPr/>
        </p:nvCxnSpPr>
        <p:spPr>
          <a:xfrm>
            <a:off x="5337389" y="31963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352FA3A-44CD-4164-B549-EE6821598BF8}"/>
              </a:ext>
            </a:extLst>
          </p:cNvPr>
          <p:cNvCxnSpPr>
            <a:cxnSpLocks/>
          </p:cNvCxnSpPr>
          <p:nvPr/>
        </p:nvCxnSpPr>
        <p:spPr>
          <a:xfrm>
            <a:off x="5520269" y="31963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8A87F77-2DE1-45B3-BD43-10175A898B30}"/>
              </a:ext>
            </a:extLst>
          </p:cNvPr>
          <p:cNvCxnSpPr>
            <a:cxnSpLocks/>
          </p:cNvCxnSpPr>
          <p:nvPr/>
        </p:nvCxnSpPr>
        <p:spPr>
          <a:xfrm>
            <a:off x="5707226" y="31911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8E7999D-11AA-43B3-B644-8B42397F39FE}"/>
              </a:ext>
            </a:extLst>
          </p:cNvPr>
          <p:cNvCxnSpPr>
            <a:cxnSpLocks/>
          </p:cNvCxnSpPr>
          <p:nvPr/>
        </p:nvCxnSpPr>
        <p:spPr>
          <a:xfrm>
            <a:off x="5864706" y="31911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C7C1C35-F702-404D-B428-5FA7022FD66F}"/>
              </a:ext>
            </a:extLst>
          </p:cNvPr>
          <p:cNvCxnSpPr>
            <a:cxnSpLocks/>
          </p:cNvCxnSpPr>
          <p:nvPr/>
        </p:nvCxnSpPr>
        <p:spPr>
          <a:xfrm>
            <a:off x="6022186" y="31911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4BC8C45-2A69-48A6-AD17-E115E36BEE0F}"/>
              </a:ext>
            </a:extLst>
          </p:cNvPr>
          <p:cNvCxnSpPr>
            <a:cxnSpLocks/>
          </p:cNvCxnSpPr>
          <p:nvPr/>
        </p:nvCxnSpPr>
        <p:spPr>
          <a:xfrm>
            <a:off x="6205066" y="31911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326E37C-3F0C-46E1-BF1B-37B72F487486}"/>
              </a:ext>
            </a:extLst>
          </p:cNvPr>
          <p:cNvCxnSpPr>
            <a:cxnSpLocks/>
          </p:cNvCxnSpPr>
          <p:nvPr/>
        </p:nvCxnSpPr>
        <p:spPr>
          <a:xfrm>
            <a:off x="6382866" y="31963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01D492C-D553-4879-948D-6D5E55F79E6C}"/>
              </a:ext>
            </a:extLst>
          </p:cNvPr>
          <p:cNvCxnSpPr>
            <a:cxnSpLocks/>
          </p:cNvCxnSpPr>
          <p:nvPr/>
        </p:nvCxnSpPr>
        <p:spPr>
          <a:xfrm>
            <a:off x="6540346" y="31963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EC49E422-89B3-454C-AD63-358BC52A1746}"/>
              </a:ext>
            </a:extLst>
          </p:cNvPr>
          <p:cNvCxnSpPr>
            <a:cxnSpLocks/>
          </p:cNvCxnSpPr>
          <p:nvPr/>
        </p:nvCxnSpPr>
        <p:spPr>
          <a:xfrm>
            <a:off x="6697826" y="31963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7E51E53-18AE-4E0B-8408-956E35BA15DE}"/>
              </a:ext>
            </a:extLst>
          </p:cNvPr>
          <p:cNvCxnSpPr>
            <a:cxnSpLocks/>
          </p:cNvCxnSpPr>
          <p:nvPr/>
        </p:nvCxnSpPr>
        <p:spPr>
          <a:xfrm>
            <a:off x="6880706" y="31963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24201F29-A649-40AB-A197-20088F6D2F02}"/>
              </a:ext>
            </a:extLst>
          </p:cNvPr>
          <p:cNvCxnSpPr>
            <a:cxnSpLocks/>
          </p:cNvCxnSpPr>
          <p:nvPr/>
        </p:nvCxnSpPr>
        <p:spPr>
          <a:xfrm>
            <a:off x="7053426" y="31911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ECF43A7-B192-4278-9355-34B828D0DE1B}"/>
              </a:ext>
            </a:extLst>
          </p:cNvPr>
          <p:cNvCxnSpPr>
            <a:cxnSpLocks/>
          </p:cNvCxnSpPr>
          <p:nvPr/>
        </p:nvCxnSpPr>
        <p:spPr>
          <a:xfrm>
            <a:off x="7210906" y="31911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7D3EF4F-011E-45C9-8116-C2826D8C996A}"/>
              </a:ext>
            </a:extLst>
          </p:cNvPr>
          <p:cNvCxnSpPr>
            <a:cxnSpLocks/>
          </p:cNvCxnSpPr>
          <p:nvPr/>
        </p:nvCxnSpPr>
        <p:spPr>
          <a:xfrm>
            <a:off x="7368386" y="31911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05246ED3-65E7-40CF-BC95-95B66C285266}"/>
              </a:ext>
            </a:extLst>
          </p:cNvPr>
          <p:cNvCxnSpPr>
            <a:cxnSpLocks/>
          </p:cNvCxnSpPr>
          <p:nvPr/>
        </p:nvCxnSpPr>
        <p:spPr>
          <a:xfrm>
            <a:off x="7551266" y="319119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9AA72FF-9F00-47BF-B6ED-F6001CB9427D}"/>
              </a:ext>
            </a:extLst>
          </p:cNvPr>
          <p:cNvCxnSpPr>
            <a:cxnSpLocks/>
          </p:cNvCxnSpPr>
          <p:nvPr/>
        </p:nvCxnSpPr>
        <p:spPr>
          <a:xfrm>
            <a:off x="7729066" y="31963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6E049C4-BEA3-4D6B-AF90-4BFC579BB63C}"/>
              </a:ext>
            </a:extLst>
          </p:cNvPr>
          <p:cNvCxnSpPr>
            <a:cxnSpLocks/>
          </p:cNvCxnSpPr>
          <p:nvPr/>
        </p:nvCxnSpPr>
        <p:spPr>
          <a:xfrm>
            <a:off x="7886546" y="31963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D70A440-97D5-4F12-B686-4FE6E5582B5F}"/>
              </a:ext>
            </a:extLst>
          </p:cNvPr>
          <p:cNvCxnSpPr>
            <a:cxnSpLocks/>
          </p:cNvCxnSpPr>
          <p:nvPr/>
        </p:nvCxnSpPr>
        <p:spPr>
          <a:xfrm>
            <a:off x="8044026" y="31963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F0BDC37-E53D-4630-A6E2-81307D5B8580}"/>
              </a:ext>
            </a:extLst>
          </p:cNvPr>
          <p:cNvCxnSpPr>
            <a:cxnSpLocks/>
          </p:cNvCxnSpPr>
          <p:nvPr/>
        </p:nvCxnSpPr>
        <p:spPr>
          <a:xfrm>
            <a:off x="8226906" y="319635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0EACDE39-D9EB-480E-9B9D-57B152F2D176}"/>
              </a:ext>
            </a:extLst>
          </p:cNvPr>
          <p:cNvCxnSpPr>
            <a:cxnSpLocks/>
          </p:cNvCxnSpPr>
          <p:nvPr/>
        </p:nvCxnSpPr>
        <p:spPr>
          <a:xfrm>
            <a:off x="3003674" y="403963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006204CC-2CE3-40E2-84A2-7839CEF4B736}"/>
              </a:ext>
            </a:extLst>
          </p:cNvPr>
          <p:cNvCxnSpPr>
            <a:cxnSpLocks/>
          </p:cNvCxnSpPr>
          <p:nvPr/>
        </p:nvCxnSpPr>
        <p:spPr>
          <a:xfrm>
            <a:off x="3161154" y="403963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6D6773F2-4EFA-4060-B597-C35A4C99FAEB}"/>
              </a:ext>
            </a:extLst>
          </p:cNvPr>
          <p:cNvCxnSpPr>
            <a:cxnSpLocks/>
          </p:cNvCxnSpPr>
          <p:nvPr/>
        </p:nvCxnSpPr>
        <p:spPr>
          <a:xfrm>
            <a:off x="3318634" y="403963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DD76278-5677-4F89-93BC-7E191C0E274C}"/>
              </a:ext>
            </a:extLst>
          </p:cNvPr>
          <p:cNvCxnSpPr>
            <a:cxnSpLocks/>
          </p:cNvCxnSpPr>
          <p:nvPr/>
        </p:nvCxnSpPr>
        <p:spPr>
          <a:xfrm>
            <a:off x="3501514" y="403963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D7A050E8-BD6B-400B-9CD4-D52A2886C60E}"/>
              </a:ext>
            </a:extLst>
          </p:cNvPr>
          <p:cNvCxnSpPr>
            <a:cxnSpLocks/>
          </p:cNvCxnSpPr>
          <p:nvPr/>
        </p:nvCxnSpPr>
        <p:spPr>
          <a:xfrm>
            <a:off x="3679314" y="404478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9D6FDC57-3CA4-4661-A5F5-FA88D7501A67}"/>
              </a:ext>
            </a:extLst>
          </p:cNvPr>
          <p:cNvCxnSpPr>
            <a:cxnSpLocks/>
          </p:cNvCxnSpPr>
          <p:nvPr/>
        </p:nvCxnSpPr>
        <p:spPr>
          <a:xfrm>
            <a:off x="3836794" y="404478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489D1C8D-D002-4854-9DC8-7CA6B33C5986}"/>
              </a:ext>
            </a:extLst>
          </p:cNvPr>
          <p:cNvCxnSpPr>
            <a:cxnSpLocks/>
          </p:cNvCxnSpPr>
          <p:nvPr/>
        </p:nvCxnSpPr>
        <p:spPr>
          <a:xfrm>
            <a:off x="3994274" y="404478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259FC1D-3FB2-40FB-8E9C-94EB5FFDEEE4}"/>
              </a:ext>
            </a:extLst>
          </p:cNvPr>
          <p:cNvCxnSpPr>
            <a:cxnSpLocks/>
          </p:cNvCxnSpPr>
          <p:nvPr/>
        </p:nvCxnSpPr>
        <p:spPr>
          <a:xfrm>
            <a:off x="4177154" y="404478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28CC02CA-50E0-4B6D-9024-57D14DB19374}"/>
              </a:ext>
            </a:extLst>
          </p:cNvPr>
          <p:cNvCxnSpPr>
            <a:cxnSpLocks/>
          </p:cNvCxnSpPr>
          <p:nvPr/>
        </p:nvCxnSpPr>
        <p:spPr>
          <a:xfrm>
            <a:off x="4340715" y="403963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4FDCD1C-6381-4313-A87D-1ED91B979FD1}"/>
              </a:ext>
            </a:extLst>
          </p:cNvPr>
          <p:cNvCxnSpPr>
            <a:cxnSpLocks/>
          </p:cNvCxnSpPr>
          <p:nvPr/>
        </p:nvCxnSpPr>
        <p:spPr>
          <a:xfrm>
            <a:off x="4498195" y="403963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8992874A-65C4-4075-BB6B-68FFBE8342ED}"/>
              </a:ext>
            </a:extLst>
          </p:cNvPr>
          <p:cNvCxnSpPr>
            <a:cxnSpLocks/>
          </p:cNvCxnSpPr>
          <p:nvPr/>
        </p:nvCxnSpPr>
        <p:spPr>
          <a:xfrm>
            <a:off x="4655675" y="403963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117955E3-1EE4-4F9E-BDCE-D745480A6070}"/>
              </a:ext>
            </a:extLst>
          </p:cNvPr>
          <p:cNvCxnSpPr>
            <a:cxnSpLocks/>
          </p:cNvCxnSpPr>
          <p:nvPr/>
        </p:nvCxnSpPr>
        <p:spPr>
          <a:xfrm>
            <a:off x="4838555" y="403963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8F8B77B-95CB-4C86-9901-DDA81E5FF551}"/>
              </a:ext>
            </a:extLst>
          </p:cNvPr>
          <p:cNvCxnSpPr>
            <a:cxnSpLocks/>
          </p:cNvCxnSpPr>
          <p:nvPr/>
        </p:nvCxnSpPr>
        <p:spPr>
          <a:xfrm>
            <a:off x="5016355" y="404478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9D77920A-11CB-4160-922C-54C7F1EAC3BC}"/>
              </a:ext>
            </a:extLst>
          </p:cNvPr>
          <p:cNvCxnSpPr>
            <a:cxnSpLocks/>
          </p:cNvCxnSpPr>
          <p:nvPr/>
        </p:nvCxnSpPr>
        <p:spPr>
          <a:xfrm>
            <a:off x="5173835" y="404478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7A854FFD-03FD-42CE-8CA8-B85251BDA2E3}"/>
              </a:ext>
            </a:extLst>
          </p:cNvPr>
          <p:cNvCxnSpPr>
            <a:cxnSpLocks/>
          </p:cNvCxnSpPr>
          <p:nvPr/>
        </p:nvCxnSpPr>
        <p:spPr>
          <a:xfrm>
            <a:off x="5331315" y="404478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C8778A55-DA19-4F33-A3BA-C79E8FE25C5C}"/>
              </a:ext>
            </a:extLst>
          </p:cNvPr>
          <p:cNvCxnSpPr>
            <a:cxnSpLocks/>
          </p:cNvCxnSpPr>
          <p:nvPr/>
        </p:nvCxnSpPr>
        <p:spPr>
          <a:xfrm>
            <a:off x="5514195" y="404478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3F0F551F-2D7B-4568-9BE1-295FA9ECAE9C}"/>
              </a:ext>
            </a:extLst>
          </p:cNvPr>
          <p:cNvCxnSpPr>
            <a:cxnSpLocks/>
          </p:cNvCxnSpPr>
          <p:nvPr/>
        </p:nvCxnSpPr>
        <p:spPr>
          <a:xfrm>
            <a:off x="5701152" y="403963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371E605-2A84-48EE-BEDE-8E693C8FACC6}"/>
              </a:ext>
            </a:extLst>
          </p:cNvPr>
          <p:cNvCxnSpPr>
            <a:cxnSpLocks/>
          </p:cNvCxnSpPr>
          <p:nvPr/>
        </p:nvCxnSpPr>
        <p:spPr>
          <a:xfrm>
            <a:off x="5858632" y="403963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89B0A1C3-70BB-459F-81AE-351048A14C29}"/>
              </a:ext>
            </a:extLst>
          </p:cNvPr>
          <p:cNvCxnSpPr>
            <a:cxnSpLocks/>
          </p:cNvCxnSpPr>
          <p:nvPr/>
        </p:nvCxnSpPr>
        <p:spPr>
          <a:xfrm>
            <a:off x="6016112" y="403963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40CAB8D4-135B-4949-9933-3A8E32043430}"/>
              </a:ext>
            </a:extLst>
          </p:cNvPr>
          <p:cNvCxnSpPr>
            <a:cxnSpLocks/>
          </p:cNvCxnSpPr>
          <p:nvPr/>
        </p:nvCxnSpPr>
        <p:spPr>
          <a:xfrm>
            <a:off x="6198992" y="403963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CF52C461-0D34-40B9-A6BA-2616362C968F}"/>
              </a:ext>
            </a:extLst>
          </p:cNvPr>
          <p:cNvCxnSpPr>
            <a:cxnSpLocks/>
          </p:cNvCxnSpPr>
          <p:nvPr/>
        </p:nvCxnSpPr>
        <p:spPr>
          <a:xfrm>
            <a:off x="6376792" y="404478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F1C4493-5688-4566-855B-F1313FBA3372}"/>
              </a:ext>
            </a:extLst>
          </p:cNvPr>
          <p:cNvCxnSpPr>
            <a:cxnSpLocks/>
          </p:cNvCxnSpPr>
          <p:nvPr/>
        </p:nvCxnSpPr>
        <p:spPr>
          <a:xfrm>
            <a:off x="6534272" y="404478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62B353B5-5AD8-433F-ABE2-061585ABA678}"/>
              </a:ext>
            </a:extLst>
          </p:cNvPr>
          <p:cNvCxnSpPr>
            <a:cxnSpLocks/>
          </p:cNvCxnSpPr>
          <p:nvPr/>
        </p:nvCxnSpPr>
        <p:spPr>
          <a:xfrm>
            <a:off x="6691752" y="404478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CDA717E8-2587-4F62-A587-0C8C01972FAD}"/>
              </a:ext>
            </a:extLst>
          </p:cNvPr>
          <p:cNvCxnSpPr>
            <a:cxnSpLocks/>
          </p:cNvCxnSpPr>
          <p:nvPr/>
        </p:nvCxnSpPr>
        <p:spPr>
          <a:xfrm>
            <a:off x="6874632" y="404478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EC2F390D-0380-4636-B692-2D283CB56ED1}"/>
              </a:ext>
            </a:extLst>
          </p:cNvPr>
          <p:cNvCxnSpPr>
            <a:cxnSpLocks/>
          </p:cNvCxnSpPr>
          <p:nvPr/>
        </p:nvCxnSpPr>
        <p:spPr>
          <a:xfrm>
            <a:off x="7047352" y="403963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44CAA8F0-723D-4DD9-BA21-17CB5B2465BD}"/>
              </a:ext>
            </a:extLst>
          </p:cNvPr>
          <p:cNvCxnSpPr>
            <a:cxnSpLocks/>
          </p:cNvCxnSpPr>
          <p:nvPr/>
        </p:nvCxnSpPr>
        <p:spPr>
          <a:xfrm>
            <a:off x="7204832" y="403963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01EFD7C-F6CD-45E8-8BAB-F7AABA56D609}"/>
              </a:ext>
            </a:extLst>
          </p:cNvPr>
          <p:cNvCxnSpPr>
            <a:cxnSpLocks/>
          </p:cNvCxnSpPr>
          <p:nvPr/>
        </p:nvCxnSpPr>
        <p:spPr>
          <a:xfrm>
            <a:off x="7362312" y="403963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8D88F50B-A258-41AC-BE56-82633568364D}"/>
              </a:ext>
            </a:extLst>
          </p:cNvPr>
          <p:cNvCxnSpPr>
            <a:cxnSpLocks/>
          </p:cNvCxnSpPr>
          <p:nvPr/>
        </p:nvCxnSpPr>
        <p:spPr>
          <a:xfrm>
            <a:off x="7545192" y="403963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ADB6AD1-7743-4E0B-ACAF-EA9966176FD1}"/>
              </a:ext>
            </a:extLst>
          </p:cNvPr>
          <p:cNvCxnSpPr>
            <a:cxnSpLocks/>
          </p:cNvCxnSpPr>
          <p:nvPr/>
        </p:nvCxnSpPr>
        <p:spPr>
          <a:xfrm>
            <a:off x="7722992" y="404478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DC88B4E-2DDE-42A5-B67D-E46807A67440}"/>
              </a:ext>
            </a:extLst>
          </p:cNvPr>
          <p:cNvCxnSpPr>
            <a:cxnSpLocks/>
          </p:cNvCxnSpPr>
          <p:nvPr/>
        </p:nvCxnSpPr>
        <p:spPr>
          <a:xfrm>
            <a:off x="7880472" y="404478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B68851F9-095D-4E87-98D8-39EB880E87BD}"/>
              </a:ext>
            </a:extLst>
          </p:cNvPr>
          <p:cNvCxnSpPr>
            <a:cxnSpLocks/>
          </p:cNvCxnSpPr>
          <p:nvPr/>
        </p:nvCxnSpPr>
        <p:spPr>
          <a:xfrm>
            <a:off x="8037952" y="404478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0E1846A5-5EAC-4004-AF09-414697511BCF}"/>
              </a:ext>
            </a:extLst>
          </p:cNvPr>
          <p:cNvCxnSpPr>
            <a:cxnSpLocks/>
          </p:cNvCxnSpPr>
          <p:nvPr/>
        </p:nvCxnSpPr>
        <p:spPr>
          <a:xfrm>
            <a:off x="8220832" y="404478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4229F321-0389-4711-AF66-CEFEAF2D68CB}"/>
              </a:ext>
            </a:extLst>
          </p:cNvPr>
          <p:cNvCxnSpPr>
            <a:cxnSpLocks/>
          </p:cNvCxnSpPr>
          <p:nvPr/>
        </p:nvCxnSpPr>
        <p:spPr>
          <a:xfrm>
            <a:off x="3017646" y="1494322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771ED86-A7F6-4717-BB6C-76A15E8803BD}"/>
              </a:ext>
            </a:extLst>
          </p:cNvPr>
          <p:cNvCxnSpPr>
            <a:cxnSpLocks/>
          </p:cNvCxnSpPr>
          <p:nvPr/>
        </p:nvCxnSpPr>
        <p:spPr>
          <a:xfrm>
            <a:off x="3173883" y="1491744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1A5CA6EC-3ED9-4D25-93D5-A369499BD80C}"/>
              </a:ext>
            </a:extLst>
          </p:cNvPr>
          <p:cNvCxnSpPr>
            <a:cxnSpLocks/>
          </p:cNvCxnSpPr>
          <p:nvPr/>
        </p:nvCxnSpPr>
        <p:spPr>
          <a:xfrm>
            <a:off x="3332922" y="1499364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82A79E91-F566-4344-A87E-2EC69F4331EA}"/>
              </a:ext>
            </a:extLst>
          </p:cNvPr>
          <p:cNvCxnSpPr>
            <a:cxnSpLocks/>
          </p:cNvCxnSpPr>
          <p:nvPr/>
        </p:nvCxnSpPr>
        <p:spPr>
          <a:xfrm>
            <a:off x="3516281" y="1504406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08B8489-F55D-4DD5-8085-2FA57DCBB017}"/>
              </a:ext>
            </a:extLst>
          </p:cNvPr>
          <p:cNvCxnSpPr>
            <a:cxnSpLocks/>
          </p:cNvCxnSpPr>
          <p:nvPr/>
        </p:nvCxnSpPr>
        <p:spPr>
          <a:xfrm>
            <a:off x="3692012" y="1487820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2178ABCF-19B8-4AB8-873C-B946F7792A2B}"/>
              </a:ext>
            </a:extLst>
          </p:cNvPr>
          <p:cNvCxnSpPr>
            <a:cxnSpLocks/>
          </p:cNvCxnSpPr>
          <p:nvPr/>
        </p:nvCxnSpPr>
        <p:spPr>
          <a:xfrm>
            <a:off x="3848249" y="1485242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31B1C70-1692-4665-9533-5894FBA6250A}"/>
              </a:ext>
            </a:extLst>
          </p:cNvPr>
          <p:cNvCxnSpPr>
            <a:cxnSpLocks/>
          </p:cNvCxnSpPr>
          <p:nvPr/>
        </p:nvCxnSpPr>
        <p:spPr>
          <a:xfrm>
            <a:off x="4007288" y="1492862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A81791F1-DD8B-4367-8E78-CFEF9D0E73E0}"/>
              </a:ext>
            </a:extLst>
          </p:cNvPr>
          <p:cNvCxnSpPr>
            <a:cxnSpLocks/>
          </p:cNvCxnSpPr>
          <p:nvPr/>
        </p:nvCxnSpPr>
        <p:spPr>
          <a:xfrm>
            <a:off x="4190647" y="1497904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DFE7212A-3DD8-45E8-8EF7-06001039ED56}"/>
              </a:ext>
            </a:extLst>
          </p:cNvPr>
          <p:cNvCxnSpPr>
            <a:cxnSpLocks/>
          </p:cNvCxnSpPr>
          <p:nvPr/>
        </p:nvCxnSpPr>
        <p:spPr>
          <a:xfrm>
            <a:off x="5716931" y="1500938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598987AC-DCE6-443F-94B5-A499BA4B2B0B}"/>
              </a:ext>
            </a:extLst>
          </p:cNvPr>
          <p:cNvCxnSpPr>
            <a:cxnSpLocks/>
          </p:cNvCxnSpPr>
          <p:nvPr/>
        </p:nvCxnSpPr>
        <p:spPr>
          <a:xfrm>
            <a:off x="5873168" y="1498360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EA7B8D0E-5F17-4B4D-86EA-17A93EC4839B}"/>
              </a:ext>
            </a:extLst>
          </p:cNvPr>
          <p:cNvCxnSpPr>
            <a:cxnSpLocks/>
          </p:cNvCxnSpPr>
          <p:nvPr/>
        </p:nvCxnSpPr>
        <p:spPr>
          <a:xfrm>
            <a:off x="6032207" y="1505980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4A2FB4D8-1DAF-4B7E-8D5E-35374505AD48}"/>
              </a:ext>
            </a:extLst>
          </p:cNvPr>
          <p:cNvCxnSpPr>
            <a:cxnSpLocks/>
          </p:cNvCxnSpPr>
          <p:nvPr/>
        </p:nvCxnSpPr>
        <p:spPr>
          <a:xfrm>
            <a:off x="6215566" y="1511022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380BCA2E-6F86-438E-8B4B-F37DB5A77620}"/>
              </a:ext>
            </a:extLst>
          </p:cNvPr>
          <p:cNvCxnSpPr>
            <a:cxnSpLocks/>
          </p:cNvCxnSpPr>
          <p:nvPr/>
        </p:nvCxnSpPr>
        <p:spPr>
          <a:xfrm>
            <a:off x="6391297" y="1494436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C49DBCD-F1FA-405E-BF50-818150B9C200}"/>
              </a:ext>
            </a:extLst>
          </p:cNvPr>
          <p:cNvCxnSpPr>
            <a:cxnSpLocks/>
          </p:cNvCxnSpPr>
          <p:nvPr/>
        </p:nvCxnSpPr>
        <p:spPr>
          <a:xfrm>
            <a:off x="6547534" y="1491858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6F5AA038-9FC8-4665-AE3C-C1637B72DDD1}"/>
              </a:ext>
            </a:extLst>
          </p:cNvPr>
          <p:cNvCxnSpPr>
            <a:cxnSpLocks/>
          </p:cNvCxnSpPr>
          <p:nvPr/>
        </p:nvCxnSpPr>
        <p:spPr>
          <a:xfrm>
            <a:off x="6706573" y="1499478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66428A5-B0FB-4C03-B241-FE1F05875DDA}"/>
              </a:ext>
            </a:extLst>
          </p:cNvPr>
          <p:cNvCxnSpPr>
            <a:cxnSpLocks/>
          </p:cNvCxnSpPr>
          <p:nvPr/>
        </p:nvCxnSpPr>
        <p:spPr>
          <a:xfrm>
            <a:off x="6889932" y="1504520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5099220E-3EAE-4669-88C7-2C2030F5C050}"/>
              </a:ext>
            </a:extLst>
          </p:cNvPr>
          <p:cNvCxnSpPr>
            <a:cxnSpLocks/>
          </p:cNvCxnSpPr>
          <p:nvPr/>
        </p:nvCxnSpPr>
        <p:spPr>
          <a:xfrm flipH="1">
            <a:off x="3013570" y="1504520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2ADB8850-B1C3-424C-9B92-2EA58587E636}"/>
              </a:ext>
            </a:extLst>
          </p:cNvPr>
          <p:cNvCxnSpPr>
            <a:cxnSpLocks/>
          </p:cNvCxnSpPr>
          <p:nvPr/>
        </p:nvCxnSpPr>
        <p:spPr>
          <a:xfrm flipH="1">
            <a:off x="3176870" y="1504406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974E53FF-C620-43E3-BA24-301C9E3BEB9E}"/>
              </a:ext>
            </a:extLst>
          </p:cNvPr>
          <p:cNvCxnSpPr>
            <a:cxnSpLocks/>
          </p:cNvCxnSpPr>
          <p:nvPr/>
        </p:nvCxnSpPr>
        <p:spPr>
          <a:xfrm flipH="1">
            <a:off x="3336912" y="1501383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2F117E39-D918-4DAE-B926-47E8F9E0E04C}"/>
              </a:ext>
            </a:extLst>
          </p:cNvPr>
          <p:cNvCxnSpPr>
            <a:cxnSpLocks/>
          </p:cNvCxnSpPr>
          <p:nvPr/>
        </p:nvCxnSpPr>
        <p:spPr>
          <a:xfrm flipH="1">
            <a:off x="3515993" y="1507771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F9BD30A4-D7D9-4777-82D3-0B560A00B795}"/>
              </a:ext>
            </a:extLst>
          </p:cNvPr>
          <p:cNvCxnSpPr>
            <a:cxnSpLocks/>
          </p:cNvCxnSpPr>
          <p:nvPr/>
        </p:nvCxnSpPr>
        <p:spPr>
          <a:xfrm flipH="1">
            <a:off x="3702951" y="1504509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F120F15B-A9C4-4906-92FF-A7A116C44224}"/>
              </a:ext>
            </a:extLst>
          </p:cNvPr>
          <p:cNvCxnSpPr>
            <a:cxnSpLocks/>
          </p:cNvCxnSpPr>
          <p:nvPr/>
        </p:nvCxnSpPr>
        <p:spPr>
          <a:xfrm flipH="1">
            <a:off x="3866251" y="1504395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8045E6A1-DB3B-4062-8A3C-0F4163B351FB}"/>
              </a:ext>
            </a:extLst>
          </p:cNvPr>
          <p:cNvCxnSpPr>
            <a:cxnSpLocks/>
          </p:cNvCxnSpPr>
          <p:nvPr/>
        </p:nvCxnSpPr>
        <p:spPr>
          <a:xfrm flipH="1">
            <a:off x="4026293" y="1501372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26474D4-D185-444D-9218-3FFC98B35753}"/>
              </a:ext>
            </a:extLst>
          </p:cNvPr>
          <p:cNvCxnSpPr>
            <a:cxnSpLocks/>
          </p:cNvCxnSpPr>
          <p:nvPr/>
        </p:nvCxnSpPr>
        <p:spPr>
          <a:xfrm flipH="1">
            <a:off x="4205374" y="1507760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3978F7F6-716C-44C4-A224-9D1D52152A3F}"/>
              </a:ext>
            </a:extLst>
          </p:cNvPr>
          <p:cNvCxnSpPr>
            <a:cxnSpLocks/>
          </p:cNvCxnSpPr>
          <p:nvPr/>
        </p:nvCxnSpPr>
        <p:spPr>
          <a:xfrm flipH="1">
            <a:off x="5711097" y="1501372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963F7C72-662C-44BE-B0E4-06A28F7ADF6B}"/>
              </a:ext>
            </a:extLst>
          </p:cNvPr>
          <p:cNvCxnSpPr>
            <a:cxnSpLocks/>
          </p:cNvCxnSpPr>
          <p:nvPr/>
        </p:nvCxnSpPr>
        <p:spPr>
          <a:xfrm flipH="1">
            <a:off x="5874397" y="1501258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1D880CE1-1BAB-4352-9451-17964FD208E3}"/>
              </a:ext>
            </a:extLst>
          </p:cNvPr>
          <p:cNvCxnSpPr>
            <a:cxnSpLocks/>
          </p:cNvCxnSpPr>
          <p:nvPr/>
        </p:nvCxnSpPr>
        <p:spPr>
          <a:xfrm flipH="1">
            <a:off x="6034439" y="1498235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57096AF-7A50-4C33-8139-1500D1BE2C4F}"/>
              </a:ext>
            </a:extLst>
          </p:cNvPr>
          <p:cNvCxnSpPr>
            <a:cxnSpLocks/>
          </p:cNvCxnSpPr>
          <p:nvPr/>
        </p:nvCxnSpPr>
        <p:spPr>
          <a:xfrm flipH="1">
            <a:off x="6213520" y="1504623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F85CAB8B-19B6-4E68-B3B5-8ECC6757B45A}"/>
              </a:ext>
            </a:extLst>
          </p:cNvPr>
          <p:cNvCxnSpPr>
            <a:cxnSpLocks/>
          </p:cNvCxnSpPr>
          <p:nvPr/>
        </p:nvCxnSpPr>
        <p:spPr>
          <a:xfrm flipH="1">
            <a:off x="6397282" y="1507885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DE76A18-ED5D-4A62-A509-369C3BCEB9F9}"/>
              </a:ext>
            </a:extLst>
          </p:cNvPr>
          <p:cNvCxnSpPr>
            <a:cxnSpLocks/>
          </p:cNvCxnSpPr>
          <p:nvPr/>
        </p:nvCxnSpPr>
        <p:spPr>
          <a:xfrm flipH="1">
            <a:off x="6560582" y="1507771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3285458C-93AC-410C-A9D0-8CB7EC5243E4}"/>
              </a:ext>
            </a:extLst>
          </p:cNvPr>
          <p:cNvCxnSpPr>
            <a:cxnSpLocks/>
          </p:cNvCxnSpPr>
          <p:nvPr/>
        </p:nvCxnSpPr>
        <p:spPr>
          <a:xfrm flipH="1">
            <a:off x="6720624" y="1504748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26CF39B-3DE4-4922-BECD-9A27FF0C6702}"/>
              </a:ext>
            </a:extLst>
          </p:cNvPr>
          <p:cNvCxnSpPr>
            <a:cxnSpLocks/>
          </p:cNvCxnSpPr>
          <p:nvPr/>
        </p:nvCxnSpPr>
        <p:spPr>
          <a:xfrm flipH="1">
            <a:off x="6899705" y="1511136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7D23FE76-5925-48A8-9E1C-EE94923AA24E}"/>
              </a:ext>
            </a:extLst>
          </p:cNvPr>
          <p:cNvCxnSpPr>
            <a:cxnSpLocks/>
          </p:cNvCxnSpPr>
          <p:nvPr/>
        </p:nvCxnSpPr>
        <p:spPr>
          <a:xfrm flipH="1">
            <a:off x="3009748" y="2344218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E603E690-BCE0-4653-9F28-EBA5CD8E64B9}"/>
              </a:ext>
            </a:extLst>
          </p:cNvPr>
          <p:cNvCxnSpPr>
            <a:cxnSpLocks/>
          </p:cNvCxnSpPr>
          <p:nvPr/>
        </p:nvCxnSpPr>
        <p:spPr>
          <a:xfrm flipH="1">
            <a:off x="3166806" y="2347800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E3DBBA62-3015-4D2C-B9D7-E3FCBF20F77A}"/>
              </a:ext>
            </a:extLst>
          </p:cNvPr>
          <p:cNvCxnSpPr>
            <a:cxnSpLocks/>
          </p:cNvCxnSpPr>
          <p:nvPr/>
        </p:nvCxnSpPr>
        <p:spPr>
          <a:xfrm flipH="1">
            <a:off x="3322942" y="2347846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9ECD70DF-A731-4333-9B76-78FFB1E7D888}"/>
              </a:ext>
            </a:extLst>
          </p:cNvPr>
          <p:cNvCxnSpPr>
            <a:cxnSpLocks/>
          </p:cNvCxnSpPr>
          <p:nvPr/>
        </p:nvCxnSpPr>
        <p:spPr>
          <a:xfrm flipH="1">
            <a:off x="3513246" y="2344172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918E3D10-78F8-4CE5-AF05-7FA343E60827}"/>
              </a:ext>
            </a:extLst>
          </p:cNvPr>
          <p:cNvCxnSpPr>
            <a:cxnSpLocks/>
          </p:cNvCxnSpPr>
          <p:nvPr/>
        </p:nvCxnSpPr>
        <p:spPr>
          <a:xfrm flipH="1" flipV="1">
            <a:off x="3014524" y="2344126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96B70DF5-8096-4413-A2DA-F4D8CD247CCA}"/>
              </a:ext>
            </a:extLst>
          </p:cNvPr>
          <p:cNvCxnSpPr>
            <a:cxnSpLocks/>
          </p:cNvCxnSpPr>
          <p:nvPr/>
        </p:nvCxnSpPr>
        <p:spPr>
          <a:xfrm flipH="1" flipV="1">
            <a:off x="3170543" y="2344126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A8D6C720-D6ED-41F0-86BE-BC5703882C8D}"/>
              </a:ext>
            </a:extLst>
          </p:cNvPr>
          <p:cNvCxnSpPr>
            <a:cxnSpLocks/>
          </p:cNvCxnSpPr>
          <p:nvPr/>
        </p:nvCxnSpPr>
        <p:spPr>
          <a:xfrm flipH="1" flipV="1">
            <a:off x="3334438" y="2347880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8CFF6166-FC9D-46A9-B77A-8464BAAFB424}"/>
              </a:ext>
            </a:extLst>
          </p:cNvPr>
          <p:cNvCxnSpPr>
            <a:cxnSpLocks/>
          </p:cNvCxnSpPr>
          <p:nvPr/>
        </p:nvCxnSpPr>
        <p:spPr>
          <a:xfrm flipH="1" flipV="1">
            <a:off x="3506879" y="2340921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B586F69B-C23F-4535-B2B0-EF5AAF9712C5}"/>
              </a:ext>
            </a:extLst>
          </p:cNvPr>
          <p:cNvCxnSpPr>
            <a:cxnSpLocks/>
          </p:cNvCxnSpPr>
          <p:nvPr/>
        </p:nvCxnSpPr>
        <p:spPr>
          <a:xfrm flipH="1">
            <a:off x="4354632" y="2348374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AD8C7AA6-1F0C-47B3-876A-706551B30965}"/>
              </a:ext>
            </a:extLst>
          </p:cNvPr>
          <p:cNvCxnSpPr>
            <a:cxnSpLocks/>
          </p:cNvCxnSpPr>
          <p:nvPr/>
        </p:nvCxnSpPr>
        <p:spPr>
          <a:xfrm flipH="1">
            <a:off x="4511690" y="2351956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B7A0F7C-8B6E-4C17-894B-AA0716F33816}"/>
              </a:ext>
            </a:extLst>
          </p:cNvPr>
          <p:cNvCxnSpPr>
            <a:cxnSpLocks/>
          </p:cNvCxnSpPr>
          <p:nvPr/>
        </p:nvCxnSpPr>
        <p:spPr>
          <a:xfrm flipH="1">
            <a:off x="4667826" y="2352002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40C72ACA-D322-426B-9E0D-6E24022D6B90}"/>
              </a:ext>
            </a:extLst>
          </p:cNvPr>
          <p:cNvCxnSpPr>
            <a:cxnSpLocks/>
          </p:cNvCxnSpPr>
          <p:nvPr/>
        </p:nvCxnSpPr>
        <p:spPr>
          <a:xfrm flipH="1">
            <a:off x="4834405" y="2351533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6A8CE2F-7F44-4737-8682-33EC680955B4}"/>
              </a:ext>
            </a:extLst>
          </p:cNvPr>
          <p:cNvCxnSpPr>
            <a:cxnSpLocks/>
          </p:cNvCxnSpPr>
          <p:nvPr/>
        </p:nvCxnSpPr>
        <p:spPr>
          <a:xfrm flipH="1" flipV="1">
            <a:off x="4359408" y="2348282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00680C0F-FB0F-4112-B1CD-DE74379C2406}"/>
              </a:ext>
            </a:extLst>
          </p:cNvPr>
          <p:cNvCxnSpPr>
            <a:cxnSpLocks/>
          </p:cNvCxnSpPr>
          <p:nvPr/>
        </p:nvCxnSpPr>
        <p:spPr>
          <a:xfrm flipH="1" flipV="1">
            <a:off x="4515427" y="2348282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7EC3272F-8824-4E07-AA4F-1FE3D7744FA5}"/>
              </a:ext>
            </a:extLst>
          </p:cNvPr>
          <p:cNvCxnSpPr>
            <a:cxnSpLocks/>
          </p:cNvCxnSpPr>
          <p:nvPr/>
        </p:nvCxnSpPr>
        <p:spPr>
          <a:xfrm flipH="1" flipV="1">
            <a:off x="4679322" y="2352036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C7B3F78C-414D-44C8-BE9F-C52B66B9EC58}"/>
              </a:ext>
            </a:extLst>
          </p:cNvPr>
          <p:cNvCxnSpPr>
            <a:cxnSpLocks/>
          </p:cNvCxnSpPr>
          <p:nvPr/>
        </p:nvCxnSpPr>
        <p:spPr>
          <a:xfrm flipH="1" flipV="1">
            <a:off x="4851763" y="2345077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852760B7-6C0D-446A-B628-3AB6BDD5AF55}"/>
              </a:ext>
            </a:extLst>
          </p:cNvPr>
          <p:cNvCxnSpPr>
            <a:cxnSpLocks/>
          </p:cNvCxnSpPr>
          <p:nvPr/>
        </p:nvCxnSpPr>
        <p:spPr>
          <a:xfrm flipH="1">
            <a:off x="5709208" y="2348473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C464CD36-8A29-43FD-AB4E-06C391B22A4C}"/>
              </a:ext>
            </a:extLst>
          </p:cNvPr>
          <p:cNvCxnSpPr>
            <a:cxnSpLocks/>
          </p:cNvCxnSpPr>
          <p:nvPr/>
        </p:nvCxnSpPr>
        <p:spPr>
          <a:xfrm flipH="1">
            <a:off x="5870897" y="2350628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54FD6AE7-43DA-475E-82FD-8DEAED173A3A}"/>
              </a:ext>
            </a:extLst>
          </p:cNvPr>
          <p:cNvCxnSpPr>
            <a:cxnSpLocks/>
          </p:cNvCxnSpPr>
          <p:nvPr/>
        </p:nvCxnSpPr>
        <p:spPr>
          <a:xfrm flipH="1">
            <a:off x="6027033" y="2350674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67A28976-7548-45DD-81A2-4D08ACA464D8}"/>
              </a:ext>
            </a:extLst>
          </p:cNvPr>
          <p:cNvCxnSpPr>
            <a:cxnSpLocks/>
          </p:cNvCxnSpPr>
          <p:nvPr/>
        </p:nvCxnSpPr>
        <p:spPr>
          <a:xfrm flipH="1">
            <a:off x="6217337" y="2347000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1DB5076A-F0FA-4249-A045-17335C4AE76E}"/>
              </a:ext>
            </a:extLst>
          </p:cNvPr>
          <p:cNvCxnSpPr>
            <a:cxnSpLocks/>
          </p:cNvCxnSpPr>
          <p:nvPr/>
        </p:nvCxnSpPr>
        <p:spPr>
          <a:xfrm flipH="1" flipV="1">
            <a:off x="5688922" y="2334167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F2092564-F150-4716-8ED0-24407ACB0805}"/>
              </a:ext>
            </a:extLst>
          </p:cNvPr>
          <p:cNvCxnSpPr>
            <a:cxnSpLocks/>
          </p:cNvCxnSpPr>
          <p:nvPr/>
        </p:nvCxnSpPr>
        <p:spPr>
          <a:xfrm flipH="1" flipV="1">
            <a:off x="5883518" y="2342506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18021DDB-99AA-4AC6-89C9-F88BA9645DB7}"/>
              </a:ext>
            </a:extLst>
          </p:cNvPr>
          <p:cNvCxnSpPr>
            <a:cxnSpLocks/>
          </p:cNvCxnSpPr>
          <p:nvPr/>
        </p:nvCxnSpPr>
        <p:spPr>
          <a:xfrm flipH="1" flipV="1">
            <a:off x="6047413" y="2346260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7A9B0C39-B94F-4B3F-AFF3-EAFB0A241B44}"/>
              </a:ext>
            </a:extLst>
          </p:cNvPr>
          <p:cNvCxnSpPr>
            <a:cxnSpLocks/>
          </p:cNvCxnSpPr>
          <p:nvPr/>
        </p:nvCxnSpPr>
        <p:spPr>
          <a:xfrm flipH="1" flipV="1">
            <a:off x="6219854" y="2339301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6D69EE40-77C2-442A-9AEB-6AEABDF023E5}"/>
              </a:ext>
            </a:extLst>
          </p:cNvPr>
          <p:cNvCxnSpPr>
            <a:cxnSpLocks/>
          </p:cNvCxnSpPr>
          <p:nvPr/>
        </p:nvCxnSpPr>
        <p:spPr>
          <a:xfrm flipH="1">
            <a:off x="7056760" y="2340669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91CB9A99-F6F5-4FEE-AC66-D53AA12B895E}"/>
              </a:ext>
            </a:extLst>
          </p:cNvPr>
          <p:cNvCxnSpPr>
            <a:cxnSpLocks/>
          </p:cNvCxnSpPr>
          <p:nvPr/>
        </p:nvCxnSpPr>
        <p:spPr>
          <a:xfrm flipH="1">
            <a:off x="7216597" y="2350628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2E2A7C8-C1F4-4DC1-8DF2-396F054C9FB4}"/>
              </a:ext>
            </a:extLst>
          </p:cNvPr>
          <p:cNvCxnSpPr>
            <a:cxnSpLocks/>
          </p:cNvCxnSpPr>
          <p:nvPr/>
        </p:nvCxnSpPr>
        <p:spPr>
          <a:xfrm flipH="1">
            <a:off x="7372733" y="2350674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846B428-C33F-4871-87E4-8194D3885AE2}"/>
              </a:ext>
            </a:extLst>
          </p:cNvPr>
          <p:cNvCxnSpPr>
            <a:cxnSpLocks/>
          </p:cNvCxnSpPr>
          <p:nvPr/>
        </p:nvCxnSpPr>
        <p:spPr>
          <a:xfrm flipH="1">
            <a:off x="7558101" y="2347171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1F5DAC14-96AD-4D6D-87C2-0C2029E71FDE}"/>
              </a:ext>
            </a:extLst>
          </p:cNvPr>
          <p:cNvCxnSpPr>
            <a:cxnSpLocks/>
          </p:cNvCxnSpPr>
          <p:nvPr/>
        </p:nvCxnSpPr>
        <p:spPr>
          <a:xfrm flipH="1" flipV="1">
            <a:off x="7034622" y="2334167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436984AB-E368-47FD-8108-5A2DAF727880}"/>
              </a:ext>
            </a:extLst>
          </p:cNvPr>
          <p:cNvCxnSpPr>
            <a:cxnSpLocks/>
          </p:cNvCxnSpPr>
          <p:nvPr/>
        </p:nvCxnSpPr>
        <p:spPr>
          <a:xfrm flipH="1" flipV="1">
            <a:off x="7214239" y="2340921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5D9AFAC4-51A0-47F8-A4ED-685045329ACF}"/>
              </a:ext>
            </a:extLst>
          </p:cNvPr>
          <p:cNvCxnSpPr>
            <a:cxnSpLocks/>
          </p:cNvCxnSpPr>
          <p:nvPr/>
        </p:nvCxnSpPr>
        <p:spPr>
          <a:xfrm flipH="1" flipV="1">
            <a:off x="7379241" y="2347007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C2A0572-5E7E-428B-8D58-A7C41855C88B}"/>
              </a:ext>
            </a:extLst>
          </p:cNvPr>
          <p:cNvCxnSpPr>
            <a:cxnSpLocks/>
          </p:cNvCxnSpPr>
          <p:nvPr/>
        </p:nvCxnSpPr>
        <p:spPr>
          <a:xfrm flipH="1" flipV="1">
            <a:off x="7556281" y="2339591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A1927E11-DBFB-430B-8ACF-5CDC2F36C8F5}"/>
              </a:ext>
            </a:extLst>
          </p:cNvPr>
          <p:cNvCxnSpPr>
            <a:cxnSpLocks/>
          </p:cNvCxnSpPr>
          <p:nvPr/>
        </p:nvCxnSpPr>
        <p:spPr>
          <a:xfrm flipH="1">
            <a:off x="3003668" y="3205831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A1A653C1-7CD4-46FF-B242-9915BD5E6AB9}"/>
              </a:ext>
            </a:extLst>
          </p:cNvPr>
          <p:cNvCxnSpPr>
            <a:cxnSpLocks/>
          </p:cNvCxnSpPr>
          <p:nvPr/>
        </p:nvCxnSpPr>
        <p:spPr>
          <a:xfrm flipH="1">
            <a:off x="3163056" y="3200690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70506DEF-6108-4E01-B4EC-2D3B023A7B81}"/>
              </a:ext>
            </a:extLst>
          </p:cNvPr>
          <p:cNvCxnSpPr>
            <a:cxnSpLocks/>
          </p:cNvCxnSpPr>
          <p:nvPr/>
        </p:nvCxnSpPr>
        <p:spPr>
          <a:xfrm>
            <a:off x="3007484" y="3186038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B1AD461C-16B2-485F-AF37-237155D35B3F}"/>
              </a:ext>
            </a:extLst>
          </p:cNvPr>
          <p:cNvCxnSpPr>
            <a:cxnSpLocks/>
          </p:cNvCxnSpPr>
          <p:nvPr/>
        </p:nvCxnSpPr>
        <p:spPr>
          <a:xfrm>
            <a:off x="3172386" y="3186038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FF882CB1-EAE9-4915-AE13-B02077602C06}"/>
              </a:ext>
            </a:extLst>
          </p:cNvPr>
          <p:cNvCxnSpPr>
            <a:cxnSpLocks/>
          </p:cNvCxnSpPr>
          <p:nvPr/>
        </p:nvCxnSpPr>
        <p:spPr>
          <a:xfrm flipH="1">
            <a:off x="3692733" y="3205831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EB45B907-6AE3-4978-87B8-3C35D19AC637}"/>
              </a:ext>
            </a:extLst>
          </p:cNvPr>
          <p:cNvCxnSpPr>
            <a:cxnSpLocks/>
          </p:cNvCxnSpPr>
          <p:nvPr/>
        </p:nvCxnSpPr>
        <p:spPr>
          <a:xfrm flipH="1">
            <a:off x="3852121" y="3200690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BC0D0C39-9B72-4845-A3CE-431AD3146737}"/>
              </a:ext>
            </a:extLst>
          </p:cNvPr>
          <p:cNvCxnSpPr>
            <a:cxnSpLocks/>
          </p:cNvCxnSpPr>
          <p:nvPr/>
        </p:nvCxnSpPr>
        <p:spPr>
          <a:xfrm>
            <a:off x="3696549" y="3186038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E3C3D767-C570-4480-B14C-D63055FB0180}"/>
              </a:ext>
            </a:extLst>
          </p:cNvPr>
          <p:cNvCxnSpPr>
            <a:cxnSpLocks/>
          </p:cNvCxnSpPr>
          <p:nvPr/>
        </p:nvCxnSpPr>
        <p:spPr>
          <a:xfrm>
            <a:off x="3861451" y="3186038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750B2A51-24EC-4435-9A30-8CE549791663}"/>
              </a:ext>
            </a:extLst>
          </p:cNvPr>
          <p:cNvCxnSpPr>
            <a:cxnSpLocks/>
          </p:cNvCxnSpPr>
          <p:nvPr/>
        </p:nvCxnSpPr>
        <p:spPr>
          <a:xfrm flipH="1">
            <a:off x="4351733" y="3205831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F2AA06D7-27E1-4ED9-8C7F-56B7770AEEA4}"/>
              </a:ext>
            </a:extLst>
          </p:cNvPr>
          <p:cNvCxnSpPr>
            <a:cxnSpLocks/>
          </p:cNvCxnSpPr>
          <p:nvPr/>
        </p:nvCxnSpPr>
        <p:spPr>
          <a:xfrm flipH="1">
            <a:off x="4511121" y="3200690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8C8DC5E6-8AAE-45BF-B6C4-1BE2C79A012C}"/>
              </a:ext>
            </a:extLst>
          </p:cNvPr>
          <p:cNvCxnSpPr>
            <a:cxnSpLocks/>
          </p:cNvCxnSpPr>
          <p:nvPr/>
        </p:nvCxnSpPr>
        <p:spPr>
          <a:xfrm>
            <a:off x="4355549" y="3186038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78846DAD-3BAA-425B-A616-6FA82CCD162E}"/>
              </a:ext>
            </a:extLst>
          </p:cNvPr>
          <p:cNvCxnSpPr>
            <a:cxnSpLocks/>
          </p:cNvCxnSpPr>
          <p:nvPr/>
        </p:nvCxnSpPr>
        <p:spPr>
          <a:xfrm>
            <a:off x="4520451" y="3186038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8BD4E458-92A5-4301-993D-6C99553AC066}"/>
              </a:ext>
            </a:extLst>
          </p:cNvPr>
          <p:cNvCxnSpPr>
            <a:cxnSpLocks/>
          </p:cNvCxnSpPr>
          <p:nvPr/>
        </p:nvCxnSpPr>
        <p:spPr>
          <a:xfrm flipH="1">
            <a:off x="5021478" y="3205831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B7CF3EF7-52D0-4C1A-94A5-6F963D9E4837}"/>
              </a:ext>
            </a:extLst>
          </p:cNvPr>
          <p:cNvCxnSpPr>
            <a:cxnSpLocks/>
          </p:cNvCxnSpPr>
          <p:nvPr/>
        </p:nvCxnSpPr>
        <p:spPr>
          <a:xfrm flipH="1">
            <a:off x="5180866" y="3200690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E5E4824C-BDDB-4A41-8906-C2E416A23BAD}"/>
              </a:ext>
            </a:extLst>
          </p:cNvPr>
          <p:cNvCxnSpPr>
            <a:cxnSpLocks/>
          </p:cNvCxnSpPr>
          <p:nvPr/>
        </p:nvCxnSpPr>
        <p:spPr>
          <a:xfrm>
            <a:off x="5025294" y="3186038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EA6B47D6-905F-43EE-8C8E-F81ED4384761}"/>
              </a:ext>
            </a:extLst>
          </p:cNvPr>
          <p:cNvCxnSpPr>
            <a:cxnSpLocks/>
          </p:cNvCxnSpPr>
          <p:nvPr/>
        </p:nvCxnSpPr>
        <p:spPr>
          <a:xfrm>
            <a:off x="5190196" y="3186038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5964D1AA-3453-412E-92BB-1588F3D7AC1C}"/>
              </a:ext>
            </a:extLst>
          </p:cNvPr>
          <p:cNvCxnSpPr>
            <a:cxnSpLocks/>
          </p:cNvCxnSpPr>
          <p:nvPr/>
        </p:nvCxnSpPr>
        <p:spPr>
          <a:xfrm flipH="1">
            <a:off x="5710700" y="3205831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81C7FC04-1835-4590-B306-C32BABEF4E92}"/>
              </a:ext>
            </a:extLst>
          </p:cNvPr>
          <p:cNvCxnSpPr>
            <a:cxnSpLocks/>
          </p:cNvCxnSpPr>
          <p:nvPr/>
        </p:nvCxnSpPr>
        <p:spPr>
          <a:xfrm flipH="1">
            <a:off x="5870088" y="3200690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63A81761-3582-4334-A1B8-73DC3C6578B0}"/>
              </a:ext>
            </a:extLst>
          </p:cNvPr>
          <p:cNvCxnSpPr>
            <a:cxnSpLocks/>
          </p:cNvCxnSpPr>
          <p:nvPr/>
        </p:nvCxnSpPr>
        <p:spPr>
          <a:xfrm>
            <a:off x="5714516" y="3186038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30F2499E-D84F-4834-9F81-7BC5A15F4838}"/>
              </a:ext>
            </a:extLst>
          </p:cNvPr>
          <p:cNvCxnSpPr>
            <a:cxnSpLocks/>
          </p:cNvCxnSpPr>
          <p:nvPr/>
        </p:nvCxnSpPr>
        <p:spPr>
          <a:xfrm>
            <a:off x="5879418" y="3186038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AD2DD9A1-7329-45C2-9FBC-7E61317F807A}"/>
              </a:ext>
            </a:extLst>
          </p:cNvPr>
          <p:cNvCxnSpPr>
            <a:cxnSpLocks/>
          </p:cNvCxnSpPr>
          <p:nvPr/>
        </p:nvCxnSpPr>
        <p:spPr>
          <a:xfrm flipH="1">
            <a:off x="6374884" y="3194350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F017ACC9-203A-41C6-8C8E-9CB282794285}"/>
              </a:ext>
            </a:extLst>
          </p:cNvPr>
          <p:cNvCxnSpPr>
            <a:cxnSpLocks/>
          </p:cNvCxnSpPr>
          <p:nvPr/>
        </p:nvCxnSpPr>
        <p:spPr>
          <a:xfrm flipH="1">
            <a:off x="6534272" y="3189209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E39F9AA9-8A05-441F-B420-5F55CE9E4169}"/>
              </a:ext>
            </a:extLst>
          </p:cNvPr>
          <p:cNvCxnSpPr>
            <a:cxnSpLocks/>
          </p:cNvCxnSpPr>
          <p:nvPr/>
        </p:nvCxnSpPr>
        <p:spPr>
          <a:xfrm>
            <a:off x="6378700" y="3174557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DE4DA7DA-8411-4B9D-8397-B98C7CC197D1}"/>
              </a:ext>
            </a:extLst>
          </p:cNvPr>
          <p:cNvCxnSpPr>
            <a:cxnSpLocks/>
          </p:cNvCxnSpPr>
          <p:nvPr/>
        </p:nvCxnSpPr>
        <p:spPr>
          <a:xfrm>
            <a:off x="6543602" y="3174557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539D4726-2A42-4D8F-8F89-904E0CD28F8B}"/>
              </a:ext>
            </a:extLst>
          </p:cNvPr>
          <p:cNvCxnSpPr>
            <a:cxnSpLocks/>
          </p:cNvCxnSpPr>
          <p:nvPr/>
        </p:nvCxnSpPr>
        <p:spPr>
          <a:xfrm flipH="1">
            <a:off x="7044589" y="3211340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C1CB2F9-9679-4EF0-9B92-E174E025C405}"/>
              </a:ext>
            </a:extLst>
          </p:cNvPr>
          <p:cNvCxnSpPr>
            <a:cxnSpLocks/>
          </p:cNvCxnSpPr>
          <p:nvPr/>
        </p:nvCxnSpPr>
        <p:spPr>
          <a:xfrm flipH="1">
            <a:off x="7203977" y="3206199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D26505BE-6AAC-4972-84F9-974A2E4E26CF}"/>
              </a:ext>
            </a:extLst>
          </p:cNvPr>
          <p:cNvCxnSpPr>
            <a:cxnSpLocks/>
          </p:cNvCxnSpPr>
          <p:nvPr/>
        </p:nvCxnSpPr>
        <p:spPr>
          <a:xfrm>
            <a:off x="7048405" y="3191547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AA3C1FE1-D34E-417C-8CE8-6596D27D9429}"/>
              </a:ext>
            </a:extLst>
          </p:cNvPr>
          <p:cNvCxnSpPr>
            <a:cxnSpLocks/>
          </p:cNvCxnSpPr>
          <p:nvPr/>
        </p:nvCxnSpPr>
        <p:spPr>
          <a:xfrm>
            <a:off x="7213307" y="3191547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6E85F587-93D5-4991-9E96-A07C5B786FB1}"/>
              </a:ext>
            </a:extLst>
          </p:cNvPr>
          <p:cNvCxnSpPr>
            <a:cxnSpLocks/>
          </p:cNvCxnSpPr>
          <p:nvPr/>
        </p:nvCxnSpPr>
        <p:spPr>
          <a:xfrm flipH="1">
            <a:off x="7722373" y="3214729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B8F6A063-77A6-431B-9285-71E0057DBEAF}"/>
              </a:ext>
            </a:extLst>
          </p:cNvPr>
          <p:cNvCxnSpPr>
            <a:cxnSpLocks/>
          </p:cNvCxnSpPr>
          <p:nvPr/>
        </p:nvCxnSpPr>
        <p:spPr>
          <a:xfrm flipH="1">
            <a:off x="7881761" y="3209588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930DEE82-0799-4C90-9FEB-E980D3C71993}"/>
              </a:ext>
            </a:extLst>
          </p:cNvPr>
          <p:cNvCxnSpPr>
            <a:cxnSpLocks/>
          </p:cNvCxnSpPr>
          <p:nvPr/>
        </p:nvCxnSpPr>
        <p:spPr>
          <a:xfrm>
            <a:off x="7726189" y="319493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1DCF566C-EF0D-416B-9AAA-D3008026D7E6}"/>
              </a:ext>
            </a:extLst>
          </p:cNvPr>
          <p:cNvCxnSpPr>
            <a:cxnSpLocks/>
          </p:cNvCxnSpPr>
          <p:nvPr/>
        </p:nvCxnSpPr>
        <p:spPr>
          <a:xfrm>
            <a:off x="7891091" y="319493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13DAE86C-6C90-4885-BBD2-9C85E2B4EBAF}"/>
              </a:ext>
            </a:extLst>
          </p:cNvPr>
          <p:cNvCxnSpPr>
            <a:cxnSpLocks/>
          </p:cNvCxnSpPr>
          <p:nvPr/>
        </p:nvCxnSpPr>
        <p:spPr>
          <a:xfrm flipH="1">
            <a:off x="3003668" y="4039630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23BFCBBC-0273-4CE7-8A3D-026B52597401}"/>
              </a:ext>
            </a:extLst>
          </p:cNvPr>
          <p:cNvCxnSpPr>
            <a:cxnSpLocks/>
          </p:cNvCxnSpPr>
          <p:nvPr/>
        </p:nvCxnSpPr>
        <p:spPr>
          <a:xfrm>
            <a:off x="3003202" y="4050295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09BAE718-B7F2-44B3-95CD-9AEC209663F3}"/>
              </a:ext>
            </a:extLst>
          </p:cNvPr>
          <p:cNvCxnSpPr>
            <a:cxnSpLocks/>
          </p:cNvCxnSpPr>
          <p:nvPr/>
        </p:nvCxnSpPr>
        <p:spPr>
          <a:xfrm flipH="1">
            <a:off x="3328937" y="4042385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C5F18354-C580-4A66-8995-0C0C8FB83CF8}"/>
              </a:ext>
            </a:extLst>
          </p:cNvPr>
          <p:cNvCxnSpPr>
            <a:cxnSpLocks/>
          </p:cNvCxnSpPr>
          <p:nvPr/>
        </p:nvCxnSpPr>
        <p:spPr>
          <a:xfrm>
            <a:off x="3328471" y="4053050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E115F9EF-188A-4D2A-A9EE-8CF44EE48736}"/>
              </a:ext>
            </a:extLst>
          </p:cNvPr>
          <p:cNvCxnSpPr>
            <a:cxnSpLocks/>
          </p:cNvCxnSpPr>
          <p:nvPr/>
        </p:nvCxnSpPr>
        <p:spPr>
          <a:xfrm flipH="1">
            <a:off x="3679457" y="4031720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30DB4328-CA10-401C-914C-19A39857FAE9}"/>
              </a:ext>
            </a:extLst>
          </p:cNvPr>
          <p:cNvCxnSpPr>
            <a:cxnSpLocks/>
          </p:cNvCxnSpPr>
          <p:nvPr/>
        </p:nvCxnSpPr>
        <p:spPr>
          <a:xfrm>
            <a:off x="3678991" y="4042385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A0DCBB2A-90AC-47FE-9F3A-14BDA622548B}"/>
              </a:ext>
            </a:extLst>
          </p:cNvPr>
          <p:cNvCxnSpPr>
            <a:cxnSpLocks/>
          </p:cNvCxnSpPr>
          <p:nvPr/>
        </p:nvCxnSpPr>
        <p:spPr>
          <a:xfrm flipH="1">
            <a:off x="4004577" y="4021055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FA1D58A0-2F33-41EE-9096-D0F1F9493666}"/>
              </a:ext>
            </a:extLst>
          </p:cNvPr>
          <p:cNvCxnSpPr>
            <a:cxnSpLocks/>
          </p:cNvCxnSpPr>
          <p:nvPr/>
        </p:nvCxnSpPr>
        <p:spPr>
          <a:xfrm>
            <a:off x="4004111" y="4031720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6EDEA5BE-68E0-4E3C-BD9E-509DDA19B1C1}"/>
              </a:ext>
            </a:extLst>
          </p:cNvPr>
          <p:cNvCxnSpPr>
            <a:cxnSpLocks/>
          </p:cNvCxnSpPr>
          <p:nvPr/>
        </p:nvCxnSpPr>
        <p:spPr>
          <a:xfrm flipH="1">
            <a:off x="4339975" y="4033097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A91518D3-080D-489F-BD1F-8B1E3046D099}"/>
              </a:ext>
            </a:extLst>
          </p:cNvPr>
          <p:cNvCxnSpPr>
            <a:cxnSpLocks/>
          </p:cNvCxnSpPr>
          <p:nvPr/>
        </p:nvCxnSpPr>
        <p:spPr>
          <a:xfrm>
            <a:off x="4339509" y="4043762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95D5CE7C-290F-4A74-8365-48BE51E021E1}"/>
              </a:ext>
            </a:extLst>
          </p:cNvPr>
          <p:cNvCxnSpPr>
            <a:cxnSpLocks/>
          </p:cNvCxnSpPr>
          <p:nvPr/>
        </p:nvCxnSpPr>
        <p:spPr>
          <a:xfrm flipH="1">
            <a:off x="4663320" y="4045285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B327881E-84B5-4FF9-AC8F-0F71A04B42EE}"/>
              </a:ext>
            </a:extLst>
          </p:cNvPr>
          <p:cNvCxnSpPr>
            <a:cxnSpLocks/>
          </p:cNvCxnSpPr>
          <p:nvPr/>
        </p:nvCxnSpPr>
        <p:spPr>
          <a:xfrm>
            <a:off x="4662854" y="4055950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C164EF83-E23F-4C41-8E8E-BA96B2012895}"/>
              </a:ext>
            </a:extLst>
          </p:cNvPr>
          <p:cNvCxnSpPr>
            <a:cxnSpLocks/>
          </p:cNvCxnSpPr>
          <p:nvPr/>
        </p:nvCxnSpPr>
        <p:spPr>
          <a:xfrm flipH="1">
            <a:off x="5014140" y="4035675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6E94A3D4-1C56-4711-8D16-68A83E4E2CC4}"/>
              </a:ext>
            </a:extLst>
          </p:cNvPr>
          <p:cNvCxnSpPr>
            <a:cxnSpLocks/>
          </p:cNvCxnSpPr>
          <p:nvPr/>
        </p:nvCxnSpPr>
        <p:spPr>
          <a:xfrm>
            <a:off x="5013674" y="4046340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1EBECD67-0904-4478-B828-8DC8BC38A60A}"/>
              </a:ext>
            </a:extLst>
          </p:cNvPr>
          <p:cNvCxnSpPr>
            <a:cxnSpLocks/>
          </p:cNvCxnSpPr>
          <p:nvPr/>
        </p:nvCxnSpPr>
        <p:spPr>
          <a:xfrm flipH="1">
            <a:off x="5344267" y="4047540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A160DD5B-3286-42AF-9D27-6C7F2AD0622A}"/>
              </a:ext>
            </a:extLst>
          </p:cNvPr>
          <p:cNvCxnSpPr>
            <a:cxnSpLocks/>
          </p:cNvCxnSpPr>
          <p:nvPr/>
        </p:nvCxnSpPr>
        <p:spPr>
          <a:xfrm>
            <a:off x="5343801" y="4058205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E24934BE-5C5D-4995-8338-EB7FF191AD89}"/>
              </a:ext>
            </a:extLst>
          </p:cNvPr>
          <p:cNvCxnSpPr>
            <a:cxnSpLocks/>
          </p:cNvCxnSpPr>
          <p:nvPr/>
        </p:nvCxnSpPr>
        <p:spPr>
          <a:xfrm flipH="1">
            <a:off x="5704772" y="4021229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11565A40-D1F2-407F-AE57-0EE3D770F424}"/>
              </a:ext>
            </a:extLst>
          </p:cNvPr>
          <p:cNvCxnSpPr>
            <a:cxnSpLocks/>
          </p:cNvCxnSpPr>
          <p:nvPr/>
        </p:nvCxnSpPr>
        <p:spPr>
          <a:xfrm>
            <a:off x="5704306" y="4031894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72888134-7D1F-4B2E-A508-E08AA2EBA22E}"/>
              </a:ext>
            </a:extLst>
          </p:cNvPr>
          <p:cNvCxnSpPr>
            <a:cxnSpLocks/>
          </p:cNvCxnSpPr>
          <p:nvPr/>
        </p:nvCxnSpPr>
        <p:spPr>
          <a:xfrm flipH="1">
            <a:off x="6024270" y="4047677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2682A5EF-6D5C-42A3-A128-462D5EABEBF0}"/>
              </a:ext>
            </a:extLst>
          </p:cNvPr>
          <p:cNvCxnSpPr>
            <a:cxnSpLocks/>
          </p:cNvCxnSpPr>
          <p:nvPr/>
        </p:nvCxnSpPr>
        <p:spPr>
          <a:xfrm>
            <a:off x="6023804" y="4058342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C9DD0338-319F-4A3C-8866-1CD72CD37DD8}"/>
              </a:ext>
            </a:extLst>
          </p:cNvPr>
          <p:cNvCxnSpPr>
            <a:cxnSpLocks/>
          </p:cNvCxnSpPr>
          <p:nvPr/>
        </p:nvCxnSpPr>
        <p:spPr>
          <a:xfrm flipH="1">
            <a:off x="6375683" y="4036875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84751726-2990-434C-B08E-2C9DE5961B78}"/>
              </a:ext>
            </a:extLst>
          </p:cNvPr>
          <p:cNvCxnSpPr>
            <a:cxnSpLocks/>
          </p:cNvCxnSpPr>
          <p:nvPr/>
        </p:nvCxnSpPr>
        <p:spPr>
          <a:xfrm>
            <a:off x="6375217" y="4047540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6270A2A2-BE57-440C-B36E-A18FD66FD24B}"/>
              </a:ext>
            </a:extLst>
          </p:cNvPr>
          <p:cNvCxnSpPr>
            <a:cxnSpLocks/>
          </p:cNvCxnSpPr>
          <p:nvPr/>
        </p:nvCxnSpPr>
        <p:spPr>
          <a:xfrm flipH="1">
            <a:off x="6694513" y="4047172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F556D087-E748-4E4C-834F-170CDEBB450F}"/>
              </a:ext>
            </a:extLst>
          </p:cNvPr>
          <p:cNvCxnSpPr>
            <a:cxnSpLocks/>
          </p:cNvCxnSpPr>
          <p:nvPr/>
        </p:nvCxnSpPr>
        <p:spPr>
          <a:xfrm>
            <a:off x="6694047" y="4057837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6E7F2943-99FD-4147-B368-CEF8A074341C}"/>
              </a:ext>
            </a:extLst>
          </p:cNvPr>
          <p:cNvCxnSpPr>
            <a:cxnSpLocks/>
          </p:cNvCxnSpPr>
          <p:nvPr/>
        </p:nvCxnSpPr>
        <p:spPr>
          <a:xfrm flipH="1">
            <a:off x="7048363" y="4058031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7359C877-715D-4C88-A4D8-AA721EAE4DB0}"/>
              </a:ext>
            </a:extLst>
          </p:cNvPr>
          <p:cNvCxnSpPr>
            <a:cxnSpLocks/>
          </p:cNvCxnSpPr>
          <p:nvPr/>
        </p:nvCxnSpPr>
        <p:spPr>
          <a:xfrm>
            <a:off x="7047897" y="4068696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153702C3-3DD2-4FF3-A6BB-120979239217}"/>
              </a:ext>
            </a:extLst>
          </p:cNvPr>
          <p:cNvCxnSpPr>
            <a:cxnSpLocks/>
          </p:cNvCxnSpPr>
          <p:nvPr/>
        </p:nvCxnSpPr>
        <p:spPr>
          <a:xfrm flipH="1">
            <a:off x="7367735" y="4037456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30A1CECC-285F-4B17-8E8C-705E106931BE}"/>
              </a:ext>
            </a:extLst>
          </p:cNvPr>
          <p:cNvCxnSpPr>
            <a:cxnSpLocks/>
          </p:cNvCxnSpPr>
          <p:nvPr/>
        </p:nvCxnSpPr>
        <p:spPr>
          <a:xfrm>
            <a:off x="7367269" y="4048121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AA6CD3F5-C6AB-49C2-B1A9-0DA856B0E769}"/>
              </a:ext>
            </a:extLst>
          </p:cNvPr>
          <p:cNvCxnSpPr>
            <a:cxnSpLocks/>
          </p:cNvCxnSpPr>
          <p:nvPr/>
        </p:nvCxnSpPr>
        <p:spPr>
          <a:xfrm flipH="1">
            <a:off x="7717966" y="4027765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B9FFF3AD-43F2-4EFB-B166-C7C073D6D75C}"/>
              </a:ext>
            </a:extLst>
          </p:cNvPr>
          <p:cNvCxnSpPr>
            <a:cxnSpLocks/>
          </p:cNvCxnSpPr>
          <p:nvPr/>
        </p:nvCxnSpPr>
        <p:spPr>
          <a:xfrm>
            <a:off x="7717500" y="4038430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45876AFB-D619-47E2-8D4A-77846185D842}"/>
              </a:ext>
            </a:extLst>
          </p:cNvPr>
          <p:cNvCxnSpPr>
            <a:cxnSpLocks/>
          </p:cNvCxnSpPr>
          <p:nvPr/>
        </p:nvCxnSpPr>
        <p:spPr>
          <a:xfrm flipH="1">
            <a:off x="8047981" y="4032920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CADB12D1-BAEF-4857-A546-4AE1810F01A5}"/>
              </a:ext>
            </a:extLst>
          </p:cNvPr>
          <p:cNvCxnSpPr>
            <a:cxnSpLocks/>
          </p:cNvCxnSpPr>
          <p:nvPr/>
        </p:nvCxnSpPr>
        <p:spPr>
          <a:xfrm>
            <a:off x="8047515" y="4043585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6" name="Table 265">
            <a:extLst>
              <a:ext uri="{FF2B5EF4-FFF2-40B4-BE49-F238E27FC236}">
                <a16:creationId xmlns:a16="http://schemas.microsoft.com/office/drawing/2014/main" id="{B1A5D9FA-1B97-42AD-9550-97F14B113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611111"/>
              </p:ext>
            </p:extLst>
          </p:nvPr>
        </p:nvGraphicFramePr>
        <p:xfrm>
          <a:off x="2913710" y="604334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74460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3338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sp>
        <p:nvSpPr>
          <p:cNvPr id="267" name="TextBox 266">
            <a:extLst>
              <a:ext uri="{FF2B5EF4-FFF2-40B4-BE49-F238E27FC236}">
                <a16:creationId xmlns:a16="http://schemas.microsoft.com/office/drawing/2014/main" id="{261B7FE7-E226-4C91-A025-055CA70C6127}"/>
              </a:ext>
            </a:extLst>
          </p:cNvPr>
          <p:cNvSpPr txBox="1"/>
          <p:nvPr/>
        </p:nvSpPr>
        <p:spPr>
          <a:xfrm>
            <a:off x="1127350" y="826048"/>
            <a:ext cx="2369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Cooley-</a:t>
            </a:r>
            <a:r>
              <a:rPr lang="en-US" sz="1600" dirty="0" err="1"/>
              <a:t>tukey</a:t>
            </a:r>
            <a:r>
              <a:rPr lang="en-US" sz="1600" dirty="0"/>
              <a:t>-r (</a:t>
            </a:r>
            <a:r>
              <a:rPr lang="en-US" altLang="zh-CN" sz="1600" dirty="0"/>
              <a:t>32</a:t>
            </a:r>
            <a:r>
              <a:rPr lang="en-US" sz="1600" dirty="0"/>
              <a:t> </a:t>
            </a:r>
            <a:r>
              <a:rPr lang="en-US" sz="1600" dirty="0" err="1"/>
              <a:t>pt</a:t>
            </a:r>
            <a:r>
              <a:rPr lang="en-US" sz="1600" dirty="0"/>
              <a:t>)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2097FFB5-B2E8-4D03-9621-C864732BEA45}"/>
              </a:ext>
            </a:extLst>
          </p:cNvPr>
          <p:cNvSpPr txBox="1"/>
          <p:nvPr/>
        </p:nvSpPr>
        <p:spPr>
          <a:xfrm>
            <a:off x="2450786" y="1677969"/>
            <a:ext cx="6703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W2_0*8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4EF4EF50-1666-407E-AE9E-7D8F8EB96CD8}"/>
              </a:ext>
            </a:extLst>
          </p:cNvPr>
          <p:cNvSpPr txBox="1"/>
          <p:nvPr/>
        </p:nvSpPr>
        <p:spPr>
          <a:xfrm>
            <a:off x="8306305" y="1675937"/>
            <a:ext cx="6703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W2_0*8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1B9BB3C6-B86D-4553-AD06-89DFC8B49CAA}"/>
              </a:ext>
            </a:extLst>
          </p:cNvPr>
          <p:cNvSpPr txBox="1"/>
          <p:nvPr/>
        </p:nvSpPr>
        <p:spPr>
          <a:xfrm>
            <a:off x="2449640" y="2444498"/>
            <a:ext cx="620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W4_0*4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W4_1*4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FC7D94CB-0184-471D-839C-E83355195CA0}"/>
              </a:ext>
            </a:extLst>
          </p:cNvPr>
          <p:cNvSpPr txBox="1"/>
          <p:nvPr/>
        </p:nvSpPr>
        <p:spPr>
          <a:xfrm>
            <a:off x="2461559" y="3195831"/>
            <a:ext cx="680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W8_0*2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W8_2*2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W8_1*2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W8_3*2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D48878C6-3155-448B-B346-53E67972630A}"/>
              </a:ext>
            </a:extLst>
          </p:cNvPr>
          <p:cNvSpPr txBox="1"/>
          <p:nvPr/>
        </p:nvSpPr>
        <p:spPr>
          <a:xfrm>
            <a:off x="2432366" y="3979702"/>
            <a:ext cx="571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W16_0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W16_4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W16_2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W16_6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W16_1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W16_5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W16_3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W16_7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2C619137-FE38-4EDC-B9D6-E264C1F784F1}"/>
              </a:ext>
            </a:extLst>
          </p:cNvPr>
          <p:cNvSpPr txBox="1"/>
          <p:nvPr/>
        </p:nvSpPr>
        <p:spPr>
          <a:xfrm>
            <a:off x="8308648" y="2393759"/>
            <a:ext cx="620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W4_0*4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W4_1*4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CCEEDE08-B433-4F25-84B2-87B5A92F0B97}"/>
              </a:ext>
            </a:extLst>
          </p:cNvPr>
          <p:cNvSpPr txBox="1"/>
          <p:nvPr/>
        </p:nvSpPr>
        <p:spPr>
          <a:xfrm>
            <a:off x="8270865" y="3205319"/>
            <a:ext cx="680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W8_0*2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W8_2*2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W8_1*2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W8_3*2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F0CAE3DC-BCE4-4FBE-9C4E-7914EB2B83C6}"/>
              </a:ext>
            </a:extLst>
          </p:cNvPr>
          <p:cNvSpPr txBox="1"/>
          <p:nvPr/>
        </p:nvSpPr>
        <p:spPr>
          <a:xfrm>
            <a:off x="8357961" y="3949871"/>
            <a:ext cx="571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W16_0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W16_4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W16_2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W16_6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W16_1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W16_5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W16_3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W16_7</a:t>
            </a:r>
          </a:p>
        </p:txBody>
      </p:sp>
      <p:graphicFrame>
        <p:nvGraphicFramePr>
          <p:cNvPr id="276" name="Table 275">
            <a:extLst>
              <a:ext uri="{FF2B5EF4-FFF2-40B4-BE49-F238E27FC236}">
                <a16:creationId xmlns:a16="http://schemas.microsoft.com/office/drawing/2014/main" id="{8665838B-F558-43C2-BDF3-541CF7210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248409"/>
              </p:ext>
            </p:extLst>
          </p:nvPr>
        </p:nvGraphicFramePr>
        <p:xfrm>
          <a:off x="2922505" y="5562660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277" name="Table 276">
            <a:extLst>
              <a:ext uri="{FF2B5EF4-FFF2-40B4-BE49-F238E27FC236}">
                <a16:creationId xmlns:a16="http://schemas.microsoft.com/office/drawing/2014/main" id="{9788B8BA-AC46-488A-86DA-934AF4361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720865"/>
              </p:ext>
            </p:extLst>
          </p:nvPr>
        </p:nvGraphicFramePr>
        <p:xfrm>
          <a:off x="2912086" y="6363687"/>
          <a:ext cx="5425607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89738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239C6492-3EAA-41D6-A34B-60956745F83C}"/>
              </a:ext>
            </a:extLst>
          </p:cNvPr>
          <p:cNvCxnSpPr>
            <a:cxnSpLocks/>
          </p:cNvCxnSpPr>
          <p:nvPr/>
        </p:nvCxnSpPr>
        <p:spPr>
          <a:xfrm>
            <a:off x="5328699" y="5733169"/>
            <a:ext cx="0" cy="5974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9" name="TextBox 278">
            <a:extLst>
              <a:ext uri="{FF2B5EF4-FFF2-40B4-BE49-F238E27FC236}">
                <a16:creationId xmlns:a16="http://schemas.microsoft.com/office/drawing/2014/main" id="{F0002BA2-AE38-444B-A00D-2F70AC6FCEB6}"/>
              </a:ext>
            </a:extLst>
          </p:cNvPr>
          <p:cNvSpPr txBox="1"/>
          <p:nvPr/>
        </p:nvSpPr>
        <p:spPr>
          <a:xfrm>
            <a:off x="4425408" y="5773040"/>
            <a:ext cx="1283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Consolas" panose="020B0609020204030204" pitchFamily="49" charset="0"/>
              </a:rPr>
              <a:t>Bit-reverse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+ reorder</a:t>
            </a:r>
          </a:p>
        </p:txBody>
      </p: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C6793103-892E-4387-8A47-1B9CCAEF46A8}"/>
              </a:ext>
            </a:extLst>
          </p:cNvPr>
          <p:cNvCxnSpPr>
            <a:cxnSpLocks/>
          </p:cNvCxnSpPr>
          <p:nvPr/>
        </p:nvCxnSpPr>
        <p:spPr>
          <a:xfrm>
            <a:off x="299658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F1C60CF4-B8C0-4995-823E-D63B51DA0CD3}"/>
              </a:ext>
            </a:extLst>
          </p:cNvPr>
          <p:cNvCxnSpPr>
            <a:cxnSpLocks/>
          </p:cNvCxnSpPr>
          <p:nvPr/>
        </p:nvCxnSpPr>
        <p:spPr>
          <a:xfrm>
            <a:off x="315406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94E0D9C9-217E-4237-A76B-43F6FC4DEF60}"/>
              </a:ext>
            </a:extLst>
          </p:cNvPr>
          <p:cNvCxnSpPr>
            <a:cxnSpLocks/>
          </p:cNvCxnSpPr>
          <p:nvPr/>
        </p:nvCxnSpPr>
        <p:spPr>
          <a:xfrm>
            <a:off x="331154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34B905D7-AA06-4051-86D1-F09944C5D243}"/>
              </a:ext>
            </a:extLst>
          </p:cNvPr>
          <p:cNvCxnSpPr>
            <a:cxnSpLocks/>
          </p:cNvCxnSpPr>
          <p:nvPr/>
        </p:nvCxnSpPr>
        <p:spPr>
          <a:xfrm>
            <a:off x="349442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5767D095-6E4F-4BD6-8B2F-11E1C3443966}"/>
              </a:ext>
            </a:extLst>
          </p:cNvPr>
          <p:cNvCxnSpPr>
            <a:cxnSpLocks/>
          </p:cNvCxnSpPr>
          <p:nvPr/>
        </p:nvCxnSpPr>
        <p:spPr>
          <a:xfrm>
            <a:off x="367222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EA3948E7-44BE-4A05-8B75-C9019DA4EDAB}"/>
              </a:ext>
            </a:extLst>
          </p:cNvPr>
          <p:cNvCxnSpPr>
            <a:cxnSpLocks/>
          </p:cNvCxnSpPr>
          <p:nvPr/>
        </p:nvCxnSpPr>
        <p:spPr>
          <a:xfrm>
            <a:off x="382970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7CBAA894-FE2A-4F3A-A427-AA05AB86329F}"/>
              </a:ext>
            </a:extLst>
          </p:cNvPr>
          <p:cNvCxnSpPr>
            <a:cxnSpLocks/>
          </p:cNvCxnSpPr>
          <p:nvPr/>
        </p:nvCxnSpPr>
        <p:spPr>
          <a:xfrm>
            <a:off x="398718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2630CA2D-BF3B-4181-839F-2B24847D69F5}"/>
              </a:ext>
            </a:extLst>
          </p:cNvPr>
          <p:cNvCxnSpPr>
            <a:cxnSpLocks/>
          </p:cNvCxnSpPr>
          <p:nvPr/>
        </p:nvCxnSpPr>
        <p:spPr>
          <a:xfrm>
            <a:off x="417006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F069452A-2FCD-44AE-91D0-14F6331B44C5}"/>
              </a:ext>
            </a:extLst>
          </p:cNvPr>
          <p:cNvCxnSpPr>
            <a:cxnSpLocks/>
          </p:cNvCxnSpPr>
          <p:nvPr/>
        </p:nvCxnSpPr>
        <p:spPr>
          <a:xfrm>
            <a:off x="434278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6A1900BE-03C4-4F24-9ECA-39677117A6C9}"/>
              </a:ext>
            </a:extLst>
          </p:cNvPr>
          <p:cNvCxnSpPr>
            <a:cxnSpLocks/>
          </p:cNvCxnSpPr>
          <p:nvPr/>
        </p:nvCxnSpPr>
        <p:spPr>
          <a:xfrm>
            <a:off x="450026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B80EBDDF-B537-4C80-97F6-9F0EDE12D01A}"/>
              </a:ext>
            </a:extLst>
          </p:cNvPr>
          <p:cNvCxnSpPr>
            <a:cxnSpLocks/>
          </p:cNvCxnSpPr>
          <p:nvPr/>
        </p:nvCxnSpPr>
        <p:spPr>
          <a:xfrm>
            <a:off x="465774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8A982542-0EFC-445F-B7BF-1FBA4F6E954D}"/>
              </a:ext>
            </a:extLst>
          </p:cNvPr>
          <p:cNvCxnSpPr>
            <a:cxnSpLocks/>
          </p:cNvCxnSpPr>
          <p:nvPr/>
        </p:nvCxnSpPr>
        <p:spPr>
          <a:xfrm>
            <a:off x="484062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A982D48B-1110-4D1A-9536-052DFE2476BD}"/>
              </a:ext>
            </a:extLst>
          </p:cNvPr>
          <p:cNvCxnSpPr>
            <a:cxnSpLocks/>
          </p:cNvCxnSpPr>
          <p:nvPr/>
        </p:nvCxnSpPr>
        <p:spPr>
          <a:xfrm>
            <a:off x="500826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62C4DDD8-32B7-4499-86EC-C916F2B3495C}"/>
              </a:ext>
            </a:extLst>
          </p:cNvPr>
          <p:cNvCxnSpPr>
            <a:cxnSpLocks/>
          </p:cNvCxnSpPr>
          <p:nvPr/>
        </p:nvCxnSpPr>
        <p:spPr>
          <a:xfrm>
            <a:off x="517082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72B1289C-77AF-479B-BD21-A343C2C9CA2B}"/>
              </a:ext>
            </a:extLst>
          </p:cNvPr>
          <p:cNvCxnSpPr>
            <a:cxnSpLocks/>
          </p:cNvCxnSpPr>
          <p:nvPr/>
        </p:nvCxnSpPr>
        <p:spPr>
          <a:xfrm>
            <a:off x="533846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6CA42C87-1ED8-4368-BF03-6B160901D10A}"/>
              </a:ext>
            </a:extLst>
          </p:cNvPr>
          <p:cNvCxnSpPr>
            <a:cxnSpLocks/>
          </p:cNvCxnSpPr>
          <p:nvPr/>
        </p:nvCxnSpPr>
        <p:spPr>
          <a:xfrm>
            <a:off x="550610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39809C53-7EAA-4D06-8B95-10334CDE32FC}"/>
              </a:ext>
            </a:extLst>
          </p:cNvPr>
          <p:cNvCxnSpPr>
            <a:cxnSpLocks/>
          </p:cNvCxnSpPr>
          <p:nvPr/>
        </p:nvCxnSpPr>
        <p:spPr>
          <a:xfrm>
            <a:off x="570422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944FF277-9F59-4A09-BD86-C97F4A868F87}"/>
              </a:ext>
            </a:extLst>
          </p:cNvPr>
          <p:cNvCxnSpPr>
            <a:cxnSpLocks/>
          </p:cNvCxnSpPr>
          <p:nvPr/>
        </p:nvCxnSpPr>
        <p:spPr>
          <a:xfrm>
            <a:off x="586170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9191645F-EC34-48F0-BB42-EDC103D3239D}"/>
              </a:ext>
            </a:extLst>
          </p:cNvPr>
          <p:cNvCxnSpPr>
            <a:cxnSpLocks/>
          </p:cNvCxnSpPr>
          <p:nvPr/>
        </p:nvCxnSpPr>
        <p:spPr>
          <a:xfrm>
            <a:off x="601918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CC9457BF-2341-437A-B769-8AD7B4888970}"/>
              </a:ext>
            </a:extLst>
          </p:cNvPr>
          <p:cNvCxnSpPr>
            <a:cxnSpLocks/>
          </p:cNvCxnSpPr>
          <p:nvPr/>
        </p:nvCxnSpPr>
        <p:spPr>
          <a:xfrm>
            <a:off x="620206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29E61FAF-A3DF-414D-B5B0-60C9B6E1E303}"/>
              </a:ext>
            </a:extLst>
          </p:cNvPr>
          <p:cNvCxnSpPr>
            <a:cxnSpLocks/>
          </p:cNvCxnSpPr>
          <p:nvPr/>
        </p:nvCxnSpPr>
        <p:spPr>
          <a:xfrm>
            <a:off x="6379868" y="488784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FF88AC6C-64BA-4430-A294-77262BE83974}"/>
              </a:ext>
            </a:extLst>
          </p:cNvPr>
          <p:cNvCxnSpPr>
            <a:cxnSpLocks/>
          </p:cNvCxnSpPr>
          <p:nvPr/>
        </p:nvCxnSpPr>
        <p:spPr>
          <a:xfrm>
            <a:off x="6537348" y="488784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BD1D576A-D810-4EF3-AA19-419013D7B9B1}"/>
              </a:ext>
            </a:extLst>
          </p:cNvPr>
          <p:cNvCxnSpPr>
            <a:cxnSpLocks/>
          </p:cNvCxnSpPr>
          <p:nvPr/>
        </p:nvCxnSpPr>
        <p:spPr>
          <a:xfrm>
            <a:off x="6694828" y="488784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B1EF9C63-D664-47AB-9A2F-7BE8913BF02D}"/>
              </a:ext>
            </a:extLst>
          </p:cNvPr>
          <p:cNvCxnSpPr>
            <a:cxnSpLocks/>
          </p:cNvCxnSpPr>
          <p:nvPr/>
        </p:nvCxnSpPr>
        <p:spPr>
          <a:xfrm>
            <a:off x="6877708" y="488784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4C25E6B7-6F9C-48C2-B64D-6306B6401580}"/>
              </a:ext>
            </a:extLst>
          </p:cNvPr>
          <p:cNvCxnSpPr>
            <a:cxnSpLocks/>
          </p:cNvCxnSpPr>
          <p:nvPr/>
        </p:nvCxnSpPr>
        <p:spPr>
          <a:xfrm>
            <a:off x="705042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C6BD5AC6-8573-4355-8715-3F0C96FE16A0}"/>
              </a:ext>
            </a:extLst>
          </p:cNvPr>
          <p:cNvCxnSpPr>
            <a:cxnSpLocks/>
          </p:cNvCxnSpPr>
          <p:nvPr/>
        </p:nvCxnSpPr>
        <p:spPr>
          <a:xfrm>
            <a:off x="720790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068FDBC4-55EE-4934-BA07-FE2A4DA607AF}"/>
              </a:ext>
            </a:extLst>
          </p:cNvPr>
          <p:cNvCxnSpPr>
            <a:cxnSpLocks/>
          </p:cNvCxnSpPr>
          <p:nvPr/>
        </p:nvCxnSpPr>
        <p:spPr>
          <a:xfrm>
            <a:off x="736538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5F1DFC14-40D3-4F03-9FDC-8BD2C2212B98}"/>
              </a:ext>
            </a:extLst>
          </p:cNvPr>
          <p:cNvCxnSpPr>
            <a:cxnSpLocks/>
          </p:cNvCxnSpPr>
          <p:nvPr/>
        </p:nvCxnSpPr>
        <p:spPr>
          <a:xfrm>
            <a:off x="754826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CDFC8B7D-0B54-4D7A-A8C0-3F038C7563D4}"/>
              </a:ext>
            </a:extLst>
          </p:cNvPr>
          <p:cNvCxnSpPr>
            <a:cxnSpLocks/>
          </p:cNvCxnSpPr>
          <p:nvPr/>
        </p:nvCxnSpPr>
        <p:spPr>
          <a:xfrm>
            <a:off x="771590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97A18BCB-2070-47B4-A33C-F0904E79BAC9}"/>
              </a:ext>
            </a:extLst>
          </p:cNvPr>
          <p:cNvCxnSpPr>
            <a:cxnSpLocks/>
          </p:cNvCxnSpPr>
          <p:nvPr/>
        </p:nvCxnSpPr>
        <p:spPr>
          <a:xfrm>
            <a:off x="787846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1B9AE10E-B868-4441-BAB3-733E024E7DB9}"/>
              </a:ext>
            </a:extLst>
          </p:cNvPr>
          <p:cNvCxnSpPr>
            <a:cxnSpLocks/>
          </p:cNvCxnSpPr>
          <p:nvPr/>
        </p:nvCxnSpPr>
        <p:spPr>
          <a:xfrm>
            <a:off x="804610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5BC38C97-F13D-4669-B0AC-2ACBFA3A2325}"/>
              </a:ext>
            </a:extLst>
          </p:cNvPr>
          <p:cNvCxnSpPr>
            <a:cxnSpLocks/>
          </p:cNvCxnSpPr>
          <p:nvPr/>
        </p:nvCxnSpPr>
        <p:spPr>
          <a:xfrm>
            <a:off x="821374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C5CE4C-75CA-4B4A-BDD1-9820F5FE2578}"/>
              </a:ext>
            </a:extLst>
          </p:cNvPr>
          <p:cNvCxnSpPr>
            <a:cxnSpLocks/>
          </p:cNvCxnSpPr>
          <p:nvPr/>
        </p:nvCxnSpPr>
        <p:spPr>
          <a:xfrm flipH="1">
            <a:off x="3006750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66E20455-7FC2-4C46-A77C-06505483BC9D}"/>
              </a:ext>
            </a:extLst>
          </p:cNvPr>
          <p:cNvCxnSpPr>
            <a:cxnSpLocks/>
          </p:cNvCxnSpPr>
          <p:nvPr/>
        </p:nvCxnSpPr>
        <p:spPr>
          <a:xfrm flipH="1">
            <a:off x="3155996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F194A329-2252-4CC4-BC09-C324900FB981}"/>
              </a:ext>
            </a:extLst>
          </p:cNvPr>
          <p:cNvCxnSpPr>
            <a:cxnSpLocks/>
          </p:cNvCxnSpPr>
          <p:nvPr/>
        </p:nvCxnSpPr>
        <p:spPr>
          <a:xfrm flipH="1">
            <a:off x="3312183" y="487855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EE1BF2FC-2EDF-46B1-8337-EB37CE36CD4E}"/>
              </a:ext>
            </a:extLst>
          </p:cNvPr>
          <p:cNvCxnSpPr>
            <a:cxnSpLocks/>
          </p:cNvCxnSpPr>
          <p:nvPr/>
        </p:nvCxnSpPr>
        <p:spPr>
          <a:xfrm flipH="1">
            <a:off x="3494428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097B01AF-648E-4437-823E-E7DEB683C2C8}"/>
              </a:ext>
            </a:extLst>
          </p:cNvPr>
          <p:cNvCxnSpPr>
            <a:cxnSpLocks/>
          </p:cNvCxnSpPr>
          <p:nvPr/>
        </p:nvCxnSpPr>
        <p:spPr>
          <a:xfrm flipH="1">
            <a:off x="3676056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24A32287-3296-44D3-93AD-925F461248D8}"/>
              </a:ext>
            </a:extLst>
          </p:cNvPr>
          <p:cNvCxnSpPr>
            <a:cxnSpLocks/>
          </p:cNvCxnSpPr>
          <p:nvPr/>
        </p:nvCxnSpPr>
        <p:spPr>
          <a:xfrm flipH="1">
            <a:off x="3825302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9F6E9B2C-4402-44A6-971B-D7D055C8F8E4}"/>
              </a:ext>
            </a:extLst>
          </p:cNvPr>
          <p:cNvCxnSpPr>
            <a:cxnSpLocks/>
          </p:cNvCxnSpPr>
          <p:nvPr/>
        </p:nvCxnSpPr>
        <p:spPr>
          <a:xfrm flipH="1">
            <a:off x="3981489" y="487855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403C1CB4-0D36-4834-B984-56A9E9079ED6}"/>
              </a:ext>
            </a:extLst>
          </p:cNvPr>
          <p:cNvCxnSpPr>
            <a:cxnSpLocks/>
          </p:cNvCxnSpPr>
          <p:nvPr/>
        </p:nvCxnSpPr>
        <p:spPr>
          <a:xfrm flipH="1">
            <a:off x="4163734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8314E395-0899-47E2-8A84-720D737F53EC}"/>
              </a:ext>
            </a:extLst>
          </p:cNvPr>
          <p:cNvCxnSpPr>
            <a:cxnSpLocks/>
          </p:cNvCxnSpPr>
          <p:nvPr/>
        </p:nvCxnSpPr>
        <p:spPr>
          <a:xfrm flipH="1">
            <a:off x="4350115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37DA573F-6A02-4774-AC1D-C984FA8C8E68}"/>
              </a:ext>
            </a:extLst>
          </p:cNvPr>
          <p:cNvCxnSpPr>
            <a:cxnSpLocks/>
          </p:cNvCxnSpPr>
          <p:nvPr/>
        </p:nvCxnSpPr>
        <p:spPr>
          <a:xfrm flipH="1">
            <a:off x="4499361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6AA8B14E-F53A-45A6-8770-F31F426197D3}"/>
              </a:ext>
            </a:extLst>
          </p:cNvPr>
          <p:cNvCxnSpPr>
            <a:cxnSpLocks/>
          </p:cNvCxnSpPr>
          <p:nvPr/>
        </p:nvCxnSpPr>
        <p:spPr>
          <a:xfrm flipH="1">
            <a:off x="4655548" y="487855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2440FAAA-F3D2-4906-8C45-24A51E10EA33}"/>
              </a:ext>
            </a:extLst>
          </p:cNvPr>
          <p:cNvCxnSpPr>
            <a:cxnSpLocks/>
          </p:cNvCxnSpPr>
          <p:nvPr/>
        </p:nvCxnSpPr>
        <p:spPr>
          <a:xfrm flipH="1">
            <a:off x="4837793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ED029690-3D0C-4B90-9DF1-807F2BA24318}"/>
              </a:ext>
            </a:extLst>
          </p:cNvPr>
          <p:cNvCxnSpPr>
            <a:cxnSpLocks/>
          </p:cNvCxnSpPr>
          <p:nvPr/>
        </p:nvCxnSpPr>
        <p:spPr>
          <a:xfrm flipH="1">
            <a:off x="5013994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6190FF9D-0C80-4FB4-92B2-824A8A0D3789}"/>
              </a:ext>
            </a:extLst>
          </p:cNvPr>
          <p:cNvCxnSpPr>
            <a:cxnSpLocks/>
          </p:cNvCxnSpPr>
          <p:nvPr/>
        </p:nvCxnSpPr>
        <p:spPr>
          <a:xfrm flipH="1">
            <a:off x="5163240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B1ADF5DE-D690-43EB-9D5D-0CD4DD19ABD3}"/>
              </a:ext>
            </a:extLst>
          </p:cNvPr>
          <p:cNvCxnSpPr>
            <a:cxnSpLocks/>
          </p:cNvCxnSpPr>
          <p:nvPr/>
        </p:nvCxnSpPr>
        <p:spPr>
          <a:xfrm flipH="1">
            <a:off x="5319427" y="487855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F5F820E5-3694-4587-9954-DF18334E055C}"/>
              </a:ext>
            </a:extLst>
          </p:cNvPr>
          <p:cNvCxnSpPr>
            <a:cxnSpLocks/>
          </p:cNvCxnSpPr>
          <p:nvPr/>
        </p:nvCxnSpPr>
        <p:spPr>
          <a:xfrm flipH="1">
            <a:off x="5501672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84181A2B-49CD-4E0E-AEF3-5C86618EB4DD}"/>
              </a:ext>
            </a:extLst>
          </p:cNvPr>
          <p:cNvCxnSpPr>
            <a:cxnSpLocks/>
          </p:cNvCxnSpPr>
          <p:nvPr/>
        </p:nvCxnSpPr>
        <p:spPr>
          <a:xfrm>
            <a:off x="2992778" y="4881342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C9C3A0AD-C603-4F88-86A5-E29C391CBF00}"/>
              </a:ext>
            </a:extLst>
          </p:cNvPr>
          <p:cNvCxnSpPr>
            <a:cxnSpLocks/>
          </p:cNvCxnSpPr>
          <p:nvPr/>
        </p:nvCxnSpPr>
        <p:spPr>
          <a:xfrm>
            <a:off x="3150195" y="4884034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BEC9A255-3136-44E4-8C84-35E5F5AA4555}"/>
              </a:ext>
            </a:extLst>
          </p:cNvPr>
          <p:cNvCxnSpPr>
            <a:cxnSpLocks/>
          </p:cNvCxnSpPr>
          <p:nvPr/>
        </p:nvCxnSpPr>
        <p:spPr>
          <a:xfrm>
            <a:off x="3317638" y="4886498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893C491D-444D-4CAB-8A53-3CDBED032C38}"/>
              </a:ext>
            </a:extLst>
          </p:cNvPr>
          <p:cNvCxnSpPr>
            <a:cxnSpLocks/>
          </p:cNvCxnSpPr>
          <p:nvPr/>
        </p:nvCxnSpPr>
        <p:spPr>
          <a:xfrm>
            <a:off x="3496704" y="4886498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14A9501B-8ED2-43F3-BAB4-CC34834DF0A3}"/>
              </a:ext>
            </a:extLst>
          </p:cNvPr>
          <p:cNvCxnSpPr>
            <a:cxnSpLocks/>
          </p:cNvCxnSpPr>
          <p:nvPr/>
        </p:nvCxnSpPr>
        <p:spPr>
          <a:xfrm>
            <a:off x="3675410" y="4886498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EBD2E0DE-4299-4FCA-BBD9-3895CEB6C3C4}"/>
              </a:ext>
            </a:extLst>
          </p:cNvPr>
          <p:cNvCxnSpPr>
            <a:cxnSpLocks/>
          </p:cNvCxnSpPr>
          <p:nvPr/>
        </p:nvCxnSpPr>
        <p:spPr>
          <a:xfrm>
            <a:off x="3832827" y="4889190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A066E91C-147E-43B9-AB72-649A4E9AFACE}"/>
              </a:ext>
            </a:extLst>
          </p:cNvPr>
          <p:cNvCxnSpPr>
            <a:cxnSpLocks/>
          </p:cNvCxnSpPr>
          <p:nvPr/>
        </p:nvCxnSpPr>
        <p:spPr>
          <a:xfrm>
            <a:off x="4000270" y="4891654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238514B7-58AF-436D-8B28-350073475E8E}"/>
              </a:ext>
            </a:extLst>
          </p:cNvPr>
          <p:cNvCxnSpPr>
            <a:cxnSpLocks/>
          </p:cNvCxnSpPr>
          <p:nvPr/>
        </p:nvCxnSpPr>
        <p:spPr>
          <a:xfrm>
            <a:off x="4179336" y="4891654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EA2D19B3-AFF8-4350-98F1-10AD11955D55}"/>
              </a:ext>
            </a:extLst>
          </p:cNvPr>
          <p:cNvCxnSpPr>
            <a:cxnSpLocks/>
          </p:cNvCxnSpPr>
          <p:nvPr/>
        </p:nvCxnSpPr>
        <p:spPr>
          <a:xfrm>
            <a:off x="4342025" y="4889190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62492237-6979-437F-BE3A-A99BDEE0EEDC}"/>
              </a:ext>
            </a:extLst>
          </p:cNvPr>
          <p:cNvCxnSpPr>
            <a:cxnSpLocks/>
          </p:cNvCxnSpPr>
          <p:nvPr/>
        </p:nvCxnSpPr>
        <p:spPr>
          <a:xfrm>
            <a:off x="4499442" y="4891882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9ADCFC54-6E1C-4495-BB55-C696AE5911CC}"/>
              </a:ext>
            </a:extLst>
          </p:cNvPr>
          <p:cNvCxnSpPr>
            <a:cxnSpLocks/>
          </p:cNvCxnSpPr>
          <p:nvPr/>
        </p:nvCxnSpPr>
        <p:spPr>
          <a:xfrm>
            <a:off x="4666885" y="4894346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34424543-EBB8-4041-A4C2-EA3E07D25352}"/>
              </a:ext>
            </a:extLst>
          </p:cNvPr>
          <p:cNvCxnSpPr>
            <a:cxnSpLocks/>
          </p:cNvCxnSpPr>
          <p:nvPr/>
        </p:nvCxnSpPr>
        <p:spPr>
          <a:xfrm>
            <a:off x="4845951" y="4894346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CB1CE4AA-DDC2-4E23-BAC6-B9D37EB2BB60}"/>
              </a:ext>
            </a:extLst>
          </p:cNvPr>
          <p:cNvCxnSpPr>
            <a:cxnSpLocks/>
          </p:cNvCxnSpPr>
          <p:nvPr/>
        </p:nvCxnSpPr>
        <p:spPr>
          <a:xfrm>
            <a:off x="5004070" y="4883372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E1AEBE99-CB81-4666-8842-035C857A6E3A}"/>
              </a:ext>
            </a:extLst>
          </p:cNvPr>
          <p:cNvCxnSpPr>
            <a:cxnSpLocks/>
          </p:cNvCxnSpPr>
          <p:nvPr/>
        </p:nvCxnSpPr>
        <p:spPr>
          <a:xfrm>
            <a:off x="5161487" y="4886064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3C700365-3771-438F-8944-0A9AB9B97EA3}"/>
              </a:ext>
            </a:extLst>
          </p:cNvPr>
          <p:cNvCxnSpPr>
            <a:cxnSpLocks/>
          </p:cNvCxnSpPr>
          <p:nvPr/>
        </p:nvCxnSpPr>
        <p:spPr>
          <a:xfrm>
            <a:off x="5328930" y="4888528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47E5FC02-15A0-4F0A-B341-7F8DC803C63A}"/>
              </a:ext>
            </a:extLst>
          </p:cNvPr>
          <p:cNvCxnSpPr>
            <a:cxnSpLocks/>
          </p:cNvCxnSpPr>
          <p:nvPr/>
        </p:nvCxnSpPr>
        <p:spPr>
          <a:xfrm>
            <a:off x="5507996" y="4888528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Rectangle 344">
            <a:extLst>
              <a:ext uri="{FF2B5EF4-FFF2-40B4-BE49-F238E27FC236}">
                <a16:creationId xmlns:a16="http://schemas.microsoft.com/office/drawing/2014/main" id="{1C1E005D-46D6-4740-9292-CA9572B45AE7}"/>
              </a:ext>
            </a:extLst>
          </p:cNvPr>
          <p:cNvSpPr/>
          <p:nvPr/>
        </p:nvSpPr>
        <p:spPr>
          <a:xfrm>
            <a:off x="5625202" y="1193612"/>
            <a:ext cx="2697013" cy="37576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44355009-AF66-4554-9E41-E1E1F5FDEFAF}"/>
              </a:ext>
            </a:extLst>
          </p:cNvPr>
          <p:cNvSpPr/>
          <p:nvPr/>
        </p:nvSpPr>
        <p:spPr>
          <a:xfrm>
            <a:off x="2909328" y="1193939"/>
            <a:ext cx="2697013" cy="37576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CB98732B-0567-48D8-84C1-4D6094EAFFC6}"/>
              </a:ext>
            </a:extLst>
          </p:cNvPr>
          <p:cNvCxnSpPr>
            <a:cxnSpLocks/>
            <a:stCxn id="266" idx="2"/>
          </p:cNvCxnSpPr>
          <p:nvPr/>
        </p:nvCxnSpPr>
        <p:spPr>
          <a:xfrm>
            <a:off x="5616094" y="781656"/>
            <a:ext cx="0" cy="54050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8" name="TextBox 347">
            <a:extLst>
              <a:ext uri="{FF2B5EF4-FFF2-40B4-BE49-F238E27FC236}">
                <a16:creationId xmlns:a16="http://schemas.microsoft.com/office/drawing/2014/main" id="{54A0E1CE-D171-4D43-AD91-74F7159A0163}"/>
              </a:ext>
            </a:extLst>
          </p:cNvPr>
          <p:cNvSpPr txBox="1"/>
          <p:nvPr/>
        </p:nvSpPr>
        <p:spPr>
          <a:xfrm>
            <a:off x="4343868" y="780082"/>
            <a:ext cx="16722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Consolas" panose="020B0609020204030204" pitchFamily="49" charset="0"/>
              </a:rPr>
              <a:t>stride 2 sub-tile</a:t>
            </a:r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FF54B3AF-F9BA-4E25-A303-3DDDA465E0A4}"/>
              </a:ext>
            </a:extLst>
          </p:cNvPr>
          <p:cNvSpPr txBox="1"/>
          <p:nvPr/>
        </p:nvSpPr>
        <p:spPr>
          <a:xfrm>
            <a:off x="716697" y="1234644"/>
            <a:ext cx="2369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2*Cooley-</a:t>
            </a:r>
            <a:r>
              <a:rPr lang="en-US" sz="1600" dirty="0" err="1"/>
              <a:t>tukey</a:t>
            </a:r>
            <a:r>
              <a:rPr lang="en-US" sz="1600" dirty="0"/>
              <a:t>-r (16 </a:t>
            </a:r>
            <a:r>
              <a:rPr lang="en-US" sz="1600" dirty="0" err="1"/>
              <a:t>pt</a:t>
            </a:r>
            <a:r>
              <a:rPr lang="en-US" sz="1600" dirty="0"/>
              <a:t>)</a:t>
            </a: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74F896F2-1929-482B-96AE-E2B1DCAE8FBF}"/>
              </a:ext>
            </a:extLst>
          </p:cNvPr>
          <p:cNvSpPr txBox="1"/>
          <p:nvPr/>
        </p:nvSpPr>
        <p:spPr>
          <a:xfrm>
            <a:off x="323854" y="3747443"/>
            <a:ext cx="2369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fft32=2*fft16+1*</a:t>
            </a:r>
            <a:r>
              <a:rPr lang="en-US" sz="1600" dirty="0" err="1">
                <a:solidFill>
                  <a:srgbClr val="FF0000"/>
                </a:solidFill>
              </a:rPr>
              <a:t>fft_layer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0FF1458D-9F3D-48F7-97DC-D5AB8E003C3C}"/>
              </a:ext>
            </a:extLst>
          </p:cNvPr>
          <p:cNvSpPr txBox="1"/>
          <p:nvPr/>
        </p:nvSpPr>
        <p:spPr>
          <a:xfrm>
            <a:off x="7745717" y="5217528"/>
            <a:ext cx="3836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W32_0, W32_8, W32_4, W32_12, W32_2, W32_10, W32_6, W32_14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W32_1, W32_9, W32_5, W32_13, W32_3, W32_11, W32_7, W32_15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EFED8625-0441-4641-BA47-FF969FEA287A}"/>
              </a:ext>
            </a:extLst>
          </p:cNvPr>
          <p:cNvSpPr txBox="1"/>
          <p:nvPr/>
        </p:nvSpPr>
        <p:spPr>
          <a:xfrm>
            <a:off x="3720436" y="947289"/>
            <a:ext cx="640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2*K+0</a:t>
            </a: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3BE6F81B-A1FA-412F-B791-F48026DC60F2}"/>
              </a:ext>
            </a:extLst>
          </p:cNvPr>
          <p:cNvSpPr txBox="1"/>
          <p:nvPr/>
        </p:nvSpPr>
        <p:spPr>
          <a:xfrm>
            <a:off x="6706028" y="931314"/>
            <a:ext cx="640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2*K+1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1A00F1A2-3984-4FA6-9736-60A20CE5297E}"/>
              </a:ext>
            </a:extLst>
          </p:cNvPr>
          <p:cNvSpPr txBox="1"/>
          <p:nvPr/>
        </p:nvSpPr>
        <p:spPr>
          <a:xfrm>
            <a:off x="7919085" y="930043"/>
            <a:ext cx="1493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K=0…N/2</a:t>
            </a:r>
          </a:p>
        </p:txBody>
      </p:sp>
    </p:spTree>
    <p:extLst>
      <p:ext uri="{BB962C8B-B14F-4D97-AF65-F5344CB8AC3E}">
        <p14:creationId xmlns:p14="http://schemas.microsoft.com/office/powerpoint/2010/main" val="1803371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8125B8-9FEE-424E-AF32-0552807F0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216493"/>
              </p:ext>
            </p:extLst>
          </p:nvPr>
        </p:nvGraphicFramePr>
        <p:xfrm>
          <a:off x="2913710" y="1322156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D0AF5F-24A8-48F5-B904-2660CFC9F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820770"/>
              </p:ext>
            </p:extLst>
          </p:nvPr>
        </p:nvGraphicFramePr>
        <p:xfrm>
          <a:off x="2913710" y="2165436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46C8C1-3029-466F-9789-9280AE73B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507326"/>
              </p:ext>
            </p:extLst>
          </p:nvPr>
        </p:nvGraphicFramePr>
        <p:xfrm>
          <a:off x="2913710" y="3013872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EE17D2-C092-4D4B-82C3-90BC6532D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498020"/>
              </p:ext>
            </p:extLst>
          </p:nvPr>
        </p:nvGraphicFramePr>
        <p:xfrm>
          <a:off x="2913710" y="3862308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F05DCA-299C-4964-B4BF-63318A6C1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85788"/>
              </p:ext>
            </p:extLst>
          </p:nvPr>
        </p:nvGraphicFramePr>
        <p:xfrm>
          <a:off x="2913710" y="4710744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68039F-690C-4F4C-ADD9-8F77AB184976}"/>
              </a:ext>
            </a:extLst>
          </p:cNvPr>
          <p:cNvCxnSpPr>
            <a:cxnSpLocks/>
          </p:cNvCxnSpPr>
          <p:nvPr/>
        </p:nvCxnSpPr>
        <p:spPr>
          <a:xfrm>
            <a:off x="2992586" y="149712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730FF2D-6981-4395-8EFF-0AEBDC0CC077}"/>
              </a:ext>
            </a:extLst>
          </p:cNvPr>
          <p:cNvCxnSpPr>
            <a:cxnSpLocks/>
          </p:cNvCxnSpPr>
          <p:nvPr/>
        </p:nvCxnSpPr>
        <p:spPr>
          <a:xfrm>
            <a:off x="3150066" y="149712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B67757E-857C-4BFC-9380-0EEFC6B9CDA2}"/>
              </a:ext>
            </a:extLst>
          </p:cNvPr>
          <p:cNvCxnSpPr>
            <a:cxnSpLocks/>
          </p:cNvCxnSpPr>
          <p:nvPr/>
        </p:nvCxnSpPr>
        <p:spPr>
          <a:xfrm>
            <a:off x="3307546" y="149712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5FA9CEE-3F1E-4D91-8180-958F285DE5B4}"/>
              </a:ext>
            </a:extLst>
          </p:cNvPr>
          <p:cNvCxnSpPr>
            <a:cxnSpLocks/>
          </p:cNvCxnSpPr>
          <p:nvPr/>
        </p:nvCxnSpPr>
        <p:spPr>
          <a:xfrm>
            <a:off x="3490426" y="149712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A559971-BD68-4AFA-A26E-4AF477EB1655}"/>
              </a:ext>
            </a:extLst>
          </p:cNvPr>
          <p:cNvCxnSpPr>
            <a:cxnSpLocks/>
          </p:cNvCxnSpPr>
          <p:nvPr/>
        </p:nvCxnSpPr>
        <p:spPr>
          <a:xfrm>
            <a:off x="3668226" y="150227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1A4D5B1-1357-4A5B-9586-89B06154A8F1}"/>
              </a:ext>
            </a:extLst>
          </p:cNvPr>
          <p:cNvCxnSpPr>
            <a:cxnSpLocks/>
          </p:cNvCxnSpPr>
          <p:nvPr/>
        </p:nvCxnSpPr>
        <p:spPr>
          <a:xfrm>
            <a:off x="3825706" y="150227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F76F738-5DA8-47F7-B086-9DBEA633CE24}"/>
              </a:ext>
            </a:extLst>
          </p:cNvPr>
          <p:cNvCxnSpPr>
            <a:cxnSpLocks/>
          </p:cNvCxnSpPr>
          <p:nvPr/>
        </p:nvCxnSpPr>
        <p:spPr>
          <a:xfrm>
            <a:off x="3983186" y="150227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BE9832B-6400-4640-A781-5C5B8AD2A3E2}"/>
              </a:ext>
            </a:extLst>
          </p:cNvPr>
          <p:cNvCxnSpPr>
            <a:cxnSpLocks/>
          </p:cNvCxnSpPr>
          <p:nvPr/>
        </p:nvCxnSpPr>
        <p:spPr>
          <a:xfrm>
            <a:off x="4166066" y="150227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67EC9CD-7E92-4B7C-A28C-E7958E3B7B99}"/>
              </a:ext>
            </a:extLst>
          </p:cNvPr>
          <p:cNvCxnSpPr>
            <a:cxnSpLocks/>
          </p:cNvCxnSpPr>
          <p:nvPr/>
        </p:nvCxnSpPr>
        <p:spPr>
          <a:xfrm>
            <a:off x="4329627" y="149712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600F8EA-4060-451B-BDF4-D3B5D730942E}"/>
              </a:ext>
            </a:extLst>
          </p:cNvPr>
          <p:cNvCxnSpPr>
            <a:cxnSpLocks/>
          </p:cNvCxnSpPr>
          <p:nvPr/>
        </p:nvCxnSpPr>
        <p:spPr>
          <a:xfrm>
            <a:off x="4487107" y="149712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0A67A82-0C26-482A-BE8A-108BD3F317C8}"/>
              </a:ext>
            </a:extLst>
          </p:cNvPr>
          <p:cNvCxnSpPr>
            <a:cxnSpLocks/>
          </p:cNvCxnSpPr>
          <p:nvPr/>
        </p:nvCxnSpPr>
        <p:spPr>
          <a:xfrm>
            <a:off x="4644587" y="149712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C14030A-5F4A-4EAE-AF3D-BA40854E6766}"/>
              </a:ext>
            </a:extLst>
          </p:cNvPr>
          <p:cNvCxnSpPr>
            <a:cxnSpLocks/>
          </p:cNvCxnSpPr>
          <p:nvPr/>
        </p:nvCxnSpPr>
        <p:spPr>
          <a:xfrm>
            <a:off x="4827467" y="149712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5459CDA-3093-401F-ACB2-118F8753E62F}"/>
              </a:ext>
            </a:extLst>
          </p:cNvPr>
          <p:cNvCxnSpPr>
            <a:cxnSpLocks/>
          </p:cNvCxnSpPr>
          <p:nvPr/>
        </p:nvCxnSpPr>
        <p:spPr>
          <a:xfrm>
            <a:off x="5005267" y="150227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547926E-BC29-482F-8FCE-D43117CF7C07}"/>
              </a:ext>
            </a:extLst>
          </p:cNvPr>
          <p:cNvCxnSpPr>
            <a:cxnSpLocks/>
          </p:cNvCxnSpPr>
          <p:nvPr/>
        </p:nvCxnSpPr>
        <p:spPr>
          <a:xfrm>
            <a:off x="5162747" y="150227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3D23DFE-0E7C-4229-9F95-ECA46751B08D}"/>
              </a:ext>
            </a:extLst>
          </p:cNvPr>
          <p:cNvCxnSpPr>
            <a:cxnSpLocks/>
          </p:cNvCxnSpPr>
          <p:nvPr/>
        </p:nvCxnSpPr>
        <p:spPr>
          <a:xfrm>
            <a:off x="5320227" y="150227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EE21ED9-6194-480D-B0FA-1675FF540014}"/>
              </a:ext>
            </a:extLst>
          </p:cNvPr>
          <p:cNvCxnSpPr>
            <a:cxnSpLocks/>
          </p:cNvCxnSpPr>
          <p:nvPr/>
        </p:nvCxnSpPr>
        <p:spPr>
          <a:xfrm>
            <a:off x="5503107" y="150227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09F55EE-2917-4EE3-AF04-21CB6E2177B7}"/>
              </a:ext>
            </a:extLst>
          </p:cNvPr>
          <p:cNvCxnSpPr>
            <a:cxnSpLocks/>
          </p:cNvCxnSpPr>
          <p:nvPr/>
        </p:nvCxnSpPr>
        <p:spPr>
          <a:xfrm>
            <a:off x="5690064" y="149712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BB3463D-F512-4ECC-89A7-63EBC554F9C7}"/>
              </a:ext>
            </a:extLst>
          </p:cNvPr>
          <p:cNvCxnSpPr>
            <a:cxnSpLocks/>
          </p:cNvCxnSpPr>
          <p:nvPr/>
        </p:nvCxnSpPr>
        <p:spPr>
          <a:xfrm>
            <a:off x="5847544" y="149712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171F67A-7C55-4F61-8479-47732DA0FB6A}"/>
              </a:ext>
            </a:extLst>
          </p:cNvPr>
          <p:cNvCxnSpPr>
            <a:cxnSpLocks/>
          </p:cNvCxnSpPr>
          <p:nvPr/>
        </p:nvCxnSpPr>
        <p:spPr>
          <a:xfrm>
            <a:off x="6005024" y="149712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D667811-002D-47B9-930B-8FC1C5E33147}"/>
              </a:ext>
            </a:extLst>
          </p:cNvPr>
          <p:cNvCxnSpPr>
            <a:cxnSpLocks/>
          </p:cNvCxnSpPr>
          <p:nvPr/>
        </p:nvCxnSpPr>
        <p:spPr>
          <a:xfrm>
            <a:off x="6187904" y="149712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06E3A25-FBF0-4F7F-8761-B177E3BFC089}"/>
              </a:ext>
            </a:extLst>
          </p:cNvPr>
          <p:cNvCxnSpPr>
            <a:cxnSpLocks/>
          </p:cNvCxnSpPr>
          <p:nvPr/>
        </p:nvCxnSpPr>
        <p:spPr>
          <a:xfrm>
            <a:off x="6365704" y="150227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7799DEE-96ED-4D85-B139-54B01928A1D4}"/>
              </a:ext>
            </a:extLst>
          </p:cNvPr>
          <p:cNvCxnSpPr>
            <a:cxnSpLocks/>
          </p:cNvCxnSpPr>
          <p:nvPr/>
        </p:nvCxnSpPr>
        <p:spPr>
          <a:xfrm>
            <a:off x="6523184" y="150227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8FCB855-DCBF-4954-B16A-BA636C409E5D}"/>
              </a:ext>
            </a:extLst>
          </p:cNvPr>
          <p:cNvCxnSpPr>
            <a:cxnSpLocks/>
          </p:cNvCxnSpPr>
          <p:nvPr/>
        </p:nvCxnSpPr>
        <p:spPr>
          <a:xfrm>
            <a:off x="6680664" y="150227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0529F1F-6500-4F43-875B-3B69C59818AF}"/>
              </a:ext>
            </a:extLst>
          </p:cNvPr>
          <p:cNvCxnSpPr>
            <a:cxnSpLocks/>
          </p:cNvCxnSpPr>
          <p:nvPr/>
        </p:nvCxnSpPr>
        <p:spPr>
          <a:xfrm>
            <a:off x="6863544" y="150227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906FA2D-7753-4FAA-91BD-AE1584686D99}"/>
              </a:ext>
            </a:extLst>
          </p:cNvPr>
          <p:cNvCxnSpPr>
            <a:cxnSpLocks/>
          </p:cNvCxnSpPr>
          <p:nvPr/>
        </p:nvCxnSpPr>
        <p:spPr>
          <a:xfrm>
            <a:off x="7036264" y="149712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E299BBF-A2F6-4F73-87E9-ED5EB399028C}"/>
              </a:ext>
            </a:extLst>
          </p:cNvPr>
          <p:cNvCxnSpPr>
            <a:cxnSpLocks/>
          </p:cNvCxnSpPr>
          <p:nvPr/>
        </p:nvCxnSpPr>
        <p:spPr>
          <a:xfrm>
            <a:off x="7193744" y="149712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040257D-B81E-40A8-8014-DEE70F3F8E8B}"/>
              </a:ext>
            </a:extLst>
          </p:cNvPr>
          <p:cNvCxnSpPr>
            <a:cxnSpLocks/>
          </p:cNvCxnSpPr>
          <p:nvPr/>
        </p:nvCxnSpPr>
        <p:spPr>
          <a:xfrm>
            <a:off x="7351224" y="149712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59B9DAB-C3F4-44F1-BC74-1423C6A8BCA1}"/>
              </a:ext>
            </a:extLst>
          </p:cNvPr>
          <p:cNvCxnSpPr>
            <a:cxnSpLocks/>
          </p:cNvCxnSpPr>
          <p:nvPr/>
        </p:nvCxnSpPr>
        <p:spPr>
          <a:xfrm>
            <a:off x="7534104" y="1497121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2E7CA13-E8D9-4971-B9D2-ADF40B31A571}"/>
              </a:ext>
            </a:extLst>
          </p:cNvPr>
          <p:cNvCxnSpPr>
            <a:cxnSpLocks/>
          </p:cNvCxnSpPr>
          <p:nvPr/>
        </p:nvCxnSpPr>
        <p:spPr>
          <a:xfrm>
            <a:off x="7711904" y="150227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7E30A15-EC84-490C-A04E-3EC5A245E290}"/>
              </a:ext>
            </a:extLst>
          </p:cNvPr>
          <p:cNvCxnSpPr>
            <a:cxnSpLocks/>
          </p:cNvCxnSpPr>
          <p:nvPr/>
        </p:nvCxnSpPr>
        <p:spPr>
          <a:xfrm>
            <a:off x="7869384" y="150227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680C7D8-A4C4-415D-B8ED-B3DE287749C0}"/>
              </a:ext>
            </a:extLst>
          </p:cNvPr>
          <p:cNvCxnSpPr>
            <a:cxnSpLocks/>
          </p:cNvCxnSpPr>
          <p:nvPr/>
        </p:nvCxnSpPr>
        <p:spPr>
          <a:xfrm>
            <a:off x="8026864" y="150227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9F5C13D-3AC4-4B54-B8A2-07536D06ADCB}"/>
              </a:ext>
            </a:extLst>
          </p:cNvPr>
          <p:cNvCxnSpPr>
            <a:cxnSpLocks/>
          </p:cNvCxnSpPr>
          <p:nvPr/>
        </p:nvCxnSpPr>
        <p:spPr>
          <a:xfrm>
            <a:off x="8209744" y="1502277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D11E224-200A-447F-8260-9A443AEDF212}"/>
              </a:ext>
            </a:extLst>
          </p:cNvPr>
          <p:cNvCxnSpPr>
            <a:cxnSpLocks/>
          </p:cNvCxnSpPr>
          <p:nvPr/>
        </p:nvCxnSpPr>
        <p:spPr>
          <a:xfrm>
            <a:off x="2994850" y="23476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65CCE1E-4944-43C2-A88F-E90F31F58192}"/>
              </a:ext>
            </a:extLst>
          </p:cNvPr>
          <p:cNvCxnSpPr>
            <a:cxnSpLocks/>
          </p:cNvCxnSpPr>
          <p:nvPr/>
        </p:nvCxnSpPr>
        <p:spPr>
          <a:xfrm>
            <a:off x="3152330" y="23476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D52C462-F61F-4745-AA28-645B02C3CE98}"/>
              </a:ext>
            </a:extLst>
          </p:cNvPr>
          <p:cNvCxnSpPr>
            <a:cxnSpLocks/>
          </p:cNvCxnSpPr>
          <p:nvPr/>
        </p:nvCxnSpPr>
        <p:spPr>
          <a:xfrm>
            <a:off x="3309810" y="23476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8F8BC83-FFF9-4A21-84B3-E115EDFFEA63}"/>
              </a:ext>
            </a:extLst>
          </p:cNvPr>
          <p:cNvCxnSpPr>
            <a:cxnSpLocks/>
          </p:cNvCxnSpPr>
          <p:nvPr/>
        </p:nvCxnSpPr>
        <p:spPr>
          <a:xfrm>
            <a:off x="3492690" y="23476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3F021A8-276E-45D3-A137-B2D09EA65DAE}"/>
              </a:ext>
            </a:extLst>
          </p:cNvPr>
          <p:cNvCxnSpPr>
            <a:cxnSpLocks/>
          </p:cNvCxnSpPr>
          <p:nvPr/>
        </p:nvCxnSpPr>
        <p:spPr>
          <a:xfrm>
            <a:off x="3670490" y="23527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4F65603-4A40-4E83-AA38-F531EE6C320F}"/>
              </a:ext>
            </a:extLst>
          </p:cNvPr>
          <p:cNvCxnSpPr>
            <a:cxnSpLocks/>
          </p:cNvCxnSpPr>
          <p:nvPr/>
        </p:nvCxnSpPr>
        <p:spPr>
          <a:xfrm>
            <a:off x="3827970" y="23527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E0999B4-7188-4F3F-BB4B-BEDD40228D48}"/>
              </a:ext>
            </a:extLst>
          </p:cNvPr>
          <p:cNvCxnSpPr>
            <a:cxnSpLocks/>
          </p:cNvCxnSpPr>
          <p:nvPr/>
        </p:nvCxnSpPr>
        <p:spPr>
          <a:xfrm>
            <a:off x="3985450" y="23527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D582A70-85BC-4EF3-95D1-445EE6B539EC}"/>
              </a:ext>
            </a:extLst>
          </p:cNvPr>
          <p:cNvCxnSpPr>
            <a:cxnSpLocks/>
          </p:cNvCxnSpPr>
          <p:nvPr/>
        </p:nvCxnSpPr>
        <p:spPr>
          <a:xfrm>
            <a:off x="4168330" y="23527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271EEF7-384D-4DC9-9205-8BBBD958C343}"/>
              </a:ext>
            </a:extLst>
          </p:cNvPr>
          <p:cNvCxnSpPr>
            <a:cxnSpLocks/>
          </p:cNvCxnSpPr>
          <p:nvPr/>
        </p:nvCxnSpPr>
        <p:spPr>
          <a:xfrm>
            <a:off x="4331891" y="23476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4E7D1DD-41CF-4742-8CED-A3AB89110E5F}"/>
              </a:ext>
            </a:extLst>
          </p:cNvPr>
          <p:cNvCxnSpPr>
            <a:cxnSpLocks/>
          </p:cNvCxnSpPr>
          <p:nvPr/>
        </p:nvCxnSpPr>
        <p:spPr>
          <a:xfrm>
            <a:off x="4489371" y="23476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3F94925-A21E-4A31-BE47-F2E5F410A891}"/>
              </a:ext>
            </a:extLst>
          </p:cNvPr>
          <p:cNvCxnSpPr>
            <a:cxnSpLocks/>
          </p:cNvCxnSpPr>
          <p:nvPr/>
        </p:nvCxnSpPr>
        <p:spPr>
          <a:xfrm>
            <a:off x="4646851" y="23476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626D5F4-26D3-4490-BA71-EA149337F487}"/>
              </a:ext>
            </a:extLst>
          </p:cNvPr>
          <p:cNvCxnSpPr>
            <a:cxnSpLocks/>
          </p:cNvCxnSpPr>
          <p:nvPr/>
        </p:nvCxnSpPr>
        <p:spPr>
          <a:xfrm>
            <a:off x="4829731" y="23476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7E9078B-26A5-4675-8A7E-4A9FFC8896E2}"/>
              </a:ext>
            </a:extLst>
          </p:cNvPr>
          <p:cNvCxnSpPr>
            <a:cxnSpLocks/>
          </p:cNvCxnSpPr>
          <p:nvPr/>
        </p:nvCxnSpPr>
        <p:spPr>
          <a:xfrm>
            <a:off x="5007531" y="23527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95DECDA-BC63-41D9-9E30-68E4585DAFF3}"/>
              </a:ext>
            </a:extLst>
          </p:cNvPr>
          <p:cNvCxnSpPr>
            <a:cxnSpLocks/>
          </p:cNvCxnSpPr>
          <p:nvPr/>
        </p:nvCxnSpPr>
        <p:spPr>
          <a:xfrm>
            <a:off x="5165011" y="23527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76D4FEB-31CE-48C2-AA2B-9CEF6C68CDFA}"/>
              </a:ext>
            </a:extLst>
          </p:cNvPr>
          <p:cNvCxnSpPr>
            <a:cxnSpLocks/>
          </p:cNvCxnSpPr>
          <p:nvPr/>
        </p:nvCxnSpPr>
        <p:spPr>
          <a:xfrm>
            <a:off x="5322491" y="23527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BB7F62B-F2FF-4375-9C3F-0E8D16FD92E4}"/>
              </a:ext>
            </a:extLst>
          </p:cNvPr>
          <p:cNvCxnSpPr>
            <a:cxnSpLocks/>
          </p:cNvCxnSpPr>
          <p:nvPr/>
        </p:nvCxnSpPr>
        <p:spPr>
          <a:xfrm>
            <a:off x="5505371" y="23527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76DBBA3-52A1-42B4-AA12-73BE56C13C30}"/>
              </a:ext>
            </a:extLst>
          </p:cNvPr>
          <p:cNvCxnSpPr>
            <a:cxnSpLocks/>
          </p:cNvCxnSpPr>
          <p:nvPr/>
        </p:nvCxnSpPr>
        <p:spPr>
          <a:xfrm>
            <a:off x="5692328" y="23476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244735B-60AC-4187-8A62-CB58F13D611B}"/>
              </a:ext>
            </a:extLst>
          </p:cNvPr>
          <p:cNvCxnSpPr>
            <a:cxnSpLocks/>
          </p:cNvCxnSpPr>
          <p:nvPr/>
        </p:nvCxnSpPr>
        <p:spPr>
          <a:xfrm>
            <a:off x="5849808" y="23476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6D2C3F8-0740-44F8-AEFC-3EF0F6B5D8EF}"/>
              </a:ext>
            </a:extLst>
          </p:cNvPr>
          <p:cNvCxnSpPr>
            <a:cxnSpLocks/>
          </p:cNvCxnSpPr>
          <p:nvPr/>
        </p:nvCxnSpPr>
        <p:spPr>
          <a:xfrm>
            <a:off x="6007288" y="23476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6B27330-842E-4A4E-A5E2-E8A585C2724E}"/>
              </a:ext>
            </a:extLst>
          </p:cNvPr>
          <p:cNvCxnSpPr>
            <a:cxnSpLocks/>
          </p:cNvCxnSpPr>
          <p:nvPr/>
        </p:nvCxnSpPr>
        <p:spPr>
          <a:xfrm>
            <a:off x="6190168" y="23476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F3E158E-79D3-4EEC-9417-256F01FDA615}"/>
              </a:ext>
            </a:extLst>
          </p:cNvPr>
          <p:cNvCxnSpPr>
            <a:cxnSpLocks/>
          </p:cNvCxnSpPr>
          <p:nvPr/>
        </p:nvCxnSpPr>
        <p:spPr>
          <a:xfrm>
            <a:off x="6367968" y="23527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47C5CE1-5976-400C-93B6-A790FC9AFE05}"/>
              </a:ext>
            </a:extLst>
          </p:cNvPr>
          <p:cNvCxnSpPr>
            <a:cxnSpLocks/>
          </p:cNvCxnSpPr>
          <p:nvPr/>
        </p:nvCxnSpPr>
        <p:spPr>
          <a:xfrm>
            <a:off x="6525448" y="23527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8A3DF2C-F6B8-48A6-86EC-0C697C45621D}"/>
              </a:ext>
            </a:extLst>
          </p:cNvPr>
          <p:cNvCxnSpPr>
            <a:cxnSpLocks/>
          </p:cNvCxnSpPr>
          <p:nvPr/>
        </p:nvCxnSpPr>
        <p:spPr>
          <a:xfrm>
            <a:off x="6682928" y="23527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B835A15-6BA4-4DB4-8F2B-CA9BE6AD5231}"/>
              </a:ext>
            </a:extLst>
          </p:cNvPr>
          <p:cNvCxnSpPr>
            <a:cxnSpLocks/>
          </p:cNvCxnSpPr>
          <p:nvPr/>
        </p:nvCxnSpPr>
        <p:spPr>
          <a:xfrm>
            <a:off x="6865808" y="23527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80A4EC4-64DA-4204-A8E2-3A30ED077FF1}"/>
              </a:ext>
            </a:extLst>
          </p:cNvPr>
          <p:cNvCxnSpPr>
            <a:cxnSpLocks/>
          </p:cNvCxnSpPr>
          <p:nvPr/>
        </p:nvCxnSpPr>
        <p:spPr>
          <a:xfrm>
            <a:off x="7038528" y="23476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71B6C48-DF6F-49C4-A695-2C2C82792D12}"/>
              </a:ext>
            </a:extLst>
          </p:cNvPr>
          <p:cNvCxnSpPr>
            <a:cxnSpLocks/>
          </p:cNvCxnSpPr>
          <p:nvPr/>
        </p:nvCxnSpPr>
        <p:spPr>
          <a:xfrm>
            <a:off x="7196008" y="23476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B926C83D-72D5-474E-9BE7-87C67C702719}"/>
              </a:ext>
            </a:extLst>
          </p:cNvPr>
          <p:cNvCxnSpPr>
            <a:cxnSpLocks/>
          </p:cNvCxnSpPr>
          <p:nvPr/>
        </p:nvCxnSpPr>
        <p:spPr>
          <a:xfrm>
            <a:off x="7353488" y="23476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122714C-0E49-4E18-A0B1-6D30763CF525}"/>
              </a:ext>
            </a:extLst>
          </p:cNvPr>
          <p:cNvCxnSpPr>
            <a:cxnSpLocks/>
          </p:cNvCxnSpPr>
          <p:nvPr/>
        </p:nvCxnSpPr>
        <p:spPr>
          <a:xfrm>
            <a:off x="7536368" y="23476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B5D1FAA-D6B3-4B99-ACDE-C7B0A629C1C8}"/>
              </a:ext>
            </a:extLst>
          </p:cNvPr>
          <p:cNvCxnSpPr>
            <a:cxnSpLocks/>
          </p:cNvCxnSpPr>
          <p:nvPr/>
        </p:nvCxnSpPr>
        <p:spPr>
          <a:xfrm>
            <a:off x="7714168" y="23527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50390A0-6079-47A0-A73B-6963814DD344}"/>
              </a:ext>
            </a:extLst>
          </p:cNvPr>
          <p:cNvCxnSpPr>
            <a:cxnSpLocks/>
          </p:cNvCxnSpPr>
          <p:nvPr/>
        </p:nvCxnSpPr>
        <p:spPr>
          <a:xfrm>
            <a:off x="7871648" y="23527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0D7BCA89-42E8-4DAC-AFD5-2B17F0970209}"/>
              </a:ext>
            </a:extLst>
          </p:cNvPr>
          <p:cNvCxnSpPr>
            <a:cxnSpLocks/>
          </p:cNvCxnSpPr>
          <p:nvPr/>
        </p:nvCxnSpPr>
        <p:spPr>
          <a:xfrm>
            <a:off x="8029128" y="23527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1DA601D-A0BA-4342-9CCC-A0F543F0EEC8}"/>
              </a:ext>
            </a:extLst>
          </p:cNvPr>
          <p:cNvCxnSpPr>
            <a:cxnSpLocks/>
          </p:cNvCxnSpPr>
          <p:nvPr/>
        </p:nvCxnSpPr>
        <p:spPr>
          <a:xfrm>
            <a:off x="8212008" y="23527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BE21B92-3513-450E-A93E-B53CCA8A8598}"/>
              </a:ext>
            </a:extLst>
          </p:cNvPr>
          <p:cNvCxnSpPr>
            <a:cxnSpLocks/>
          </p:cNvCxnSpPr>
          <p:nvPr/>
        </p:nvCxnSpPr>
        <p:spPr>
          <a:xfrm>
            <a:off x="2995746" y="317975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8FCA5D3-AAB9-4F03-BD82-50CECE495CEF}"/>
              </a:ext>
            </a:extLst>
          </p:cNvPr>
          <p:cNvCxnSpPr>
            <a:cxnSpLocks/>
          </p:cNvCxnSpPr>
          <p:nvPr/>
        </p:nvCxnSpPr>
        <p:spPr>
          <a:xfrm>
            <a:off x="3153226" y="317975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0A871337-EE75-4756-8443-6B34E5C056C9}"/>
              </a:ext>
            </a:extLst>
          </p:cNvPr>
          <p:cNvCxnSpPr>
            <a:cxnSpLocks/>
          </p:cNvCxnSpPr>
          <p:nvPr/>
        </p:nvCxnSpPr>
        <p:spPr>
          <a:xfrm>
            <a:off x="3310706" y="317975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0270DA9-F896-4E13-A905-8F538ADA4649}"/>
              </a:ext>
            </a:extLst>
          </p:cNvPr>
          <p:cNvCxnSpPr>
            <a:cxnSpLocks/>
          </p:cNvCxnSpPr>
          <p:nvPr/>
        </p:nvCxnSpPr>
        <p:spPr>
          <a:xfrm>
            <a:off x="3493586" y="317975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FDA4B90-BB5E-4C8D-BD4C-A939188DC434}"/>
              </a:ext>
            </a:extLst>
          </p:cNvPr>
          <p:cNvCxnSpPr>
            <a:cxnSpLocks/>
          </p:cNvCxnSpPr>
          <p:nvPr/>
        </p:nvCxnSpPr>
        <p:spPr>
          <a:xfrm>
            <a:off x="3671386" y="318490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9CBF044D-5FB0-4844-A2E0-5310B451BA95}"/>
              </a:ext>
            </a:extLst>
          </p:cNvPr>
          <p:cNvCxnSpPr>
            <a:cxnSpLocks/>
          </p:cNvCxnSpPr>
          <p:nvPr/>
        </p:nvCxnSpPr>
        <p:spPr>
          <a:xfrm>
            <a:off x="3828866" y="318490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CABF732-0E4D-4626-9FAD-89834E815AC1}"/>
              </a:ext>
            </a:extLst>
          </p:cNvPr>
          <p:cNvCxnSpPr>
            <a:cxnSpLocks/>
          </p:cNvCxnSpPr>
          <p:nvPr/>
        </p:nvCxnSpPr>
        <p:spPr>
          <a:xfrm>
            <a:off x="3986346" y="318490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64EFE0D-F5AA-47B4-A882-6AB752C89383}"/>
              </a:ext>
            </a:extLst>
          </p:cNvPr>
          <p:cNvCxnSpPr>
            <a:cxnSpLocks/>
          </p:cNvCxnSpPr>
          <p:nvPr/>
        </p:nvCxnSpPr>
        <p:spPr>
          <a:xfrm>
            <a:off x="4169226" y="318490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8B84652-47E9-41A7-BF96-F71EE815D2D3}"/>
              </a:ext>
            </a:extLst>
          </p:cNvPr>
          <p:cNvCxnSpPr>
            <a:cxnSpLocks/>
          </p:cNvCxnSpPr>
          <p:nvPr/>
        </p:nvCxnSpPr>
        <p:spPr>
          <a:xfrm>
            <a:off x="4332787" y="317975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BCF3054-1FD6-4EB4-A1E3-2F4FA86535BA}"/>
              </a:ext>
            </a:extLst>
          </p:cNvPr>
          <p:cNvCxnSpPr>
            <a:cxnSpLocks/>
          </p:cNvCxnSpPr>
          <p:nvPr/>
        </p:nvCxnSpPr>
        <p:spPr>
          <a:xfrm>
            <a:off x="4490267" y="317975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069D85B-2C47-4380-8FBC-4ED933C2C734}"/>
              </a:ext>
            </a:extLst>
          </p:cNvPr>
          <p:cNvCxnSpPr>
            <a:cxnSpLocks/>
          </p:cNvCxnSpPr>
          <p:nvPr/>
        </p:nvCxnSpPr>
        <p:spPr>
          <a:xfrm>
            <a:off x="4647747" y="317975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D67F766E-B6A2-40AB-80D0-82FC13E59EE1}"/>
              </a:ext>
            </a:extLst>
          </p:cNvPr>
          <p:cNvCxnSpPr>
            <a:cxnSpLocks/>
          </p:cNvCxnSpPr>
          <p:nvPr/>
        </p:nvCxnSpPr>
        <p:spPr>
          <a:xfrm>
            <a:off x="4830627" y="317975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F8F167FD-B7F9-4E26-AC2B-B75C842B62D7}"/>
              </a:ext>
            </a:extLst>
          </p:cNvPr>
          <p:cNvCxnSpPr>
            <a:cxnSpLocks/>
          </p:cNvCxnSpPr>
          <p:nvPr/>
        </p:nvCxnSpPr>
        <p:spPr>
          <a:xfrm>
            <a:off x="5008427" y="318490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BA34AD44-0F72-4046-A9F2-5C64B80B212D}"/>
              </a:ext>
            </a:extLst>
          </p:cNvPr>
          <p:cNvCxnSpPr>
            <a:cxnSpLocks/>
          </p:cNvCxnSpPr>
          <p:nvPr/>
        </p:nvCxnSpPr>
        <p:spPr>
          <a:xfrm>
            <a:off x="5165907" y="318490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3F05BF5C-498C-4818-B5EE-CC40F0865620}"/>
              </a:ext>
            </a:extLst>
          </p:cNvPr>
          <p:cNvCxnSpPr>
            <a:cxnSpLocks/>
          </p:cNvCxnSpPr>
          <p:nvPr/>
        </p:nvCxnSpPr>
        <p:spPr>
          <a:xfrm>
            <a:off x="5323387" y="318490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FFA1132-0667-4E6C-97DC-7A40CDF39846}"/>
              </a:ext>
            </a:extLst>
          </p:cNvPr>
          <p:cNvCxnSpPr>
            <a:cxnSpLocks/>
          </p:cNvCxnSpPr>
          <p:nvPr/>
        </p:nvCxnSpPr>
        <p:spPr>
          <a:xfrm>
            <a:off x="5506267" y="318490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837F0F2-F941-413A-81A4-1199FB45E3B8}"/>
              </a:ext>
            </a:extLst>
          </p:cNvPr>
          <p:cNvCxnSpPr>
            <a:cxnSpLocks/>
          </p:cNvCxnSpPr>
          <p:nvPr/>
        </p:nvCxnSpPr>
        <p:spPr>
          <a:xfrm>
            <a:off x="5693224" y="317975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B8D19821-BC7D-4756-9458-B6DAF4731C3A}"/>
              </a:ext>
            </a:extLst>
          </p:cNvPr>
          <p:cNvCxnSpPr>
            <a:cxnSpLocks/>
          </p:cNvCxnSpPr>
          <p:nvPr/>
        </p:nvCxnSpPr>
        <p:spPr>
          <a:xfrm>
            <a:off x="5850704" y="317975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2ECB7236-A315-435E-A511-787653693C4A}"/>
              </a:ext>
            </a:extLst>
          </p:cNvPr>
          <p:cNvCxnSpPr>
            <a:cxnSpLocks/>
          </p:cNvCxnSpPr>
          <p:nvPr/>
        </p:nvCxnSpPr>
        <p:spPr>
          <a:xfrm>
            <a:off x="6008184" y="317975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272F463-33B1-4938-82E7-EBAF16D8E0FD}"/>
              </a:ext>
            </a:extLst>
          </p:cNvPr>
          <p:cNvCxnSpPr>
            <a:cxnSpLocks/>
          </p:cNvCxnSpPr>
          <p:nvPr/>
        </p:nvCxnSpPr>
        <p:spPr>
          <a:xfrm>
            <a:off x="6191064" y="317975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B7B723C-328D-4271-B7EE-956674F8E076}"/>
              </a:ext>
            </a:extLst>
          </p:cNvPr>
          <p:cNvCxnSpPr>
            <a:cxnSpLocks/>
          </p:cNvCxnSpPr>
          <p:nvPr/>
        </p:nvCxnSpPr>
        <p:spPr>
          <a:xfrm>
            <a:off x="6368864" y="318490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F8A0CBA-1E35-4D2C-AE04-D5652B48DF27}"/>
              </a:ext>
            </a:extLst>
          </p:cNvPr>
          <p:cNvCxnSpPr>
            <a:cxnSpLocks/>
          </p:cNvCxnSpPr>
          <p:nvPr/>
        </p:nvCxnSpPr>
        <p:spPr>
          <a:xfrm>
            <a:off x="6526344" y="318490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998C2E1-A7B0-4912-8388-8FBA0F3AFB02}"/>
              </a:ext>
            </a:extLst>
          </p:cNvPr>
          <p:cNvCxnSpPr>
            <a:cxnSpLocks/>
          </p:cNvCxnSpPr>
          <p:nvPr/>
        </p:nvCxnSpPr>
        <p:spPr>
          <a:xfrm>
            <a:off x="6683824" y="318490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698399B1-D5A2-4D1B-AF29-10BF5208F0D9}"/>
              </a:ext>
            </a:extLst>
          </p:cNvPr>
          <p:cNvCxnSpPr>
            <a:cxnSpLocks/>
          </p:cNvCxnSpPr>
          <p:nvPr/>
        </p:nvCxnSpPr>
        <p:spPr>
          <a:xfrm>
            <a:off x="6866704" y="318490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83CC2A18-68EA-4155-83EA-8676AD6793CF}"/>
              </a:ext>
            </a:extLst>
          </p:cNvPr>
          <p:cNvCxnSpPr>
            <a:cxnSpLocks/>
          </p:cNvCxnSpPr>
          <p:nvPr/>
        </p:nvCxnSpPr>
        <p:spPr>
          <a:xfrm>
            <a:off x="7039424" y="317975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5C5400D-1BC2-43AE-9175-498D24267156}"/>
              </a:ext>
            </a:extLst>
          </p:cNvPr>
          <p:cNvCxnSpPr>
            <a:cxnSpLocks/>
          </p:cNvCxnSpPr>
          <p:nvPr/>
        </p:nvCxnSpPr>
        <p:spPr>
          <a:xfrm>
            <a:off x="7196904" y="317975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EBD4AEF9-9945-42AB-ABFB-99B978EB2917}"/>
              </a:ext>
            </a:extLst>
          </p:cNvPr>
          <p:cNvCxnSpPr>
            <a:cxnSpLocks/>
          </p:cNvCxnSpPr>
          <p:nvPr/>
        </p:nvCxnSpPr>
        <p:spPr>
          <a:xfrm>
            <a:off x="7354384" y="317975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95A4834D-4603-46A9-BDA4-A3A2917E386B}"/>
              </a:ext>
            </a:extLst>
          </p:cNvPr>
          <p:cNvCxnSpPr>
            <a:cxnSpLocks/>
          </p:cNvCxnSpPr>
          <p:nvPr/>
        </p:nvCxnSpPr>
        <p:spPr>
          <a:xfrm>
            <a:off x="7537264" y="3179753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B6EDDEAD-B2FB-4017-B481-069DD7236524}"/>
              </a:ext>
            </a:extLst>
          </p:cNvPr>
          <p:cNvCxnSpPr>
            <a:cxnSpLocks/>
          </p:cNvCxnSpPr>
          <p:nvPr/>
        </p:nvCxnSpPr>
        <p:spPr>
          <a:xfrm>
            <a:off x="7715064" y="318490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A3CC690F-C233-49E0-8246-7B05DB3EB02B}"/>
              </a:ext>
            </a:extLst>
          </p:cNvPr>
          <p:cNvCxnSpPr>
            <a:cxnSpLocks/>
          </p:cNvCxnSpPr>
          <p:nvPr/>
        </p:nvCxnSpPr>
        <p:spPr>
          <a:xfrm>
            <a:off x="7872544" y="318490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0DF0DFB2-CDE4-4670-AD91-08D8F8631CED}"/>
              </a:ext>
            </a:extLst>
          </p:cNvPr>
          <p:cNvCxnSpPr>
            <a:cxnSpLocks/>
          </p:cNvCxnSpPr>
          <p:nvPr/>
        </p:nvCxnSpPr>
        <p:spPr>
          <a:xfrm>
            <a:off x="8030024" y="318490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06FBB552-0C16-46F8-B890-F2EAB78203B9}"/>
              </a:ext>
            </a:extLst>
          </p:cNvPr>
          <p:cNvCxnSpPr>
            <a:cxnSpLocks/>
          </p:cNvCxnSpPr>
          <p:nvPr/>
        </p:nvCxnSpPr>
        <p:spPr>
          <a:xfrm>
            <a:off x="8212904" y="3184909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4B84FBA3-1543-4366-BAE0-211BC21FB6E6}"/>
              </a:ext>
            </a:extLst>
          </p:cNvPr>
          <p:cNvCxnSpPr>
            <a:cxnSpLocks/>
          </p:cNvCxnSpPr>
          <p:nvPr/>
        </p:nvCxnSpPr>
        <p:spPr>
          <a:xfrm flipH="1">
            <a:off x="2994352" y="1498581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29F81950-4C6F-4EF2-B52B-607D19636719}"/>
              </a:ext>
            </a:extLst>
          </p:cNvPr>
          <p:cNvCxnSpPr>
            <a:cxnSpLocks/>
          </p:cNvCxnSpPr>
          <p:nvPr/>
        </p:nvCxnSpPr>
        <p:spPr>
          <a:xfrm flipH="1">
            <a:off x="3151410" y="1502163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5E1679EA-D69E-4FBC-9614-4B7FCB0F5C13}"/>
              </a:ext>
            </a:extLst>
          </p:cNvPr>
          <p:cNvCxnSpPr>
            <a:cxnSpLocks/>
          </p:cNvCxnSpPr>
          <p:nvPr/>
        </p:nvCxnSpPr>
        <p:spPr>
          <a:xfrm flipH="1">
            <a:off x="3307546" y="1502209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4D042E7D-50EB-421A-83F4-8914AAC1CE56}"/>
              </a:ext>
            </a:extLst>
          </p:cNvPr>
          <p:cNvCxnSpPr>
            <a:cxnSpLocks/>
          </p:cNvCxnSpPr>
          <p:nvPr/>
        </p:nvCxnSpPr>
        <p:spPr>
          <a:xfrm flipH="1">
            <a:off x="3497850" y="1498535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7AB68DC7-EB98-4CE5-975E-A99F44DF32A9}"/>
              </a:ext>
            </a:extLst>
          </p:cNvPr>
          <p:cNvCxnSpPr>
            <a:cxnSpLocks/>
          </p:cNvCxnSpPr>
          <p:nvPr/>
        </p:nvCxnSpPr>
        <p:spPr>
          <a:xfrm flipH="1" flipV="1">
            <a:off x="2999128" y="1498489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E233756E-9840-4F18-AFDE-1D136DFE0FFE}"/>
              </a:ext>
            </a:extLst>
          </p:cNvPr>
          <p:cNvCxnSpPr>
            <a:cxnSpLocks/>
          </p:cNvCxnSpPr>
          <p:nvPr/>
        </p:nvCxnSpPr>
        <p:spPr>
          <a:xfrm flipH="1" flipV="1">
            <a:off x="3155147" y="1498489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1C6745D4-97D3-4932-81DB-98A18565B884}"/>
              </a:ext>
            </a:extLst>
          </p:cNvPr>
          <p:cNvCxnSpPr>
            <a:cxnSpLocks/>
          </p:cNvCxnSpPr>
          <p:nvPr/>
        </p:nvCxnSpPr>
        <p:spPr>
          <a:xfrm flipH="1" flipV="1">
            <a:off x="3319042" y="1502243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86C10DA1-6F38-460B-8906-34A4E88CDAF8}"/>
              </a:ext>
            </a:extLst>
          </p:cNvPr>
          <p:cNvCxnSpPr>
            <a:cxnSpLocks/>
          </p:cNvCxnSpPr>
          <p:nvPr/>
        </p:nvCxnSpPr>
        <p:spPr>
          <a:xfrm flipH="1" flipV="1">
            <a:off x="3491483" y="1495284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AE4E8BF5-5B1E-4F73-BC7F-9C203BB3B910}"/>
              </a:ext>
            </a:extLst>
          </p:cNvPr>
          <p:cNvCxnSpPr>
            <a:cxnSpLocks/>
          </p:cNvCxnSpPr>
          <p:nvPr/>
        </p:nvCxnSpPr>
        <p:spPr>
          <a:xfrm flipH="1">
            <a:off x="4339236" y="1502737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D2E7A9C2-49A8-481F-B4FC-0ABAC6386215}"/>
              </a:ext>
            </a:extLst>
          </p:cNvPr>
          <p:cNvCxnSpPr>
            <a:cxnSpLocks/>
          </p:cNvCxnSpPr>
          <p:nvPr/>
        </p:nvCxnSpPr>
        <p:spPr>
          <a:xfrm flipH="1">
            <a:off x="4496294" y="1506319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4F4A293-8415-4C9B-878C-22B45351A3A4}"/>
              </a:ext>
            </a:extLst>
          </p:cNvPr>
          <p:cNvCxnSpPr>
            <a:cxnSpLocks/>
          </p:cNvCxnSpPr>
          <p:nvPr/>
        </p:nvCxnSpPr>
        <p:spPr>
          <a:xfrm flipH="1">
            <a:off x="4652430" y="1506365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DEA3EC6B-3497-40B0-8EF8-4854175967B4}"/>
              </a:ext>
            </a:extLst>
          </p:cNvPr>
          <p:cNvCxnSpPr>
            <a:cxnSpLocks/>
          </p:cNvCxnSpPr>
          <p:nvPr/>
        </p:nvCxnSpPr>
        <p:spPr>
          <a:xfrm flipH="1">
            <a:off x="4819009" y="1505896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AB4AD2CA-95DD-4385-A819-41844E9701D9}"/>
              </a:ext>
            </a:extLst>
          </p:cNvPr>
          <p:cNvCxnSpPr>
            <a:cxnSpLocks/>
          </p:cNvCxnSpPr>
          <p:nvPr/>
        </p:nvCxnSpPr>
        <p:spPr>
          <a:xfrm flipH="1" flipV="1">
            <a:off x="4344012" y="1502645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EC19D33E-8091-4888-AEB5-CB0D7E89572A}"/>
              </a:ext>
            </a:extLst>
          </p:cNvPr>
          <p:cNvCxnSpPr>
            <a:cxnSpLocks/>
          </p:cNvCxnSpPr>
          <p:nvPr/>
        </p:nvCxnSpPr>
        <p:spPr>
          <a:xfrm flipH="1" flipV="1">
            <a:off x="4500031" y="1502645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CEEBD678-50E3-4BA7-8390-C47F49BAD321}"/>
              </a:ext>
            </a:extLst>
          </p:cNvPr>
          <p:cNvCxnSpPr>
            <a:cxnSpLocks/>
          </p:cNvCxnSpPr>
          <p:nvPr/>
        </p:nvCxnSpPr>
        <p:spPr>
          <a:xfrm flipH="1" flipV="1">
            <a:off x="4663926" y="1506399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654A3E73-28CF-4397-B142-5786A9180E9D}"/>
              </a:ext>
            </a:extLst>
          </p:cNvPr>
          <p:cNvCxnSpPr>
            <a:cxnSpLocks/>
          </p:cNvCxnSpPr>
          <p:nvPr/>
        </p:nvCxnSpPr>
        <p:spPr>
          <a:xfrm flipH="1" flipV="1">
            <a:off x="4836367" y="1499440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C9AF5BE7-0C9A-4A88-A962-56D97FAA33BF}"/>
              </a:ext>
            </a:extLst>
          </p:cNvPr>
          <p:cNvCxnSpPr>
            <a:cxnSpLocks/>
          </p:cNvCxnSpPr>
          <p:nvPr/>
        </p:nvCxnSpPr>
        <p:spPr>
          <a:xfrm flipH="1">
            <a:off x="5693812" y="1502836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EBC6DEEA-DCFB-401D-884C-65728AC11843}"/>
              </a:ext>
            </a:extLst>
          </p:cNvPr>
          <p:cNvCxnSpPr>
            <a:cxnSpLocks/>
          </p:cNvCxnSpPr>
          <p:nvPr/>
        </p:nvCxnSpPr>
        <p:spPr>
          <a:xfrm flipH="1">
            <a:off x="5855501" y="1504991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CF17EB38-960C-48D8-BA92-01582547DA99}"/>
              </a:ext>
            </a:extLst>
          </p:cNvPr>
          <p:cNvCxnSpPr>
            <a:cxnSpLocks/>
          </p:cNvCxnSpPr>
          <p:nvPr/>
        </p:nvCxnSpPr>
        <p:spPr>
          <a:xfrm flipH="1">
            <a:off x="6011637" y="1505037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F39FF219-9265-4395-BA05-799270C237A7}"/>
              </a:ext>
            </a:extLst>
          </p:cNvPr>
          <p:cNvCxnSpPr>
            <a:cxnSpLocks/>
          </p:cNvCxnSpPr>
          <p:nvPr/>
        </p:nvCxnSpPr>
        <p:spPr>
          <a:xfrm flipH="1">
            <a:off x="6201941" y="1501363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7049FBD8-E1F1-439E-89B6-5D6BE28F3290}"/>
              </a:ext>
            </a:extLst>
          </p:cNvPr>
          <p:cNvCxnSpPr>
            <a:cxnSpLocks/>
          </p:cNvCxnSpPr>
          <p:nvPr/>
        </p:nvCxnSpPr>
        <p:spPr>
          <a:xfrm flipH="1" flipV="1">
            <a:off x="5673526" y="1488530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E9839565-2D46-4C67-85C2-345C58221844}"/>
              </a:ext>
            </a:extLst>
          </p:cNvPr>
          <p:cNvCxnSpPr>
            <a:cxnSpLocks/>
          </p:cNvCxnSpPr>
          <p:nvPr/>
        </p:nvCxnSpPr>
        <p:spPr>
          <a:xfrm flipH="1" flipV="1">
            <a:off x="5868122" y="1496869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3AF025F8-E246-4099-89DD-71F459364A06}"/>
              </a:ext>
            </a:extLst>
          </p:cNvPr>
          <p:cNvCxnSpPr>
            <a:cxnSpLocks/>
          </p:cNvCxnSpPr>
          <p:nvPr/>
        </p:nvCxnSpPr>
        <p:spPr>
          <a:xfrm flipH="1" flipV="1">
            <a:off x="6032017" y="1500623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7A34D4AD-508F-4359-9C5D-7D4DD794B33A}"/>
              </a:ext>
            </a:extLst>
          </p:cNvPr>
          <p:cNvCxnSpPr>
            <a:cxnSpLocks/>
          </p:cNvCxnSpPr>
          <p:nvPr/>
        </p:nvCxnSpPr>
        <p:spPr>
          <a:xfrm flipH="1" flipV="1">
            <a:off x="6204458" y="1493664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4AE8E23E-0BC6-4D3E-86E1-34CAC65BD06F}"/>
              </a:ext>
            </a:extLst>
          </p:cNvPr>
          <p:cNvCxnSpPr>
            <a:cxnSpLocks/>
          </p:cNvCxnSpPr>
          <p:nvPr/>
        </p:nvCxnSpPr>
        <p:spPr>
          <a:xfrm flipH="1">
            <a:off x="7041364" y="1495032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73404CDD-E586-49A3-81E7-1365EC5EEC47}"/>
              </a:ext>
            </a:extLst>
          </p:cNvPr>
          <p:cNvCxnSpPr>
            <a:cxnSpLocks/>
          </p:cNvCxnSpPr>
          <p:nvPr/>
        </p:nvCxnSpPr>
        <p:spPr>
          <a:xfrm flipH="1">
            <a:off x="7201201" y="1504991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AE90A36F-0041-4DD4-ACDE-71099137FF5B}"/>
              </a:ext>
            </a:extLst>
          </p:cNvPr>
          <p:cNvCxnSpPr>
            <a:cxnSpLocks/>
          </p:cNvCxnSpPr>
          <p:nvPr/>
        </p:nvCxnSpPr>
        <p:spPr>
          <a:xfrm flipH="1">
            <a:off x="7357337" y="1505037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555FC273-7580-42DE-9459-B1F129E93C7D}"/>
              </a:ext>
            </a:extLst>
          </p:cNvPr>
          <p:cNvCxnSpPr>
            <a:cxnSpLocks/>
          </p:cNvCxnSpPr>
          <p:nvPr/>
        </p:nvCxnSpPr>
        <p:spPr>
          <a:xfrm flipH="1">
            <a:off x="7542705" y="1501534"/>
            <a:ext cx="667638" cy="6594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71E549C3-10E7-46B4-A50D-C1F804B825C8}"/>
              </a:ext>
            </a:extLst>
          </p:cNvPr>
          <p:cNvCxnSpPr>
            <a:cxnSpLocks/>
          </p:cNvCxnSpPr>
          <p:nvPr/>
        </p:nvCxnSpPr>
        <p:spPr>
          <a:xfrm flipH="1" flipV="1">
            <a:off x="7019226" y="1488530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F96B7E59-1C5B-417F-9669-9B8EDD5A0D91}"/>
              </a:ext>
            </a:extLst>
          </p:cNvPr>
          <p:cNvCxnSpPr>
            <a:cxnSpLocks/>
          </p:cNvCxnSpPr>
          <p:nvPr/>
        </p:nvCxnSpPr>
        <p:spPr>
          <a:xfrm flipH="1" flipV="1">
            <a:off x="7198843" y="1495284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E7A5675-D53E-48D3-B156-7D824446F78B}"/>
              </a:ext>
            </a:extLst>
          </p:cNvPr>
          <p:cNvCxnSpPr>
            <a:cxnSpLocks/>
          </p:cNvCxnSpPr>
          <p:nvPr/>
        </p:nvCxnSpPr>
        <p:spPr>
          <a:xfrm flipH="1" flipV="1">
            <a:off x="7363845" y="1501370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9852DB59-D3A3-41E6-B3B7-2B12BF31CFA5}"/>
              </a:ext>
            </a:extLst>
          </p:cNvPr>
          <p:cNvCxnSpPr>
            <a:cxnSpLocks/>
          </p:cNvCxnSpPr>
          <p:nvPr/>
        </p:nvCxnSpPr>
        <p:spPr>
          <a:xfrm flipH="1" flipV="1">
            <a:off x="7540885" y="1493954"/>
            <a:ext cx="667638" cy="6659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4419C85D-E30F-4932-A5F3-CB008B2699DC}"/>
              </a:ext>
            </a:extLst>
          </p:cNvPr>
          <p:cNvCxnSpPr>
            <a:cxnSpLocks/>
          </p:cNvCxnSpPr>
          <p:nvPr/>
        </p:nvCxnSpPr>
        <p:spPr>
          <a:xfrm flipH="1">
            <a:off x="2988770" y="2362269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E7B67D18-42E1-44E8-8192-BD0DFA8BBD9E}"/>
              </a:ext>
            </a:extLst>
          </p:cNvPr>
          <p:cNvCxnSpPr>
            <a:cxnSpLocks/>
          </p:cNvCxnSpPr>
          <p:nvPr/>
        </p:nvCxnSpPr>
        <p:spPr>
          <a:xfrm flipH="1">
            <a:off x="3148158" y="2357128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55F3664D-87EA-4ABA-9CEE-8BA738A6B692}"/>
              </a:ext>
            </a:extLst>
          </p:cNvPr>
          <p:cNvCxnSpPr>
            <a:cxnSpLocks/>
          </p:cNvCxnSpPr>
          <p:nvPr/>
        </p:nvCxnSpPr>
        <p:spPr>
          <a:xfrm>
            <a:off x="2992586" y="234247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27638CC7-D78F-4170-A42B-F9A048EF9FB7}"/>
              </a:ext>
            </a:extLst>
          </p:cNvPr>
          <p:cNvCxnSpPr>
            <a:cxnSpLocks/>
          </p:cNvCxnSpPr>
          <p:nvPr/>
        </p:nvCxnSpPr>
        <p:spPr>
          <a:xfrm>
            <a:off x="3157488" y="234247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6294BF85-0323-4627-80B6-E93269FE5C46}"/>
              </a:ext>
            </a:extLst>
          </p:cNvPr>
          <p:cNvCxnSpPr>
            <a:cxnSpLocks/>
          </p:cNvCxnSpPr>
          <p:nvPr/>
        </p:nvCxnSpPr>
        <p:spPr>
          <a:xfrm flipH="1">
            <a:off x="3677835" y="2362269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FBD48A58-BB03-4304-AFFD-BA6CAA349CDD}"/>
              </a:ext>
            </a:extLst>
          </p:cNvPr>
          <p:cNvCxnSpPr>
            <a:cxnSpLocks/>
          </p:cNvCxnSpPr>
          <p:nvPr/>
        </p:nvCxnSpPr>
        <p:spPr>
          <a:xfrm flipH="1">
            <a:off x="3837223" y="2357128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BD5A7A3D-6E6C-4141-AB0E-2AB0E1B00109}"/>
              </a:ext>
            </a:extLst>
          </p:cNvPr>
          <p:cNvCxnSpPr>
            <a:cxnSpLocks/>
          </p:cNvCxnSpPr>
          <p:nvPr/>
        </p:nvCxnSpPr>
        <p:spPr>
          <a:xfrm>
            <a:off x="3681651" y="234247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DF0E3893-9A55-41C2-B10C-6BBE01247574}"/>
              </a:ext>
            </a:extLst>
          </p:cNvPr>
          <p:cNvCxnSpPr>
            <a:cxnSpLocks/>
          </p:cNvCxnSpPr>
          <p:nvPr/>
        </p:nvCxnSpPr>
        <p:spPr>
          <a:xfrm>
            <a:off x="3846553" y="234247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1FA7C8EC-EA07-4230-A5B1-3A7ED03166D9}"/>
              </a:ext>
            </a:extLst>
          </p:cNvPr>
          <p:cNvCxnSpPr>
            <a:cxnSpLocks/>
          </p:cNvCxnSpPr>
          <p:nvPr/>
        </p:nvCxnSpPr>
        <p:spPr>
          <a:xfrm flipH="1">
            <a:off x="4336835" y="2362269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DE371A27-5561-48DC-BEE8-FAFEAE2E4E2D}"/>
              </a:ext>
            </a:extLst>
          </p:cNvPr>
          <p:cNvCxnSpPr>
            <a:cxnSpLocks/>
          </p:cNvCxnSpPr>
          <p:nvPr/>
        </p:nvCxnSpPr>
        <p:spPr>
          <a:xfrm flipH="1">
            <a:off x="4496223" y="2357128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3D4F2C22-180E-477D-8E98-3B355F9C17DD}"/>
              </a:ext>
            </a:extLst>
          </p:cNvPr>
          <p:cNvCxnSpPr>
            <a:cxnSpLocks/>
          </p:cNvCxnSpPr>
          <p:nvPr/>
        </p:nvCxnSpPr>
        <p:spPr>
          <a:xfrm>
            <a:off x="4340651" y="234247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C64C3DA0-6C7E-4EC8-BCF0-0F6BB4A11A5A}"/>
              </a:ext>
            </a:extLst>
          </p:cNvPr>
          <p:cNvCxnSpPr>
            <a:cxnSpLocks/>
          </p:cNvCxnSpPr>
          <p:nvPr/>
        </p:nvCxnSpPr>
        <p:spPr>
          <a:xfrm>
            <a:off x="4505553" y="234247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453B9067-A11B-424A-92DB-1FFC9E595335}"/>
              </a:ext>
            </a:extLst>
          </p:cNvPr>
          <p:cNvCxnSpPr>
            <a:cxnSpLocks/>
          </p:cNvCxnSpPr>
          <p:nvPr/>
        </p:nvCxnSpPr>
        <p:spPr>
          <a:xfrm flipH="1">
            <a:off x="5006580" y="2362269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4B3F4104-5116-45E3-B2EE-20371C3DEFA7}"/>
              </a:ext>
            </a:extLst>
          </p:cNvPr>
          <p:cNvCxnSpPr>
            <a:cxnSpLocks/>
          </p:cNvCxnSpPr>
          <p:nvPr/>
        </p:nvCxnSpPr>
        <p:spPr>
          <a:xfrm flipH="1">
            <a:off x="5165968" y="2357128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4CFE0F1C-A549-496D-B6C1-7773B51286B3}"/>
              </a:ext>
            </a:extLst>
          </p:cNvPr>
          <p:cNvCxnSpPr>
            <a:cxnSpLocks/>
          </p:cNvCxnSpPr>
          <p:nvPr/>
        </p:nvCxnSpPr>
        <p:spPr>
          <a:xfrm>
            <a:off x="5010396" y="234247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B50C3BFD-891A-4256-B256-957E0B896C73}"/>
              </a:ext>
            </a:extLst>
          </p:cNvPr>
          <p:cNvCxnSpPr>
            <a:cxnSpLocks/>
          </p:cNvCxnSpPr>
          <p:nvPr/>
        </p:nvCxnSpPr>
        <p:spPr>
          <a:xfrm>
            <a:off x="5175298" y="234247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CF688C88-BB52-4AAF-83C7-D7B6BB51A827}"/>
              </a:ext>
            </a:extLst>
          </p:cNvPr>
          <p:cNvCxnSpPr>
            <a:cxnSpLocks/>
          </p:cNvCxnSpPr>
          <p:nvPr/>
        </p:nvCxnSpPr>
        <p:spPr>
          <a:xfrm flipH="1">
            <a:off x="5695802" y="2362269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1DCE87C-5205-4E40-8373-2BA904A11F97}"/>
              </a:ext>
            </a:extLst>
          </p:cNvPr>
          <p:cNvCxnSpPr>
            <a:cxnSpLocks/>
          </p:cNvCxnSpPr>
          <p:nvPr/>
        </p:nvCxnSpPr>
        <p:spPr>
          <a:xfrm flipH="1">
            <a:off x="5855190" y="2357128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B3DE0A8A-0982-45A3-810F-058CC9355344}"/>
              </a:ext>
            </a:extLst>
          </p:cNvPr>
          <p:cNvCxnSpPr>
            <a:cxnSpLocks/>
          </p:cNvCxnSpPr>
          <p:nvPr/>
        </p:nvCxnSpPr>
        <p:spPr>
          <a:xfrm>
            <a:off x="5699618" y="234247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F077D1F2-4736-4E57-809E-6EEC8A0B51AF}"/>
              </a:ext>
            </a:extLst>
          </p:cNvPr>
          <p:cNvCxnSpPr>
            <a:cxnSpLocks/>
          </p:cNvCxnSpPr>
          <p:nvPr/>
        </p:nvCxnSpPr>
        <p:spPr>
          <a:xfrm>
            <a:off x="5864520" y="2342476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30BBAE7C-9630-488F-A1BB-F817A3644A3E}"/>
              </a:ext>
            </a:extLst>
          </p:cNvPr>
          <p:cNvCxnSpPr>
            <a:cxnSpLocks/>
          </p:cNvCxnSpPr>
          <p:nvPr/>
        </p:nvCxnSpPr>
        <p:spPr>
          <a:xfrm flipH="1">
            <a:off x="6359986" y="2350788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F4AACEDA-AB0E-4DFD-A397-7AF9A82902BB}"/>
              </a:ext>
            </a:extLst>
          </p:cNvPr>
          <p:cNvCxnSpPr>
            <a:cxnSpLocks/>
          </p:cNvCxnSpPr>
          <p:nvPr/>
        </p:nvCxnSpPr>
        <p:spPr>
          <a:xfrm flipH="1">
            <a:off x="6519374" y="2345647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A8EABA81-2F79-44A2-912D-3F951744616B}"/>
              </a:ext>
            </a:extLst>
          </p:cNvPr>
          <p:cNvCxnSpPr>
            <a:cxnSpLocks/>
          </p:cNvCxnSpPr>
          <p:nvPr/>
        </p:nvCxnSpPr>
        <p:spPr>
          <a:xfrm>
            <a:off x="6363802" y="2330995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B623CB22-4740-47B2-BC72-DAE4D60D425E}"/>
              </a:ext>
            </a:extLst>
          </p:cNvPr>
          <p:cNvCxnSpPr>
            <a:cxnSpLocks/>
          </p:cNvCxnSpPr>
          <p:nvPr/>
        </p:nvCxnSpPr>
        <p:spPr>
          <a:xfrm>
            <a:off x="6528704" y="2330995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30C6186F-E5ED-4D00-AC75-DE30A86FB76B}"/>
              </a:ext>
            </a:extLst>
          </p:cNvPr>
          <p:cNvCxnSpPr>
            <a:cxnSpLocks/>
          </p:cNvCxnSpPr>
          <p:nvPr/>
        </p:nvCxnSpPr>
        <p:spPr>
          <a:xfrm flipH="1">
            <a:off x="7029691" y="2367778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81A18E28-8BBD-4D83-AE7D-26B45C85395B}"/>
              </a:ext>
            </a:extLst>
          </p:cNvPr>
          <p:cNvCxnSpPr>
            <a:cxnSpLocks/>
          </p:cNvCxnSpPr>
          <p:nvPr/>
        </p:nvCxnSpPr>
        <p:spPr>
          <a:xfrm flipH="1">
            <a:off x="7189079" y="2362637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04DA6AC-B146-4CB3-BD0E-0E768C11D742}"/>
              </a:ext>
            </a:extLst>
          </p:cNvPr>
          <p:cNvCxnSpPr>
            <a:cxnSpLocks/>
          </p:cNvCxnSpPr>
          <p:nvPr/>
        </p:nvCxnSpPr>
        <p:spPr>
          <a:xfrm>
            <a:off x="7033507" y="2347985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C3A4D4E5-474B-4E4F-BB4B-983DBAEA41E4}"/>
              </a:ext>
            </a:extLst>
          </p:cNvPr>
          <p:cNvCxnSpPr>
            <a:cxnSpLocks/>
          </p:cNvCxnSpPr>
          <p:nvPr/>
        </p:nvCxnSpPr>
        <p:spPr>
          <a:xfrm>
            <a:off x="7198409" y="2347985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8AA8F662-25C3-488C-81F0-FFA968CB0370}"/>
              </a:ext>
            </a:extLst>
          </p:cNvPr>
          <p:cNvCxnSpPr>
            <a:cxnSpLocks/>
          </p:cNvCxnSpPr>
          <p:nvPr/>
        </p:nvCxnSpPr>
        <p:spPr>
          <a:xfrm flipH="1">
            <a:off x="7707475" y="2371167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CBAEC6DE-C66B-448B-B5F6-065CDD2234F6}"/>
              </a:ext>
            </a:extLst>
          </p:cNvPr>
          <p:cNvCxnSpPr>
            <a:cxnSpLocks/>
          </p:cNvCxnSpPr>
          <p:nvPr/>
        </p:nvCxnSpPr>
        <p:spPr>
          <a:xfrm flipH="1">
            <a:off x="7866863" y="2366026"/>
            <a:ext cx="318776" cy="66243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A3398524-2100-472B-8A9F-AD0D6B78A692}"/>
              </a:ext>
            </a:extLst>
          </p:cNvPr>
          <p:cNvCxnSpPr>
            <a:cxnSpLocks/>
          </p:cNvCxnSpPr>
          <p:nvPr/>
        </p:nvCxnSpPr>
        <p:spPr>
          <a:xfrm>
            <a:off x="7711291" y="2351374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FFFF8576-9C24-4C09-990F-402D5F84B4E9}"/>
              </a:ext>
            </a:extLst>
          </p:cNvPr>
          <p:cNvCxnSpPr>
            <a:cxnSpLocks/>
          </p:cNvCxnSpPr>
          <p:nvPr/>
        </p:nvCxnSpPr>
        <p:spPr>
          <a:xfrm>
            <a:off x="7876193" y="2351374"/>
            <a:ext cx="314532" cy="68142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3AB444DF-5552-4BD5-9A63-CECAE2CED099}"/>
              </a:ext>
            </a:extLst>
          </p:cNvPr>
          <p:cNvCxnSpPr>
            <a:cxnSpLocks/>
          </p:cNvCxnSpPr>
          <p:nvPr/>
        </p:nvCxnSpPr>
        <p:spPr>
          <a:xfrm flipH="1">
            <a:off x="2995740" y="3179753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626D6A01-B3A4-46E7-BA4B-FF885B7B0CC7}"/>
              </a:ext>
            </a:extLst>
          </p:cNvPr>
          <p:cNvCxnSpPr>
            <a:cxnSpLocks/>
          </p:cNvCxnSpPr>
          <p:nvPr/>
        </p:nvCxnSpPr>
        <p:spPr>
          <a:xfrm>
            <a:off x="2995274" y="3190418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57A2E4E4-7757-4874-8608-A4A3827EC321}"/>
              </a:ext>
            </a:extLst>
          </p:cNvPr>
          <p:cNvCxnSpPr>
            <a:cxnSpLocks/>
          </p:cNvCxnSpPr>
          <p:nvPr/>
        </p:nvCxnSpPr>
        <p:spPr>
          <a:xfrm flipH="1">
            <a:off x="3321009" y="3182508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7111C238-9DBF-4504-8064-EEC4687F0276}"/>
              </a:ext>
            </a:extLst>
          </p:cNvPr>
          <p:cNvCxnSpPr>
            <a:cxnSpLocks/>
          </p:cNvCxnSpPr>
          <p:nvPr/>
        </p:nvCxnSpPr>
        <p:spPr>
          <a:xfrm>
            <a:off x="3320543" y="3193173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2F2E86E7-E85C-42A4-873A-A14849676CE0}"/>
              </a:ext>
            </a:extLst>
          </p:cNvPr>
          <p:cNvCxnSpPr>
            <a:cxnSpLocks/>
          </p:cNvCxnSpPr>
          <p:nvPr/>
        </p:nvCxnSpPr>
        <p:spPr>
          <a:xfrm flipH="1">
            <a:off x="3671529" y="3171843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3D7D8489-9126-4349-B81E-28FBBB53486D}"/>
              </a:ext>
            </a:extLst>
          </p:cNvPr>
          <p:cNvCxnSpPr>
            <a:cxnSpLocks/>
          </p:cNvCxnSpPr>
          <p:nvPr/>
        </p:nvCxnSpPr>
        <p:spPr>
          <a:xfrm>
            <a:off x="3671063" y="3182508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EB4FCBA7-90CD-4325-9184-E7ABD06D533E}"/>
              </a:ext>
            </a:extLst>
          </p:cNvPr>
          <p:cNvCxnSpPr>
            <a:cxnSpLocks/>
          </p:cNvCxnSpPr>
          <p:nvPr/>
        </p:nvCxnSpPr>
        <p:spPr>
          <a:xfrm flipH="1">
            <a:off x="3996649" y="3161178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4FACF235-7636-4545-BF9A-E4DC435BE182}"/>
              </a:ext>
            </a:extLst>
          </p:cNvPr>
          <p:cNvCxnSpPr>
            <a:cxnSpLocks/>
          </p:cNvCxnSpPr>
          <p:nvPr/>
        </p:nvCxnSpPr>
        <p:spPr>
          <a:xfrm>
            <a:off x="3996183" y="3171843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597DF7E8-E3CA-4BFD-A5CD-6C3D4152213F}"/>
              </a:ext>
            </a:extLst>
          </p:cNvPr>
          <p:cNvCxnSpPr>
            <a:cxnSpLocks/>
          </p:cNvCxnSpPr>
          <p:nvPr/>
        </p:nvCxnSpPr>
        <p:spPr>
          <a:xfrm flipH="1">
            <a:off x="4332047" y="3173220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C693E3DC-DC8C-4A40-AA4A-2B0628574E4E}"/>
              </a:ext>
            </a:extLst>
          </p:cNvPr>
          <p:cNvCxnSpPr>
            <a:cxnSpLocks/>
          </p:cNvCxnSpPr>
          <p:nvPr/>
        </p:nvCxnSpPr>
        <p:spPr>
          <a:xfrm>
            <a:off x="4331581" y="3183885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C9040E7B-67EE-408B-A30F-A6EC25E547BC}"/>
              </a:ext>
            </a:extLst>
          </p:cNvPr>
          <p:cNvCxnSpPr>
            <a:cxnSpLocks/>
          </p:cNvCxnSpPr>
          <p:nvPr/>
        </p:nvCxnSpPr>
        <p:spPr>
          <a:xfrm flipH="1">
            <a:off x="4655392" y="3185408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D4A9F15E-878A-45E5-9C84-BA972D76DAEA}"/>
              </a:ext>
            </a:extLst>
          </p:cNvPr>
          <p:cNvCxnSpPr>
            <a:cxnSpLocks/>
          </p:cNvCxnSpPr>
          <p:nvPr/>
        </p:nvCxnSpPr>
        <p:spPr>
          <a:xfrm>
            <a:off x="4654926" y="3196073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4A244ABE-FF02-4B9D-9AB2-5FDAE74B8224}"/>
              </a:ext>
            </a:extLst>
          </p:cNvPr>
          <p:cNvCxnSpPr>
            <a:cxnSpLocks/>
          </p:cNvCxnSpPr>
          <p:nvPr/>
        </p:nvCxnSpPr>
        <p:spPr>
          <a:xfrm flipH="1">
            <a:off x="5006212" y="3175798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53144AE7-73A2-420A-9AD7-97C9B26A3AA4}"/>
              </a:ext>
            </a:extLst>
          </p:cNvPr>
          <p:cNvCxnSpPr>
            <a:cxnSpLocks/>
          </p:cNvCxnSpPr>
          <p:nvPr/>
        </p:nvCxnSpPr>
        <p:spPr>
          <a:xfrm>
            <a:off x="5005746" y="3186463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5EF38823-964E-442F-B132-3E3570883C9D}"/>
              </a:ext>
            </a:extLst>
          </p:cNvPr>
          <p:cNvCxnSpPr>
            <a:cxnSpLocks/>
          </p:cNvCxnSpPr>
          <p:nvPr/>
        </p:nvCxnSpPr>
        <p:spPr>
          <a:xfrm flipH="1">
            <a:off x="5336339" y="3187663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D5244053-C4DB-40E8-80EC-5B5C71E24385}"/>
              </a:ext>
            </a:extLst>
          </p:cNvPr>
          <p:cNvCxnSpPr>
            <a:cxnSpLocks/>
          </p:cNvCxnSpPr>
          <p:nvPr/>
        </p:nvCxnSpPr>
        <p:spPr>
          <a:xfrm>
            <a:off x="5335873" y="3198328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0E745AEE-04A1-4B1F-B67C-E905EFE69329}"/>
              </a:ext>
            </a:extLst>
          </p:cNvPr>
          <p:cNvCxnSpPr>
            <a:cxnSpLocks/>
          </p:cNvCxnSpPr>
          <p:nvPr/>
        </p:nvCxnSpPr>
        <p:spPr>
          <a:xfrm flipH="1">
            <a:off x="5696844" y="3161352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2620CFCA-4938-4FEF-A63B-06E4BAC6FB0D}"/>
              </a:ext>
            </a:extLst>
          </p:cNvPr>
          <p:cNvCxnSpPr>
            <a:cxnSpLocks/>
          </p:cNvCxnSpPr>
          <p:nvPr/>
        </p:nvCxnSpPr>
        <p:spPr>
          <a:xfrm>
            <a:off x="5696378" y="3172017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AE35925E-B306-468C-8CBF-011205944609}"/>
              </a:ext>
            </a:extLst>
          </p:cNvPr>
          <p:cNvCxnSpPr>
            <a:cxnSpLocks/>
          </p:cNvCxnSpPr>
          <p:nvPr/>
        </p:nvCxnSpPr>
        <p:spPr>
          <a:xfrm flipH="1">
            <a:off x="6016342" y="3187800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F013FBAD-BBAD-437C-B39B-7F6710E9C989}"/>
              </a:ext>
            </a:extLst>
          </p:cNvPr>
          <p:cNvCxnSpPr>
            <a:cxnSpLocks/>
          </p:cNvCxnSpPr>
          <p:nvPr/>
        </p:nvCxnSpPr>
        <p:spPr>
          <a:xfrm>
            <a:off x="6015876" y="3198465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90BD210A-7A33-43F2-BF6A-EA49EE36E151}"/>
              </a:ext>
            </a:extLst>
          </p:cNvPr>
          <p:cNvCxnSpPr>
            <a:cxnSpLocks/>
          </p:cNvCxnSpPr>
          <p:nvPr/>
        </p:nvCxnSpPr>
        <p:spPr>
          <a:xfrm flipH="1">
            <a:off x="6367755" y="3176998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8B3D9758-D11D-40AB-9E1A-B0B7F4FBAD73}"/>
              </a:ext>
            </a:extLst>
          </p:cNvPr>
          <p:cNvCxnSpPr>
            <a:cxnSpLocks/>
          </p:cNvCxnSpPr>
          <p:nvPr/>
        </p:nvCxnSpPr>
        <p:spPr>
          <a:xfrm>
            <a:off x="6367289" y="3187663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384695D0-DE0E-494A-92FB-EA0E3741B4AA}"/>
              </a:ext>
            </a:extLst>
          </p:cNvPr>
          <p:cNvCxnSpPr>
            <a:cxnSpLocks/>
          </p:cNvCxnSpPr>
          <p:nvPr/>
        </p:nvCxnSpPr>
        <p:spPr>
          <a:xfrm flipH="1">
            <a:off x="6686585" y="3187295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D2600474-8A7F-4B96-8F21-A16949CD6C2A}"/>
              </a:ext>
            </a:extLst>
          </p:cNvPr>
          <p:cNvCxnSpPr>
            <a:cxnSpLocks/>
          </p:cNvCxnSpPr>
          <p:nvPr/>
        </p:nvCxnSpPr>
        <p:spPr>
          <a:xfrm>
            <a:off x="6686119" y="3197960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27EC95D0-4D50-4D9B-9373-D91896514E17}"/>
              </a:ext>
            </a:extLst>
          </p:cNvPr>
          <p:cNvCxnSpPr>
            <a:cxnSpLocks/>
          </p:cNvCxnSpPr>
          <p:nvPr/>
        </p:nvCxnSpPr>
        <p:spPr>
          <a:xfrm flipH="1">
            <a:off x="7040435" y="3198154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40B2977C-5CB6-4B5B-A50E-1AFB2485EE00}"/>
              </a:ext>
            </a:extLst>
          </p:cNvPr>
          <p:cNvCxnSpPr>
            <a:cxnSpLocks/>
          </p:cNvCxnSpPr>
          <p:nvPr/>
        </p:nvCxnSpPr>
        <p:spPr>
          <a:xfrm>
            <a:off x="7039969" y="3208819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1AB5B78A-C759-451A-B567-E32527EEDBB9}"/>
              </a:ext>
            </a:extLst>
          </p:cNvPr>
          <p:cNvCxnSpPr>
            <a:cxnSpLocks/>
          </p:cNvCxnSpPr>
          <p:nvPr/>
        </p:nvCxnSpPr>
        <p:spPr>
          <a:xfrm flipH="1">
            <a:off x="7359807" y="3177579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95E3E64-BE4F-4B7B-A8C2-B5089BB8805D}"/>
              </a:ext>
            </a:extLst>
          </p:cNvPr>
          <p:cNvCxnSpPr>
            <a:cxnSpLocks/>
          </p:cNvCxnSpPr>
          <p:nvPr/>
        </p:nvCxnSpPr>
        <p:spPr>
          <a:xfrm>
            <a:off x="7359341" y="3188244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3D325054-7838-4122-BC16-B518D3EC9FF0}"/>
              </a:ext>
            </a:extLst>
          </p:cNvPr>
          <p:cNvCxnSpPr>
            <a:cxnSpLocks/>
          </p:cNvCxnSpPr>
          <p:nvPr/>
        </p:nvCxnSpPr>
        <p:spPr>
          <a:xfrm flipH="1">
            <a:off x="7710038" y="3167888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D4772844-0458-417C-AEC0-9CE73A4BF7F9}"/>
              </a:ext>
            </a:extLst>
          </p:cNvPr>
          <p:cNvCxnSpPr>
            <a:cxnSpLocks/>
          </p:cNvCxnSpPr>
          <p:nvPr/>
        </p:nvCxnSpPr>
        <p:spPr>
          <a:xfrm>
            <a:off x="7709572" y="3178553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8BFC8CAA-25EA-45D6-9228-7067C1610916}"/>
              </a:ext>
            </a:extLst>
          </p:cNvPr>
          <p:cNvCxnSpPr>
            <a:cxnSpLocks/>
          </p:cNvCxnSpPr>
          <p:nvPr/>
        </p:nvCxnSpPr>
        <p:spPr>
          <a:xfrm flipH="1">
            <a:off x="8040053" y="3173043"/>
            <a:ext cx="157424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D99AE289-253A-43D9-95DB-E2BE4D720887}"/>
              </a:ext>
            </a:extLst>
          </p:cNvPr>
          <p:cNvCxnSpPr>
            <a:cxnSpLocks/>
          </p:cNvCxnSpPr>
          <p:nvPr/>
        </p:nvCxnSpPr>
        <p:spPr>
          <a:xfrm>
            <a:off x="8039587" y="3183708"/>
            <a:ext cx="157716" cy="66560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5" name="Table 264">
            <a:extLst>
              <a:ext uri="{FF2B5EF4-FFF2-40B4-BE49-F238E27FC236}">
                <a16:creationId xmlns:a16="http://schemas.microsoft.com/office/drawing/2014/main" id="{4EB52625-A91C-4172-BFA6-68334E01A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124465"/>
              </p:ext>
            </p:extLst>
          </p:nvPr>
        </p:nvGraphicFramePr>
        <p:xfrm>
          <a:off x="2913710" y="604334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74460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3338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sp>
        <p:nvSpPr>
          <p:cNvPr id="266" name="TextBox 265">
            <a:extLst>
              <a:ext uri="{FF2B5EF4-FFF2-40B4-BE49-F238E27FC236}">
                <a16:creationId xmlns:a16="http://schemas.microsoft.com/office/drawing/2014/main" id="{6C5C2490-7A5E-457B-A3BD-9A22E98A80BF}"/>
              </a:ext>
            </a:extLst>
          </p:cNvPr>
          <p:cNvSpPr txBox="1"/>
          <p:nvPr/>
        </p:nvSpPr>
        <p:spPr>
          <a:xfrm>
            <a:off x="1127350" y="826048"/>
            <a:ext cx="2369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Cooley-</a:t>
            </a:r>
            <a:r>
              <a:rPr lang="en-US" sz="1600" dirty="0" err="1"/>
              <a:t>tukey</a:t>
            </a:r>
            <a:r>
              <a:rPr lang="en-US" sz="1600" dirty="0"/>
              <a:t>-r (</a:t>
            </a:r>
            <a:r>
              <a:rPr lang="en-US" altLang="zh-CN" sz="1600" dirty="0"/>
              <a:t>32</a:t>
            </a:r>
            <a:r>
              <a:rPr lang="en-US" sz="1600" dirty="0"/>
              <a:t> </a:t>
            </a:r>
            <a:r>
              <a:rPr lang="en-US" sz="1600" dirty="0" err="1"/>
              <a:t>pt</a:t>
            </a:r>
            <a:r>
              <a:rPr lang="en-US" sz="1600" dirty="0"/>
              <a:t>)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20982DBA-DFC1-4417-A9C0-28FE3BAC30C4}"/>
              </a:ext>
            </a:extLst>
          </p:cNvPr>
          <p:cNvSpPr txBox="1"/>
          <p:nvPr/>
        </p:nvSpPr>
        <p:spPr>
          <a:xfrm>
            <a:off x="2356136" y="1685479"/>
            <a:ext cx="6703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W2_0*4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77CD6F1D-7B45-49A9-B3EA-C8E365E3D30D}"/>
              </a:ext>
            </a:extLst>
          </p:cNvPr>
          <p:cNvSpPr txBox="1"/>
          <p:nvPr/>
        </p:nvSpPr>
        <p:spPr>
          <a:xfrm>
            <a:off x="2337074" y="2316168"/>
            <a:ext cx="620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W4_0*2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W4_1*2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A1BA228C-1B96-464A-9637-BA822AE783DB}"/>
              </a:ext>
            </a:extLst>
          </p:cNvPr>
          <p:cNvSpPr txBox="1"/>
          <p:nvPr/>
        </p:nvSpPr>
        <p:spPr>
          <a:xfrm>
            <a:off x="2334063" y="3025417"/>
            <a:ext cx="680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W8_0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W8_2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W8_1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W8_3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68AC2E68-2B75-47E5-B271-E9961820CC6A}"/>
              </a:ext>
            </a:extLst>
          </p:cNvPr>
          <p:cNvSpPr txBox="1"/>
          <p:nvPr/>
        </p:nvSpPr>
        <p:spPr>
          <a:xfrm>
            <a:off x="2432366" y="3979702"/>
            <a:ext cx="571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W16_0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W16_4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W16_2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W16_6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W16_1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W16_5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W16_3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W16_7</a:t>
            </a:r>
          </a:p>
        </p:txBody>
      </p:sp>
      <p:graphicFrame>
        <p:nvGraphicFramePr>
          <p:cNvPr id="275" name="Table 274">
            <a:extLst>
              <a:ext uri="{FF2B5EF4-FFF2-40B4-BE49-F238E27FC236}">
                <a16:creationId xmlns:a16="http://schemas.microsoft.com/office/drawing/2014/main" id="{C97A18FA-37B0-438B-BC27-6C8F4B929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259585"/>
              </p:ext>
            </p:extLst>
          </p:nvPr>
        </p:nvGraphicFramePr>
        <p:xfrm>
          <a:off x="2922505" y="5562660"/>
          <a:ext cx="5404768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276" name="Table 275">
            <a:extLst>
              <a:ext uri="{FF2B5EF4-FFF2-40B4-BE49-F238E27FC236}">
                <a16:creationId xmlns:a16="http://schemas.microsoft.com/office/drawing/2014/main" id="{B370758C-3996-4E87-966E-BADC2D47B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481078"/>
              </p:ext>
            </p:extLst>
          </p:nvPr>
        </p:nvGraphicFramePr>
        <p:xfrm>
          <a:off x="2912086" y="6363687"/>
          <a:ext cx="5425607" cy="17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99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89738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68899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</a:tblGrid>
              <a:tr h="177322"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100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586037F2-DB4F-4004-B3D6-0DDA5EB19529}"/>
              </a:ext>
            </a:extLst>
          </p:cNvPr>
          <p:cNvCxnSpPr>
            <a:cxnSpLocks/>
          </p:cNvCxnSpPr>
          <p:nvPr/>
        </p:nvCxnSpPr>
        <p:spPr>
          <a:xfrm>
            <a:off x="5328699" y="5733169"/>
            <a:ext cx="0" cy="5974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8" name="TextBox 277">
            <a:extLst>
              <a:ext uri="{FF2B5EF4-FFF2-40B4-BE49-F238E27FC236}">
                <a16:creationId xmlns:a16="http://schemas.microsoft.com/office/drawing/2014/main" id="{3C9F6714-0762-4BA4-B623-CF90EC2A4C98}"/>
              </a:ext>
            </a:extLst>
          </p:cNvPr>
          <p:cNvSpPr txBox="1"/>
          <p:nvPr/>
        </p:nvSpPr>
        <p:spPr>
          <a:xfrm>
            <a:off x="4425408" y="5773040"/>
            <a:ext cx="1283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Consolas" panose="020B0609020204030204" pitchFamily="49" charset="0"/>
              </a:rPr>
              <a:t>Bit-reverse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+ reorder</a:t>
            </a:r>
          </a:p>
        </p:txBody>
      </p: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1055B69D-085A-4133-BF65-534A55CE1C50}"/>
              </a:ext>
            </a:extLst>
          </p:cNvPr>
          <p:cNvCxnSpPr>
            <a:cxnSpLocks/>
          </p:cNvCxnSpPr>
          <p:nvPr/>
        </p:nvCxnSpPr>
        <p:spPr>
          <a:xfrm>
            <a:off x="299658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6D12B194-9F1E-4660-87C4-44167732B46E}"/>
              </a:ext>
            </a:extLst>
          </p:cNvPr>
          <p:cNvCxnSpPr>
            <a:cxnSpLocks/>
          </p:cNvCxnSpPr>
          <p:nvPr/>
        </p:nvCxnSpPr>
        <p:spPr>
          <a:xfrm>
            <a:off x="315406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DC2E0F95-A6FF-486A-97C7-2778DB6E6DFC}"/>
              </a:ext>
            </a:extLst>
          </p:cNvPr>
          <p:cNvCxnSpPr>
            <a:cxnSpLocks/>
          </p:cNvCxnSpPr>
          <p:nvPr/>
        </p:nvCxnSpPr>
        <p:spPr>
          <a:xfrm>
            <a:off x="331154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05027A03-A74F-47D1-9147-DDBE612850D0}"/>
              </a:ext>
            </a:extLst>
          </p:cNvPr>
          <p:cNvCxnSpPr>
            <a:cxnSpLocks/>
          </p:cNvCxnSpPr>
          <p:nvPr/>
        </p:nvCxnSpPr>
        <p:spPr>
          <a:xfrm>
            <a:off x="349442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E04A9454-09F1-4AD8-93DC-48961256FA23}"/>
              </a:ext>
            </a:extLst>
          </p:cNvPr>
          <p:cNvCxnSpPr>
            <a:cxnSpLocks/>
          </p:cNvCxnSpPr>
          <p:nvPr/>
        </p:nvCxnSpPr>
        <p:spPr>
          <a:xfrm>
            <a:off x="367222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BD2EDF71-73D8-4669-8CA9-D8B357E9EC31}"/>
              </a:ext>
            </a:extLst>
          </p:cNvPr>
          <p:cNvCxnSpPr>
            <a:cxnSpLocks/>
          </p:cNvCxnSpPr>
          <p:nvPr/>
        </p:nvCxnSpPr>
        <p:spPr>
          <a:xfrm>
            <a:off x="382970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CD29BE81-F3BD-4114-9E98-0E51B99BD6F6}"/>
              </a:ext>
            </a:extLst>
          </p:cNvPr>
          <p:cNvCxnSpPr>
            <a:cxnSpLocks/>
          </p:cNvCxnSpPr>
          <p:nvPr/>
        </p:nvCxnSpPr>
        <p:spPr>
          <a:xfrm>
            <a:off x="398718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347FA958-591E-431B-BE43-6289A1CD1438}"/>
              </a:ext>
            </a:extLst>
          </p:cNvPr>
          <p:cNvCxnSpPr>
            <a:cxnSpLocks/>
          </p:cNvCxnSpPr>
          <p:nvPr/>
        </p:nvCxnSpPr>
        <p:spPr>
          <a:xfrm>
            <a:off x="417006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3B742652-176C-4C25-A5B3-9FE45138E8EE}"/>
              </a:ext>
            </a:extLst>
          </p:cNvPr>
          <p:cNvCxnSpPr>
            <a:cxnSpLocks/>
          </p:cNvCxnSpPr>
          <p:nvPr/>
        </p:nvCxnSpPr>
        <p:spPr>
          <a:xfrm>
            <a:off x="434278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2A72547-7E35-44DA-B49D-8EFD0451793D}"/>
              </a:ext>
            </a:extLst>
          </p:cNvPr>
          <p:cNvCxnSpPr>
            <a:cxnSpLocks/>
          </p:cNvCxnSpPr>
          <p:nvPr/>
        </p:nvCxnSpPr>
        <p:spPr>
          <a:xfrm>
            <a:off x="450026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D88B9D98-5881-44E8-A8BE-3474E5C1E90F}"/>
              </a:ext>
            </a:extLst>
          </p:cNvPr>
          <p:cNvCxnSpPr>
            <a:cxnSpLocks/>
          </p:cNvCxnSpPr>
          <p:nvPr/>
        </p:nvCxnSpPr>
        <p:spPr>
          <a:xfrm>
            <a:off x="465774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10968470-8C8E-406A-91A0-ABC518BB9A97}"/>
              </a:ext>
            </a:extLst>
          </p:cNvPr>
          <p:cNvCxnSpPr>
            <a:cxnSpLocks/>
          </p:cNvCxnSpPr>
          <p:nvPr/>
        </p:nvCxnSpPr>
        <p:spPr>
          <a:xfrm>
            <a:off x="484062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93B78EC6-A553-4482-9775-390AC54CF73F}"/>
              </a:ext>
            </a:extLst>
          </p:cNvPr>
          <p:cNvCxnSpPr>
            <a:cxnSpLocks/>
          </p:cNvCxnSpPr>
          <p:nvPr/>
        </p:nvCxnSpPr>
        <p:spPr>
          <a:xfrm>
            <a:off x="500826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A8DF4E14-F9AC-4B10-88FE-A345A939C836}"/>
              </a:ext>
            </a:extLst>
          </p:cNvPr>
          <p:cNvCxnSpPr>
            <a:cxnSpLocks/>
          </p:cNvCxnSpPr>
          <p:nvPr/>
        </p:nvCxnSpPr>
        <p:spPr>
          <a:xfrm>
            <a:off x="517082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C4F61167-71D9-487E-A3E8-0A824C6ADDCC}"/>
              </a:ext>
            </a:extLst>
          </p:cNvPr>
          <p:cNvCxnSpPr>
            <a:cxnSpLocks/>
          </p:cNvCxnSpPr>
          <p:nvPr/>
        </p:nvCxnSpPr>
        <p:spPr>
          <a:xfrm>
            <a:off x="533846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A2F34D4D-E8B3-4012-9D8C-BE1110C673BF}"/>
              </a:ext>
            </a:extLst>
          </p:cNvPr>
          <p:cNvCxnSpPr>
            <a:cxnSpLocks/>
          </p:cNvCxnSpPr>
          <p:nvPr/>
        </p:nvCxnSpPr>
        <p:spPr>
          <a:xfrm>
            <a:off x="5506108" y="4877532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11CE15CE-9FE4-40EC-AA78-290980A4F9B1}"/>
              </a:ext>
            </a:extLst>
          </p:cNvPr>
          <p:cNvCxnSpPr>
            <a:cxnSpLocks/>
          </p:cNvCxnSpPr>
          <p:nvPr/>
        </p:nvCxnSpPr>
        <p:spPr>
          <a:xfrm>
            <a:off x="570422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EBD24FF7-FA71-4417-9679-4DB2D6BD67B4}"/>
              </a:ext>
            </a:extLst>
          </p:cNvPr>
          <p:cNvCxnSpPr>
            <a:cxnSpLocks/>
          </p:cNvCxnSpPr>
          <p:nvPr/>
        </p:nvCxnSpPr>
        <p:spPr>
          <a:xfrm>
            <a:off x="586170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A6AA7DD8-5FF7-4FE3-88F7-9FF6A788616B}"/>
              </a:ext>
            </a:extLst>
          </p:cNvPr>
          <p:cNvCxnSpPr>
            <a:cxnSpLocks/>
          </p:cNvCxnSpPr>
          <p:nvPr/>
        </p:nvCxnSpPr>
        <p:spPr>
          <a:xfrm>
            <a:off x="601918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C17D0B8B-B1CF-4304-A68E-4CB03E4B1613}"/>
              </a:ext>
            </a:extLst>
          </p:cNvPr>
          <p:cNvCxnSpPr>
            <a:cxnSpLocks/>
          </p:cNvCxnSpPr>
          <p:nvPr/>
        </p:nvCxnSpPr>
        <p:spPr>
          <a:xfrm>
            <a:off x="620206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111A0C67-4F4F-445E-B810-40544C6F25D2}"/>
              </a:ext>
            </a:extLst>
          </p:cNvPr>
          <p:cNvCxnSpPr>
            <a:cxnSpLocks/>
          </p:cNvCxnSpPr>
          <p:nvPr/>
        </p:nvCxnSpPr>
        <p:spPr>
          <a:xfrm>
            <a:off x="6379868" y="488784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3D784688-D375-44EB-B502-6D7E8C7D3DA4}"/>
              </a:ext>
            </a:extLst>
          </p:cNvPr>
          <p:cNvCxnSpPr>
            <a:cxnSpLocks/>
          </p:cNvCxnSpPr>
          <p:nvPr/>
        </p:nvCxnSpPr>
        <p:spPr>
          <a:xfrm>
            <a:off x="6537348" y="488784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DB20AA11-61C6-4C5C-BDED-87A4E7C24A67}"/>
              </a:ext>
            </a:extLst>
          </p:cNvPr>
          <p:cNvCxnSpPr>
            <a:cxnSpLocks/>
          </p:cNvCxnSpPr>
          <p:nvPr/>
        </p:nvCxnSpPr>
        <p:spPr>
          <a:xfrm>
            <a:off x="6694828" y="488784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F06DBE58-9733-4EC1-BE18-9D123682C596}"/>
              </a:ext>
            </a:extLst>
          </p:cNvPr>
          <p:cNvCxnSpPr>
            <a:cxnSpLocks/>
          </p:cNvCxnSpPr>
          <p:nvPr/>
        </p:nvCxnSpPr>
        <p:spPr>
          <a:xfrm>
            <a:off x="6877708" y="4887844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4D6C0C15-730D-4079-8B56-AF065C0D0C95}"/>
              </a:ext>
            </a:extLst>
          </p:cNvPr>
          <p:cNvCxnSpPr>
            <a:cxnSpLocks/>
          </p:cNvCxnSpPr>
          <p:nvPr/>
        </p:nvCxnSpPr>
        <p:spPr>
          <a:xfrm>
            <a:off x="705042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435CDFC2-D596-4C31-8594-99B4B32CF760}"/>
              </a:ext>
            </a:extLst>
          </p:cNvPr>
          <p:cNvCxnSpPr>
            <a:cxnSpLocks/>
          </p:cNvCxnSpPr>
          <p:nvPr/>
        </p:nvCxnSpPr>
        <p:spPr>
          <a:xfrm>
            <a:off x="720790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616BD04D-620B-44A5-843C-74547ABC9FD8}"/>
              </a:ext>
            </a:extLst>
          </p:cNvPr>
          <p:cNvCxnSpPr>
            <a:cxnSpLocks/>
          </p:cNvCxnSpPr>
          <p:nvPr/>
        </p:nvCxnSpPr>
        <p:spPr>
          <a:xfrm>
            <a:off x="736538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E9EC7883-5D93-45C6-910E-CDFB6B4BA221}"/>
              </a:ext>
            </a:extLst>
          </p:cNvPr>
          <p:cNvCxnSpPr>
            <a:cxnSpLocks/>
          </p:cNvCxnSpPr>
          <p:nvPr/>
        </p:nvCxnSpPr>
        <p:spPr>
          <a:xfrm>
            <a:off x="754826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A18C3A4D-015C-4A16-B4A3-5CF604DA4D80}"/>
              </a:ext>
            </a:extLst>
          </p:cNvPr>
          <p:cNvCxnSpPr>
            <a:cxnSpLocks/>
          </p:cNvCxnSpPr>
          <p:nvPr/>
        </p:nvCxnSpPr>
        <p:spPr>
          <a:xfrm>
            <a:off x="771590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3520D11A-1C4F-4B7F-ACA6-5E542404D7D2}"/>
              </a:ext>
            </a:extLst>
          </p:cNvPr>
          <p:cNvCxnSpPr>
            <a:cxnSpLocks/>
          </p:cNvCxnSpPr>
          <p:nvPr/>
        </p:nvCxnSpPr>
        <p:spPr>
          <a:xfrm>
            <a:off x="787846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A61921BE-3899-4FFE-9363-E20AFB3F1C8D}"/>
              </a:ext>
            </a:extLst>
          </p:cNvPr>
          <p:cNvCxnSpPr>
            <a:cxnSpLocks/>
          </p:cNvCxnSpPr>
          <p:nvPr/>
        </p:nvCxnSpPr>
        <p:spPr>
          <a:xfrm>
            <a:off x="804610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7A255E5C-4F29-4943-980D-6369A4D77670}"/>
              </a:ext>
            </a:extLst>
          </p:cNvPr>
          <p:cNvCxnSpPr>
            <a:cxnSpLocks/>
          </p:cNvCxnSpPr>
          <p:nvPr/>
        </p:nvCxnSpPr>
        <p:spPr>
          <a:xfrm>
            <a:off x="8213748" y="4882688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1C854458-1D54-4380-B6E8-2CE7A9B8708A}"/>
              </a:ext>
            </a:extLst>
          </p:cNvPr>
          <p:cNvCxnSpPr>
            <a:cxnSpLocks/>
          </p:cNvCxnSpPr>
          <p:nvPr/>
        </p:nvCxnSpPr>
        <p:spPr>
          <a:xfrm flipH="1">
            <a:off x="3006750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55A6575A-404B-4276-8FA8-1976426D2DB4}"/>
              </a:ext>
            </a:extLst>
          </p:cNvPr>
          <p:cNvCxnSpPr>
            <a:cxnSpLocks/>
          </p:cNvCxnSpPr>
          <p:nvPr/>
        </p:nvCxnSpPr>
        <p:spPr>
          <a:xfrm flipH="1">
            <a:off x="3155996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B1470AF2-DB89-4474-BCFA-BBB03BE5A973}"/>
              </a:ext>
            </a:extLst>
          </p:cNvPr>
          <p:cNvCxnSpPr>
            <a:cxnSpLocks/>
          </p:cNvCxnSpPr>
          <p:nvPr/>
        </p:nvCxnSpPr>
        <p:spPr>
          <a:xfrm flipH="1">
            <a:off x="3312183" y="487855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D235D6A0-97C4-49AC-B911-3A195CFFA08C}"/>
              </a:ext>
            </a:extLst>
          </p:cNvPr>
          <p:cNvCxnSpPr>
            <a:cxnSpLocks/>
          </p:cNvCxnSpPr>
          <p:nvPr/>
        </p:nvCxnSpPr>
        <p:spPr>
          <a:xfrm flipH="1">
            <a:off x="3494428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7989F0A6-6EB6-4F27-90E8-8F70B42C5AD7}"/>
              </a:ext>
            </a:extLst>
          </p:cNvPr>
          <p:cNvCxnSpPr>
            <a:cxnSpLocks/>
          </p:cNvCxnSpPr>
          <p:nvPr/>
        </p:nvCxnSpPr>
        <p:spPr>
          <a:xfrm flipH="1">
            <a:off x="3676056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92ECA160-1FB0-4F75-A5C7-70C1C42AA38C}"/>
              </a:ext>
            </a:extLst>
          </p:cNvPr>
          <p:cNvCxnSpPr>
            <a:cxnSpLocks/>
          </p:cNvCxnSpPr>
          <p:nvPr/>
        </p:nvCxnSpPr>
        <p:spPr>
          <a:xfrm flipH="1">
            <a:off x="3825302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4B7E1989-A082-4786-8D29-017B7BB43A15}"/>
              </a:ext>
            </a:extLst>
          </p:cNvPr>
          <p:cNvCxnSpPr>
            <a:cxnSpLocks/>
          </p:cNvCxnSpPr>
          <p:nvPr/>
        </p:nvCxnSpPr>
        <p:spPr>
          <a:xfrm flipH="1">
            <a:off x="3981489" y="487855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47C4692C-02F5-4ACA-A4EE-B1F1014C8198}"/>
              </a:ext>
            </a:extLst>
          </p:cNvPr>
          <p:cNvCxnSpPr>
            <a:cxnSpLocks/>
          </p:cNvCxnSpPr>
          <p:nvPr/>
        </p:nvCxnSpPr>
        <p:spPr>
          <a:xfrm flipH="1">
            <a:off x="4163734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1EEFD7B6-6BAE-4F65-9F6E-64228AFCA55F}"/>
              </a:ext>
            </a:extLst>
          </p:cNvPr>
          <p:cNvCxnSpPr>
            <a:cxnSpLocks/>
          </p:cNvCxnSpPr>
          <p:nvPr/>
        </p:nvCxnSpPr>
        <p:spPr>
          <a:xfrm flipH="1">
            <a:off x="4350115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E610AD5F-75E2-41FC-B524-D095B67B7242}"/>
              </a:ext>
            </a:extLst>
          </p:cNvPr>
          <p:cNvCxnSpPr>
            <a:cxnSpLocks/>
          </p:cNvCxnSpPr>
          <p:nvPr/>
        </p:nvCxnSpPr>
        <p:spPr>
          <a:xfrm flipH="1">
            <a:off x="4499361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0F208EFD-927F-43D7-B4B1-8456612D3AD0}"/>
              </a:ext>
            </a:extLst>
          </p:cNvPr>
          <p:cNvCxnSpPr>
            <a:cxnSpLocks/>
          </p:cNvCxnSpPr>
          <p:nvPr/>
        </p:nvCxnSpPr>
        <p:spPr>
          <a:xfrm flipH="1">
            <a:off x="4655548" y="487855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40ADFFFF-15C6-4B66-9EE1-8CA699F7757A}"/>
              </a:ext>
            </a:extLst>
          </p:cNvPr>
          <p:cNvCxnSpPr>
            <a:cxnSpLocks/>
          </p:cNvCxnSpPr>
          <p:nvPr/>
        </p:nvCxnSpPr>
        <p:spPr>
          <a:xfrm flipH="1">
            <a:off x="4837793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0584AE41-7DE0-4CED-8F70-BE28F33E3DD3}"/>
              </a:ext>
            </a:extLst>
          </p:cNvPr>
          <p:cNvCxnSpPr>
            <a:cxnSpLocks/>
          </p:cNvCxnSpPr>
          <p:nvPr/>
        </p:nvCxnSpPr>
        <p:spPr>
          <a:xfrm flipH="1">
            <a:off x="5013994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8E3CB92E-2B8A-4A4F-B637-8DB16E730F7B}"/>
              </a:ext>
            </a:extLst>
          </p:cNvPr>
          <p:cNvCxnSpPr>
            <a:cxnSpLocks/>
          </p:cNvCxnSpPr>
          <p:nvPr/>
        </p:nvCxnSpPr>
        <p:spPr>
          <a:xfrm flipH="1">
            <a:off x="5163240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176AFD31-E931-40D7-BE30-D1EEB8A1EA88}"/>
              </a:ext>
            </a:extLst>
          </p:cNvPr>
          <p:cNvCxnSpPr>
            <a:cxnSpLocks/>
          </p:cNvCxnSpPr>
          <p:nvPr/>
        </p:nvCxnSpPr>
        <p:spPr>
          <a:xfrm flipH="1">
            <a:off x="5319427" y="487855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66A9A551-B7E0-4A0E-B266-DF5A3C9CCEAC}"/>
              </a:ext>
            </a:extLst>
          </p:cNvPr>
          <p:cNvCxnSpPr>
            <a:cxnSpLocks/>
          </p:cNvCxnSpPr>
          <p:nvPr/>
        </p:nvCxnSpPr>
        <p:spPr>
          <a:xfrm flipH="1">
            <a:off x="5501672" y="4877532"/>
            <a:ext cx="2724135" cy="66080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0966FF82-48EC-4483-89BF-A5EEC5666261}"/>
              </a:ext>
            </a:extLst>
          </p:cNvPr>
          <p:cNvCxnSpPr>
            <a:cxnSpLocks/>
          </p:cNvCxnSpPr>
          <p:nvPr/>
        </p:nvCxnSpPr>
        <p:spPr>
          <a:xfrm>
            <a:off x="2992778" y="4881342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D1AFF843-BE08-48D3-A2AC-23900DBBC658}"/>
              </a:ext>
            </a:extLst>
          </p:cNvPr>
          <p:cNvCxnSpPr>
            <a:cxnSpLocks/>
          </p:cNvCxnSpPr>
          <p:nvPr/>
        </p:nvCxnSpPr>
        <p:spPr>
          <a:xfrm>
            <a:off x="3150195" y="4884034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5BCBE6EA-5DD7-4AE3-A588-53F08049BF1C}"/>
              </a:ext>
            </a:extLst>
          </p:cNvPr>
          <p:cNvCxnSpPr>
            <a:cxnSpLocks/>
          </p:cNvCxnSpPr>
          <p:nvPr/>
        </p:nvCxnSpPr>
        <p:spPr>
          <a:xfrm>
            <a:off x="3317638" y="4886498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AAAA4911-EF21-4E67-B67A-66D5495B7442}"/>
              </a:ext>
            </a:extLst>
          </p:cNvPr>
          <p:cNvCxnSpPr>
            <a:cxnSpLocks/>
          </p:cNvCxnSpPr>
          <p:nvPr/>
        </p:nvCxnSpPr>
        <p:spPr>
          <a:xfrm>
            <a:off x="3496704" y="4886498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1EACE1BC-89A5-4A74-8372-46AE685FBE27}"/>
              </a:ext>
            </a:extLst>
          </p:cNvPr>
          <p:cNvCxnSpPr>
            <a:cxnSpLocks/>
          </p:cNvCxnSpPr>
          <p:nvPr/>
        </p:nvCxnSpPr>
        <p:spPr>
          <a:xfrm>
            <a:off x="3675410" y="4886498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380400A1-140B-4B00-94D7-642272148615}"/>
              </a:ext>
            </a:extLst>
          </p:cNvPr>
          <p:cNvCxnSpPr>
            <a:cxnSpLocks/>
          </p:cNvCxnSpPr>
          <p:nvPr/>
        </p:nvCxnSpPr>
        <p:spPr>
          <a:xfrm>
            <a:off x="3832827" y="4889190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85E9CD3B-C80A-4943-BC72-36D2EB9F0A19}"/>
              </a:ext>
            </a:extLst>
          </p:cNvPr>
          <p:cNvCxnSpPr>
            <a:cxnSpLocks/>
          </p:cNvCxnSpPr>
          <p:nvPr/>
        </p:nvCxnSpPr>
        <p:spPr>
          <a:xfrm>
            <a:off x="4000270" y="4891654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1F727B81-BA4A-4AEE-A17A-352475CB427D}"/>
              </a:ext>
            </a:extLst>
          </p:cNvPr>
          <p:cNvCxnSpPr>
            <a:cxnSpLocks/>
          </p:cNvCxnSpPr>
          <p:nvPr/>
        </p:nvCxnSpPr>
        <p:spPr>
          <a:xfrm>
            <a:off x="4179336" y="4891654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B5065756-FED8-45C3-B1D3-AE35D3226F99}"/>
              </a:ext>
            </a:extLst>
          </p:cNvPr>
          <p:cNvCxnSpPr>
            <a:cxnSpLocks/>
          </p:cNvCxnSpPr>
          <p:nvPr/>
        </p:nvCxnSpPr>
        <p:spPr>
          <a:xfrm>
            <a:off x="4342025" y="4889190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22740039-2C3E-42CE-9DA2-8237A5C5205A}"/>
              </a:ext>
            </a:extLst>
          </p:cNvPr>
          <p:cNvCxnSpPr>
            <a:cxnSpLocks/>
          </p:cNvCxnSpPr>
          <p:nvPr/>
        </p:nvCxnSpPr>
        <p:spPr>
          <a:xfrm>
            <a:off x="4499442" y="4891882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6962D087-F311-4453-AEA4-08371CCB67FB}"/>
              </a:ext>
            </a:extLst>
          </p:cNvPr>
          <p:cNvCxnSpPr>
            <a:cxnSpLocks/>
          </p:cNvCxnSpPr>
          <p:nvPr/>
        </p:nvCxnSpPr>
        <p:spPr>
          <a:xfrm>
            <a:off x="4666885" y="4894346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06E2A451-2F22-4076-8725-913FABC91723}"/>
              </a:ext>
            </a:extLst>
          </p:cNvPr>
          <p:cNvCxnSpPr>
            <a:cxnSpLocks/>
          </p:cNvCxnSpPr>
          <p:nvPr/>
        </p:nvCxnSpPr>
        <p:spPr>
          <a:xfrm>
            <a:off x="4845951" y="4894346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700841D4-F41F-4DDF-8139-CA76E6553BD1}"/>
              </a:ext>
            </a:extLst>
          </p:cNvPr>
          <p:cNvCxnSpPr>
            <a:cxnSpLocks/>
          </p:cNvCxnSpPr>
          <p:nvPr/>
        </p:nvCxnSpPr>
        <p:spPr>
          <a:xfrm>
            <a:off x="5004070" y="4883372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EE770FAC-7976-40C5-A962-5497310D11CF}"/>
              </a:ext>
            </a:extLst>
          </p:cNvPr>
          <p:cNvCxnSpPr>
            <a:cxnSpLocks/>
          </p:cNvCxnSpPr>
          <p:nvPr/>
        </p:nvCxnSpPr>
        <p:spPr>
          <a:xfrm>
            <a:off x="5161487" y="4886064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FE3A4408-B45B-44CA-8B64-59AFA3E9D537}"/>
              </a:ext>
            </a:extLst>
          </p:cNvPr>
          <p:cNvCxnSpPr>
            <a:cxnSpLocks/>
          </p:cNvCxnSpPr>
          <p:nvPr/>
        </p:nvCxnSpPr>
        <p:spPr>
          <a:xfrm>
            <a:off x="5328930" y="4888528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863A351C-388D-4607-A1E3-5D98F1D70DAB}"/>
              </a:ext>
            </a:extLst>
          </p:cNvPr>
          <p:cNvCxnSpPr>
            <a:cxnSpLocks/>
          </p:cNvCxnSpPr>
          <p:nvPr/>
        </p:nvCxnSpPr>
        <p:spPr>
          <a:xfrm>
            <a:off x="5507996" y="4888528"/>
            <a:ext cx="272440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Arrow Connector 344">
            <a:extLst>
              <a:ext uri="{FF2B5EF4-FFF2-40B4-BE49-F238E27FC236}">
                <a16:creationId xmlns:a16="http://schemas.microsoft.com/office/drawing/2014/main" id="{65E401E0-98D7-435D-8B1C-D3F893E8F86B}"/>
              </a:ext>
            </a:extLst>
          </p:cNvPr>
          <p:cNvCxnSpPr>
            <a:cxnSpLocks/>
            <a:stCxn id="265" idx="2"/>
          </p:cNvCxnSpPr>
          <p:nvPr/>
        </p:nvCxnSpPr>
        <p:spPr>
          <a:xfrm>
            <a:off x="5616094" y="781656"/>
            <a:ext cx="0" cy="54050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40170B2A-071A-4894-BB87-634C1B203023}"/>
              </a:ext>
            </a:extLst>
          </p:cNvPr>
          <p:cNvSpPr txBox="1"/>
          <p:nvPr/>
        </p:nvSpPr>
        <p:spPr>
          <a:xfrm>
            <a:off x="4256102" y="779784"/>
            <a:ext cx="15307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Consolas" panose="020B0609020204030204" pitchFamily="49" charset="0"/>
              </a:rPr>
              <a:t>stride 4 sub-tile</a:t>
            </a:r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81195D55-CB74-401C-AB02-A3DFC4B5DCDF}"/>
              </a:ext>
            </a:extLst>
          </p:cNvPr>
          <p:cNvSpPr txBox="1"/>
          <p:nvPr/>
        </p:nvSpPr>
        <p:spPr>
          <a:xfrm>
            <a:off x="214478" y="1159681"/>
            <a:ext cx="2369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4*Cooley-</a:t>
            </a:r>
            <a:r>
              <a:rPr lang="en-US" sz="1600" dirty="0" err="1"/>
              <a:t>tukey</a:t>
            </a:r>
            <a:r>
              <a:rPr lang="en-US" sz="1600" dirty="0"/>
              <a:t>-r (8 </a:t>
            </a:r>
            <a:r>
              <a:rPr lang="en-US" sz="1600" dirty="0" err="1"/>
              <a:t>pt</a:t>
            </a:r>
            <a:r>
              <a:rPr lang="en-US" sz="1600" dirty="0"/>
              <a:t>)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F64BC48E-65CB-4E53-850C-B39556C10F9D}"/>
              </a:ext>
            </a:extLst>
          </p:cNvPr>
          <p:cNvSpPr txBox="1"/>
          <p:nvPr/>
        </p:nvSpPr>
        <p:spPr>
          <a:xfrm>
            <a:off x="144290" y="3739426"/>
            <a:ext cx="2369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fft32=4*fft16+2*</a:t>
            </a:r>
            <a:r>
              <a:rPr lang="en-US" sz="1600" dirty="0" err="1">
                <a:solidFill>
                  <a:srgbClr val="FF0000"/>
                </a:solidFill>
              </a:rPr>
              <a:t>fft_layer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736DEEBE-0E69-4873-9C1D-49FBE5C23CA0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appendix</a:t>
            </a:r>
          </a:p>
        </p:txBody>
      </p: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390C302B-BC7B-42A2-809F-C9069860E91E}"/>
              </a:ext>
            </a:extLst>
          </p:cNvPr>
          <p:cNvCxnSpPr>
            <a:cxnSpLocks/>
          </p:cNvCxnSpPr>
          <p:nvPr/>
        </p:nvCxnSpPr>
        <p:spPr>
          <a:xfrm>
            <a:off x="3003737" y="403201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DA076EB0-73A9-4B2F-BEE3-EAEB7B997D4B}"/>
              </a:ext>
            </a:extLst>
          </p:cNvPr>
          <p:cNvCxnSpPr>
            <a:cxnSpLocks/>
          </p:cNvCxnSpPr>
          <p:nvPr/>
        </p:nvCxnSpPr>
        <p:spPr>
          <a:xfrm>
            <a:off x="3161217" y="403201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D3169C21-ADFD-4F62-9197-FABD68EC8B60}"/>
              </a:ext>
            </a:extLst>
          </p:cNvPr>
          <p:cNvCxnSpPr>
            <a:cxnSpLocks/>
          </p:cNvCxnSpPr>
          <p:nvPr/>
        </p:nvCxnSpPr>
        <p:spPr>
          <a:xfrm>
            <a:off x="3318697" y="403201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B90E8C46-A0FD-47F9-9786-826C7B7C0C0D}"/>
              </a:ext>
            </a:extLst>
          </p:cNvPr>
          <p:cNvCxnSpPr>
            <a:cxnSpLocks/>
          </p:cNvCxnSpPr>
          <p:nvPr/>
        </p:nvCxnSpPr>
        <p:spPr>
          <a:xfrm>
            <a:off x="3501577" y="403201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4DEDDAA4-295D-460E-922E-BF854542C700}"/>
              </a:ext>
            </a:extLst>
          </p:cNvPr>
          <p:cNvCxnSpPr>
            <a:cxnSpLocks/>
          </p:cNvCxnSpPr>
          <p:nvPr/>
        </p:nvCxnSpPr>
        <p:spPr>
          <a:xfrm>
            <a:off x="3679377" y="403716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6015CDE3-63CF-4C9A-AB1C-3225DB4C172F}"/>
              </a:ext>
            </a:extLst>
          </p:cNvPr>
          <p:cNvCxnSpPr>
            <a:cxnSpLocks/>
          </p:cNvCxnSpPr>
          <p:nvPr/>
        </p:nvCxnSpPr>
        <p:spPr>
          <a:xfrm>
            <a:off x="3836857" y="403716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C318411B-F07C-4DF7-B7B2-62E2E745DDD6}"/>
              </a:ext>
            </a:extLst>
          </p:cNvPr>
          <p:cNvCxnSpPr>
            <a:cxnSpLocks/>
          </p:cNvCxnSpPr>
          <p:nvPr/>
        </p:nvCxnSpPr>
        <p:spPr>
          <a:xfrm>
            <a:off x="3994337" y="403716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B565082D-5DCC-4F36-9756-745950ED8EF2}"/>
              </a:ext>
            </a:extLst>
          </p:cNvPr>
          <p:cNvCxnSpPr>
            <a:cxnSpLocks/>
          </p:cNvCxnSpPr>
          <p:nvPr/>
        </p:nvCxnSpPr>
        <p:spPr>
          <a:xfrm>
            <a:off x="4177217" y="403716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8872C77E-75C9-492B-A66E-6C79318E61E5}"/>
              </a:ext>
            </a:extLst>
          </p:cNvPr>
          <p:cNvCxnSpPr>
            <a:cxnSpLocks/>
          </p:cNvCxnSpPr>
          <p:nvPr/>
        </p:nvCxnSpPr>
        <p:spPr>
          <a:xfrm>
            <a:off x="4340778" y="403201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1BC1458A-32A5-4A13-A0E2-B69342F55576}"/>
              </a:ext>
            </a:extLst>
          </p:cNvPr>
          <p:cNvCxnSpPr>
            <a:cxnSpLocks/>
          </p:cNvCxnSpPr>
          <p:nvPr/>
        </p:nvCxnSpPr>
        <p:spPr>
          <a:xfrm>
            <a:off x="4498258" y="403201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17373FA3-9C9E-4524-8CF2-9D739F4A8D20}"/>
              </a:ext>
            </a:extLst>
          </p:cNvPr>
          <p:cNvCxnSpPr>
            <a:cxnSpLocks/>
          </p:cNvCxnSpPr>
          <p:nvPr/>
        </p:nvCxnSpPr>
        <p:spPr>
          <a:xfrm>
            <a:off x="4655738" y="403201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A8693A86-0C7F-4244-8AEE-F7E3322E48A5}"/>
              </a:ext>
            </a:extLst>
          </p:cNvPr>
          <p:cNvCxnSpPr>
            <a:cxnSpLocks/>
          </p:cNvCxnSpPr>
          <p:nvPr/>
        </p:nvCxnSpPr>
        <p:spPr>
          <a:xfrm>
            <a:off x="4838618" y="403201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F7C1AA0B-2F8C-4639-B5EC-F6078F2373F5}"/>
              </a:ext>
            </a:extLst>
          </p:cNvPr>
          <p:cNvCxnSpPr>
            <a:cxnSpLocks/>
          </p:cNvCxnSpPr>
          <p:nvPr/>
        </p:nvCxnSpPr>
        <p:spPr>
          <a:xfrm>
            <a:off x="5016418" y="403716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362">
            <a:extLst>
              <a:ext uri="{FF2B5EF4-FFF2-40B4-BE49-F238E27FC236}">
                <a16:creationId xmlns:a16="http://schemas.microsoft.com/office/drawing/2014/main" id="{898F9B96-4E98-4CF7-B65E-3BC63358CBD1}"/>
              </a:ext>
            </a:extLst>
          </p:cNvPr>
          <p:cNvCxnSpPr>
            <a:cxnSpLocks/>
          </p:cNvCxnSpPr>
          <p:nvPr/>
        </p:nvCxnSpPr>
        <p:spPr>
          <a:xfrm>
            <a:off x="5173898" y="403716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363">
            <a:extLst>
              <a:ext uri="{FF2B5EF4-FFF2-40B4-BE49-F238E27FC236}">
                <a16:creationId xmlns:a16="http://schemas.microsoft.com/office/drawing/2014/main" id="{6608510B-BD58-4981-9AFD-589F6FE40BEC}"/>
              </a:ext>
            </a:extLst>
          </p:cNvPr>
          <p:cNvCxnSpPr>
            <a:cxnSpLocks/>
          </p:cNvCxnSpPr>
          <p:nvPr/>
        </p:nvCxnSpPr>
        <p:spPr>
          <a:xfrm>
            <a:off x="5331378" y="403716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915184D8-0AE2-4750-97FD-EC6020A37764}"/>
              </a:ext>
            </a:extLst>
          </p:cNvPr>
          <p:cNvCxnSpPr>
            <a:cxnSpLocks/>
          </p:cNvCxnSpPr>
          <p:nvPr/>
        </p:nvCxnSpPr>
        <p:spPr>
          <a:xfrm>
            <a:off x="5514258" y="403716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Straight Connector 365">
            <a:extLst>
              <a:ext uri="{FF2B5EF4-FFF2-40B4-BE49-F238E27FC236}">
                <a16:creationId xmlns:a16="http://schemas.microsoft.com/office/drawing/2014/main" id="{8EC1DEB6-4DBD-4828-A910-E5BB5D84A06D}"/>
              </a:ext>
            </a:extLst>
          </p:cNvPr>
          <p:cNvCxnSpPr>
            <a:cxnSpLocks/>
          </p:cNvCxnSpPr>
          <p:nvPr/>
        </p:nvCxnSpPr>
        <p:spPr>
          <a:xfrm>
            <a:off x="5701215" y="403201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542A3953-61AF-48EF-8EE4-C8E1D5481EC9}"/>
              </a:ext>
            </a:extLst>
          </p:cNvPr>
          <p:cNvCxnSpPr>
            <a:cxnSpLocks/>
          </p:cNvCxnSpPr>
          <p:nvPr/>
        </p:nvCxnSpPr>
        <p:spPr>
          <a:xfrm>
            <a:off x="5858695" y="403201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5E3B5776-6D3A-434A-B423-619306EB528E}"/>
              </a:ext>
            </a:extLst>
          </p:cNvPr>
          <p:cNvCxnSpPr>
            <a:cxnSpLocks/>
          </p:cNvCxnSpPr>
          <p:nvPr/>
        </p:nvCxnSpPr>
        <p:spPr>
          <a:xfrm>
            <a:off x="6016175" y="403201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948F9B94-0191-4045-B18F-40C1DE0996A0}"/>
              </a:ext>
            </a:extLst>
          </p:cNvPr>
          <p:cNvCxnSpPr>
            <a:cxnSpLocks/>
          </p:cNvCxnSpPr>
          <p:nvPr/>
        </p:nvCxnSpPr>
        <p:spPr>
          <a:xfrm>
            <a:off x="6199055" y="403201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C2EE0E6D-51D9-411B-90CD-C056F25EB73A}"/>
              </a:ext>
            </a:extLst>
          </p:cNvPr>
          <p:cNvCxnSpPr>
            <a:cxnSpLocks/>
          </p:cNvCxnSpPr>
          <p:nvPr/>
        </p:nvCxnSpPr>
        <p:spPr>
          <a:xfrm>
            <a:off x="6376855" y="403716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00DD9A1D-8EA8-42AF-B378-CD6632DC87E7}"/>
              </a:ext>
            </a:extLst>
          </p:cNvPr>
          <p:cNvCxnSpPr>
            <a:cxnSpLocks/>
          </p:cNvCxnSpPr>
          <p:nvPr/>
        </p:nvCxnSpPr>
        <p:spPr>
          <a:xfrm>
            <a:off x="6534335" y="403716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06BAFD97-8462-420A-99BF-5B98DC732355}"/>
              </a:ext>
            </a:extLst>
          </p:cNvPr>
          <p:cNvCxnSpPr>
            <a:cxnSpLocks/>
          </p:cNvCxnSpPr>
          <p:nvPr/>
        </p:nvCxnSpPr>
        <p:spPr>
          <a:xfrm>
            <a:off x="6691815" y="403716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22B2865E-BDE5-4AC3-9869-C14DF09CB515}"/>
              </a:ext>
            </a:extLst>
          </p:cNvPr>
          <p:cNvCxnSpPr>
            <a:cxnSpLocks/>
          </p:cNvCxnSpPr>
          <p:nvPr/>
        </p:nvCxnSpPr>
        <p:spPr>
          <a:xfrm>
            <a:off x="6874695" y="403716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9B7402AB-7099-47A3-9EFD-34928D83483E}"/>
              </a:ext>
            </a:extLst>
          </p:cNvPr>
          <p:cNvCxnSpPr>
            <a:cxnSpLocks/>
          </p:cNvCxnSpPr>
          <p:nvPr/>
        </p:nvCxnSpPr>
        <p:spPr>
          <a:xfrm>
            <a:off x="7047415" y="403201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374">
            <a:extLst>
              <a:ext uri="{FF2B5EF4-FFF2-40B4-BE49-F238E27FC236}">
                <a16:creationId xmlns:a16="http://schemas.microsoft.com/office/drawing/2014/main" id="{286E4C2F-40C0-4BB8-B4D3-1C9556611952}"/>
              </a:ext>
            </a:extLst>
          </p:cNvPr>
          <p:cNvCxnSpPr>
            <a:cxnSpLocks/>
          </p:cNvCxnSpPr>
          <p:nvPr/>
        </p:nvCxnSpPr>
        <p:spPr>
          <a:xfrm>
            <a:off x="7204895" y="403201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47D9CB1F-397F-469D-B31D-FCFA0F3511E5}"/>
              </a:ext>
            </a:extLst>
          </p:cNvPr>
          <p:cNvCxnSpPr>
            <a:cxnSpLocks/>
          </p:cNvCxnSpPr>
          <p:nvPr/>
        </p:nvCxnSpPr>
        <p:spPr>
          <a:xfrm>
            <a:off x="7362375" y="403201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63492EC6-4C2C-4478-9DA0-2CC8A9B300F3}"/>
              </a:ext>
            </a:extLst>
          </p:cNvPr>
          <p:cNvCxnSpPr>
            <a:cxnSpLocks/>
          </p:cNvCxnSpPr>
          <p:nvPr/>
        </p:nvCxnSpPr>
        <p:spPr>
          <a:xfrm>
            <a:off x="7545255" y="4032010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8203049F-4449-4200-A891-74DA1CF1C5BC}"/>
              </a:ext>
            </a:extLst>
          </p:cNvPr>
          <p:cNvCxnSpPr>
            <a:cxnSpLocks/>
          </p:cNvCxnSpPr>
          <p:nvPr/>
        </p:nvCxnSpPr>
        <p:spPr>
          <a:xfrm>
            <a:off x="7723055" y="403716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6A5187DA-BD6C-419E-8DED-3E8B23C238B4}"/>
              </a:ext>
            </a:extLst>
          </p:cNvPr>
          <p:cNvCxnSpPr>
            <a:cxnSpLocks/>
          </p:cNvCxnSpPr>
          <p:nvPr/>
        </p:nvCxnSpPr>
        <p:spPr>
          <a:xfrm>
            <a:off x="7880535" y="403716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C7E9D226-2AB5-4030-93B8-8134B0E72D27}"/>
              </a:ext>
            </a:extLst>
          </p:cNvPr>
          <p:cNvCxnSpPr>
            <a:cxnSpLocks/>
          </p:cNvCxnSpPr>
          <p:nvPr/>
        </p:nvCxnSpPr>
        <p:spPr>
          <a:xfrm>
            <a:off x="8038015" y="403716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Connector 380">
            <a:extLst>
              <a:ext uri="{FF2B5EF4-FFF2-40B4-BE49-F238E27FC236}">
                <a16:creationId xmlns:a16="http://schemas.microsoft.com/office/drawing/2014/main" id="{EDF7C6D2-4B7E-4B96-9713-63ACE96A7424}"/>
              </a:ext>
            </a:extLst>
          </p:cNvPr>
          <p:cNvCxnSpPr>
            <a:cxnSpLocks/>
          </p:cNvCxnSpPr>
          <p:nvPr/>
        </p:nvCxnSpPr>
        <p:spPr>
          <a:xfrm>
            <a:off x="8220895" y="4037166"/>
            <a:ext cx="0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Connector 381">
            <a:extLst>
              <a:ext uri="{FF2B5EF4-FFF2-40B4-BE49-F238E27FC236}">
                <a16:creationId xmlns:a16="http://schemas.microsoft.com/office/drawing/2014/main" id="{A5CD60BC-D72C-4227-9C32-B286700A2AFC}"/>
              </a:ext>
            </a:extLst>
          </p:cNvPr>
          <p:cNvCxnSpPr>
            <a:cxnSpLocks/>
          </p:cNvCxnSpPr>
          <p:nvPr/>
        </p:nvCxnSpPr>
        <p:spPr>
          <a:xfrm>
            <a:off x="3003737" y="4032010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1ADA5560-A855-4AEB-9A33-8678D2A30596}"/>
              </a:ext>
            </a:extLst>
          </p:cNvPr>
          <p:cNvCxnSpPr>
            <a:cxnSpLocks/>
          </p:cNvCxnSpPr>
          <p:nvPr/>
        </p:nvCxnSpPr>
        <p:spPr>
          <a:xfrm>
            <a:off x="3159974" y="4029432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26D59195-8EB2-4C49-A8B9-582863AB4A3F}"/>
              </a:ext>
            </a:extLst>
          </p:cNvPr>
          <p:cNvCxnSpPr>
            <a:cxnSpLocks/>
          </p:cNvCxnSpPr>
          <p:nvPr/>
        </p:nvCxnSpPr>
        <p:spPr>
          <a:xfrm>
            <a:off x="3319013" y="4037052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E78350E0-1702-49FD-8B06-B8F8E11E38F3}"/>
              </a:ext>
            </a:extLst>
          </p:cNvPr>
          <p:cNvCxnSpPr>
            <a:cxnSpLocks/>
          </p:cNvCxnSpPr>
          <p:nvPr/>
        </p:nvCxnSpPr>
        <p:spPr>
          <a:xfrm>
            <a:off x="3502372" y="4042094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Connector 385">
            <a:extLst>
              <a:ext uri="{FF2B5EF4-FFF2-40B4-BE49-F238E27FC236}">
                <a16:creationId xmlns:a16="http://schemas.microsoft.com/office/drawing/2014/main" id="{AE110749-4416-4F0B-919D-E2FBCB75AE24}"/>
              </a:ext>
            </a:extLst>
          </p:cNvPr>
          <p:cNvCxnSpPr>
            <a:cxnSpLocks/>
          </p:cNvCxnSpPr>
          <p:nvPr/>
        </p:nvCxnSpPr>
        <p:spPr>
          <a:xfrm>
            <a:off x="3678103" y="4025508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DF939AC5-F14B-4D0F-A2CE-DFA4DAD2D051}"/>
              </a:ext>
            </a:extLst>
          </p:cNvPr>
          <p:cNvCxnSpPr>
            <a:cxnSpLocks/>
          </p:cNvCxnSpPr>
          <p:nvPr/>
        </p:nvCxnSpPr>
        <p:spPr>
          <a:xfrm>
            <a:off x="3834340" y="4022930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C1852D4E-A7FC-4EA2-BEB6-74F659A60F91}"/>
              </a:ext>
            </a:extLst>
          </p:cNvPr>
          <p:cNvCxnSpPr>
            <a:cxnSpLocks/>
          </p:cNvCxnSpPr>
          <p:nvPr/>
        </p:nvCxnSpPr>
        <p:spPr>
          <a:xfrm>
            <a:off x="3993379" y="4030550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Connector 388">
            <a:extLst>
              <a:ext uri="{FF2B5EF4-FFF2-40B4-BE49-F238E27FC236}">
                <a16:creationId xmlns:a16="http://schemas.microsoft.com/office/drawing/2014/main" id="{C10F30A0-9B81-412B-AD5C-B97ACEF53DDF}"/>
              </a:ext>
            </a:extLst>
          </p:cNvPr>
          <p:cNvCxnSpPr>
            <a:cxnSpLocks/>
          </p:cNvCxnSpPr>
          <p:nvPr/>
        </p:nvCxnSpPr>
        <p:spPr>
          <a:xfrm>
            <a:off x="4176738" y="4035592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670DD775-9425-4636-9181-A95108DD66C3}"/>
              </a:ext>
            </a:extLst>
          </p:cNvPr>
          <p:cNvCxnSpPr>
            <a:cxnSpLocks/>
          </p:cNvCxnSpPr>
          <p:nvPr/>
        </p:nvCxnSpPr>
        <p:spPr>
          <a:xfrm>
            <a:off x="5703022" y="4038626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2761F8DC-8977-4B44-B3F5-5E936C31381B}"/>
              </a:ext>
            </a:extLst>
          </p:cNvPr>
          <p:cNvCxnSpPr>
            <a:cxnSpLocks/>
          </p:cNvCxnSpPr>
          <p:nvPr/>
        </p:nvCxnSpPr>
        <p:spPr>
          <a:xfrm>
            <a:off x="5859259" y="4036048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Connector 391">
            <a:extLst>
              <a:ext uri="{FF2B5EF4-FFF2-40B4-BE49-F238E27FC236}">
                <a16:creationId xmlns:a16="http://schemas.microsoft.com/office/drawing/2014/main" id="{6FBB1BDB-2248-4644-BEF0-093483F161A0}"/>
              </a:ext>
            </a:extLst>
          </p:cNvPr>
          <p:cNvCxnSpPr>
            <a:cxnSpLocks/>
          </p:cNvCxnSpPr>
          <p:nvPr/>
        </p:nvCxnSpPr>
        <p:spPr>
          <a:xfrm>
            <a:off x="6018298" y="4043668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84E14EC2-8915-49CD-A7D3-AB1453DD3859}"/>
              </a:ext>
            </a:extLst>
          </p:cNvPr>
          <p:cNvCxnSpPr>
            <a:cxnSpLocks/>
          </p:cNvCxnSpPr>
          <p:nvPr/>
        </p:nvCxnSpPr>
        <p:spPr>
          <a:xfrm>
            <a:off x="6201657" y="4048710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Connector 393">
            <a:extLst>
              <a:ext uri="{FF2B5EF4-FFF2-40B4-BE49-F238E27FC236}">
                <a16:creationId xmlns:a16="http://schemas.microsoft.com/office/drawing/2014/main" id="{CC69E965-2522-4D8E-A542-F374B6C8F05D}"/>
              </a:ext>
            </a:extLst>
          </p:cNvPr>
          <p:cNvCxnSpPr>
            <a:cxnSpLocks/>
          </p:cNvCxnSpPr>
          <p:nvPr/>
        </p:nvCxnSpPr>
        <p:spPr>
          <a:xfrm>
            <a:off x="6377388" y="4032124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641A9E66-CB8C-4852-80CB-8BC8E157764E}"/>
              </a:ext>
            </a:extLst>
          </p:cNvPr>
          <p:cNvCxnSpPr>
            <a:cxnSpLocks/>
          </p:cNvCxnSpPr>
          <p:nvPr/>
        </p:nvCxnSpPr>
        <p:spPr>
          <a:xfrm>
            <a:off x="6533625" y="4029546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Connector 395">
            <a:extLst>
              <a:ext uri="{FF2B5EF4-FFF2-40B4-BE49-F238E27FC236}">
                <a16:creationId xmlns:a16="http://schemas.microsoft.com/office/drawing/2014/main" id="{26C43E2A-FA42-416E-92AD-61CB57911838}"/>
              </a:ext>
            </a:extLst>
          </p:cNvPr>
          <p:cNvCxnSpPr>
            <a:cxnSpLocks/>
          </p:cNvCxnSpPr>
          <p:nvPr/>
        </p:nvCxnSpPr>
        <p:spPr>
          <a:xfrm>
            <a:off x="6692664" y="4037166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Connector 396">
            <a:extLst>
              <a:ext uri="{FF2B5EF4-FFF2-40B4-BE49-F238E27FC236}">
                <a16:creationId xmlns:a16="http://schemas.microsoft.com/office/drawing/2014/main" id="{5D5B2E53-3B23-464E-AE14-5DEC69E2CFB6}"/>
              </a:ext>
            </a:extLst>
          </p:cNvPr>
          <p:cNvCxnSpPr>
            <a:cxnSpLocks/>
          </p:cNvCxnSpPr>
          <p:nvPr/>
        </p:nvCxnSpPr>
        <p:spPr>
          <a:xfrm>
            <a:off x="6876023" y="4042208"/>
            <a:ext cx="1343365" cy="6711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Connector 397">
            <a:extLst>
              <a:ext uri="{FF2B5EF4-FFF2-40B4-BE49-F238E27FC236}">
                <a16:creationId xmlns:a16="http://schemas.microsoft.com/office/drawing/2014/main" id="{3358E0DC-1EAA-475F-8AE6-A557DBFF3720}"/>
              </a:ext>
            </a:extLst>
          </p:cNvPr>
          <p:cNvCxnSpPr>
            <a:cxnSpLocks/>
          </p:cNvCxnSpPr>
          <p:nvPr/>
        </p:nvCxnSpPr>
        <p:spPr>
          <a:xfrm flipH="1">
            <a:off x="2999661" y="4042208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1A4C1298-119F-4064-9BE2-BE54654F0578}"/>
              </a:ext>
            </a:extLst>
          </p:cNvPr>
          <p:cNvCxnSpPr>
            <a:cxnSpLocks/>
          </p:cNvCxnSpPr>
          <p:nvPr/>
        </p:nvCxnSpPr>
        <p:spPr>
          <a:xfrm flipH="1">
            <a:off x="3162961" y="4042094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85E69232-2D39-45C9-8A22-D7B2FB5065DF}"/>
              </a:ext>
            </a:extLst>
          </p:cNvPr>
          <p:cNvCxnSpPr>
            <a:cxnSpLocks/>
          </p:cNvCxnSpPr>
          <p:nvPr/>
        </p:nvCxnSpPr>
        <p:spPr>
          <a:xfrm flipH="1">
            <a:off x="3323003" y="4039071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Connector 400">
            <a:extLst>
              <a:ext uri="{FF2B5EF4-FFF2-40B4-BE49-F238E27FC236}">
                <a16:creationId xmlns:a16="http://schemas.microsoft.com/office/drawing/2014/main" id="{BA567454-61E2-4C3D-868E-CE42E831749C}"/>
              </a:ext>
            </a:extLst>
          </p:cNvPr>
          <p:cNvCxnSpPr>
            <a:cxnSpLocks/>
          </p:cNvCxnSpPr>
          <p:nvPr/>
        </p:nvCxnSpPr>
        <p:spPr>
          <a:xfrm flipH="1">
            <a:off x="3502084" y="4045459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AC6E18C0-7848-478A-930F-1DA04323C764}"/>
              </a:ext>
            </a:extLst>
          </p:cNvPr>
          <p:cNvCxnSpPr>
            <a:cxnSpLocks/>
          </p:cNvCxnSpPr>
          <p:nvPr/>
        </p:nvCxnSpPr>
        <p:spPr>
          <a:xfrm flipH="1">
            <a:off x="3689042" y="4042197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2FF09509-2CAC-4BC8-A004-80BC3843808A}"/>
              </a:ext>
            </a:extLst>
          </p:cNvPr>
          <p:cNvCxnSpPr>
            <a:cxnSpLocks/>
          </p:cNvCxnSpPr>
          <p:nvPr/>
        </p:nvCxnSpPr>
        <p:spPr>
          <a:xfrm flipH="1">
            <a:off x="3852342" y="4042083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Connector 403">
            <a:extLst>
              <a:ext uri="{FF2B5EF4-FFF2-40B4-BE49-F238E27FC236}">
                <a16:creationId xmlns:a16="http://schemas.microsoft.com/office/drawing/2014/main" id="{AB900894-989D-4ECF-B12C-5F71C74174B2}"/>
              </a:ext>
            </a:extLst>
          </p:cNvPr>
          <p:cNvCxnSpPr>
            <a:cxnSpLocks/>
          </p:cNvCxnSpPr>
          <p:nvPr/>
        </p:nvCxnSpPr>
        <p:spPr>
          <a:xfrm flipH="1">
            <a:off x="4012384" y="4039060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AF72EBDC-D8B1-4068-8E21-FAA28A2F9FE2}"/>
              </a:ext>
            </a:extLst>
          </p:cNvPr>
          <p:cNvCxnSpPr>
            <a:cxnSpLocks/>
          </p:cNvCxnSpPr>
          <p:nvPr/>
        </p:nvCxnSpPr>
        <p:spPr>
          <a:xfrm flipH="1">
            <a:off x="4191465" y="4045448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8DB2092D-90DD-412D-90D8-F679E5E8C6DB}"/>
              </a:ext>
            </a:extLst>
          </p:cNvPr>
          <p:cNvCxnSpPr>
            <a:cxnSpLocks/>
          </p:cNvCxnSpPr>
          <p:nvPr/>
        </p:nvCxnSpPr>
        <p:spPr>
          <a:xfrm flipH="1">
            <a:off x="5697188" y="4039060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CE6BD5EA-8ACD-4794-ABEF-7EBDA5BB9964}"/>
              </a:ext>
            </a:extLst>
          </p:cNvPr>
          <p:cNvCxnSpPr>
            <a:cxnSpLocks/>
          </p:cNvCxnSpPr>
          <p:nvPr/>
        </p:nvCxnSpPr>
        <p:spPr>
          <a:xfrm flipH="1">
            <a:off x="5860488" y="4038946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F792AC6E-51BD-448B-AD4B-EDE3D0E5F873}"/>
              </a:ext>
            </a:extLst>
          </p:cNvPr>
          <p:cNvCxnSpPr>
            <a:cxnSpLocks/>
          </p:cNvCxnSpPr>
          <p:nvPr/>
        </p:nvCxnSpPr>
        <p:spPr>
          <a:xfrm flipH="1">
            <a:off x="6020530" y="4035923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80888001-346F-4E49-B8FB-E2EFD42DD55C}"/>
              </a:ext>
            </a:extLst>
          </p:cNvPr>
          <p:cNvCxnSpPr>
            <a:cxnSpLocks/>
          </p:cNvCxnSpPr>
          <p:nvPr/>
        </p:nvCxnSpPr>
        <p:spPr>
          <a:xfrm flipH="1">
            <a:off x="6199611" y="4042311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9979E4B1-3028-4F36-BF40-310370E46928}"/>
              </a:ext>
            </a:extLst>
          </p:cNvPr>
          <p:cNvCxnSpPr>
            <a:cxnSpLocks/>
          </p:cNvCxnSpPr>
          <p:nvPr/>
        </p:nvCxnSpPr>
        <p:spPr>
          <a:xfrm flipH="1">
            <a:off x="6383373" y="4045573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4CAC3C1F-D0D0-4991-B834-600B0266BF54}"/>
              </a:ext>
            </a:extLst>
          </p:cNvPr>
          <p:cNvCxnSpPr>
            <a:cxnSpLocks/>
          </p:cNvCxnSpPr>
          <p:nvPr/>
        </p:nvCxnSpPr>
        <p:spPr>
          <a:xfrm flipH="1">
            <a:off x="6546673" y="4045459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B5C7BE21-C73A-4A29-928B-6C8412CC030F}"/>
              </a:ext>
            </a:extLst>
          </p:cNvPr>
          <p:cNvCxnSpPr>
            <a:cxnSpLocks/>
          </p:cNvCxnSpPr>
          <p:nvPr/>
        </p:nvCxnSpPr>
        <p:spPr>
          <a:xfrm flipH="1">
            <a:off x="6706715" y="4042436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D75E86AB-7182-44C3-8589-6E473F454F3D}"/>
              </a:ext>
            </a:extLst>
          </p:cNvPr>
          <p:cNvCxnSpPr>
            <a:cxnSpLocks/>
          </p:cNvCxnSpPr>
          <p:nvPr/>
        </p:nvCxnSpPr>
        <p:spPr>
          <a:xfrm flipH="1">
            <a:off x="6885796" y="4048824"/>
            <a:ext cx="1332696" cy="65183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4" name="TextBox 413">
            <a:extLst>
              <a:ext uri="{FF2B5EF4-FFF2-40B4-BE49-F238E27FC236}">
                <a16:creationId xmlns:a16="http://schemas.microsoft.com/office/drawing/2014/main" id="{284EFD86-E643-4950-B8E9-7F33C6AB23D5}"/>
              </a:ext>
            </a:extLst>
          </p:cNvPr>
          <p:cNvSpPr txBox="1"/>
          <p:nvPr/>
        </p:nvSpPr>
        <p:spPr>
          <a:xfrm>
            <a:off x="7745717" y="5217528"/>
            <a:ext cx="3836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W32_0, W32_8, W32_4, W32_12, W32_2, W32_10, W32_6, W32_14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W32_1, W32_9, W32_5, W32_13, W32_3, W32_11, W32_7, W32_15</a:t>
            </a: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2BC12B46-D40C-4725-8720-D72BB9DD557D}"/>
              </a:ext>
            </a:extLst>
          </p:cNvPr>
          <p:cNvSpPr/>
          <p:nvPr/>
        </p:nvSpPr>
        <p:spPr>
          <a:xfrm>
            <a:off x="6975680" y="1193758"/>
            <a:ext cx="1353003" cy="26838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CF168EEC-4E40-4313-834E-F89FDDB0BC40}"/>
              </a:ext>
            </a:extLst>
          </p:cNvPr>
          <p:cNvSpPr/>
          <p:nvPr/>
        </p:nvSpPr>
        <p:spPr>
          <a:xfrm>
            <a:off x="5621982" y="1193544"/>
            <a:ext cx="1353003" cy="26838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E1C32380-6692-4046-AA03-7DCD8A793DB6}"/>
              </a:ext>
            </a:extLst>
          </p:cNvPr>
          <p:cNvSpPr/>
          <p:nvPr/>
        </p:nvSpPr>
        <p:spPr>
          <a:xfrm>
            <a:off x="4264053" y="1193472"/>
            <a:ext cx="1353003" cy="26838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29AA321B-5C85-4160-AFD4-AC75DB6F7BCC}"/>
              </a:ext>
            </a:extLst>
          </p:cNvPr>
          <p:cNvSpPr/>
          <p:nvPr/>
        </p:nvSpPr>
        <p:spPr>
          <a:xfrm>
            <a:off x="2910355" y="1193258"/>
            <a:ext cx="1353003" cy="26838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A39779DD-9B18-470C-BA2E-36ACF1EEB0E3}"/>
              </a:ext>
            </a:extLst>
          </p:cNvPr>
          <p:cNvSpPr txBox="1"/>
          <p:nvPr/>
        </p:nvSpPr>
        <p:spPr>
          <a:xfrm>
            <a:off x="3308117" y="927294"/>
            <a:ext cx="640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4*K+0</a:t>
            </a:r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1BE0485B-1C95-49C7-8359-DF78E235A733}"/>
              </a:ext>
            </a:extLst>
          </p:cNvPr>
          <p:cNvSpPr txBox="1"/>
          <p:nvPr/>
        </p:nvSpPr>
        <p:spPr>
          <a:xfrm>
            <a:off x="4659751" y="927294"/>
            <a:ext cx="640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4*K+2</a:t>
            </a:r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509DC7C4-348A-45EF-83B4-6EFE26648A9F}"/>
              </a:ext>
            </a:extLst>
          </p:cNvPr>
          <p:cNvSpPr txBox="1"/>
          <p:nvPr/>
        </p:nvSpPr>
        <p:spPr>
          <a:xfrm>
            <a:off x="6020876" y="927294"/>
            <a:ext cx="640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4*K+1</a:t>
            </a:r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83F11C88-3F91-4D41-B1F3-C99B83D4F184}"/>
              </a:ext>
            </a:extLst>
          </p:cNvPr>
          <p:cNvSpPr txBox="1"/>
          <p:nvPr/>
        </p:nvSpPr>
        <p:spPr>
          <a:xfrm>
            <a:off x="7331893" y="927293"/>
            <a:ext cx="640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4*K+3</a:t>
            </a:r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784E62AC-961A-4D9D-9C06-F9D070152928}"/>
              </a:ext>
            </a:extLst>
          </p:cNvPr>
          <p:cNvSpPr txBox="1"/>
          <p:nvPr/>
        </p:nvSpPr>
        <p:spPr>
          <a:xfrm>
            <a:off x="7919085" y="930043"/>
            <a:ext cx="1493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K=0…N/4</a:t>
            </a:r>
          </a:p>
        </p:txBody>
      </p:sp>
    </p:spTree>
    <p:extLst>
      <p:ext uri="{BB962C8B-B14F-4D97-AF65-F5344CB8AC3E}">
        <p14:creationId xmlns:p14="http://schemas.microsoft.com/office/powerpoint/2010/main" val="324932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25F88A-67E9-433C-BC37-A86932EC7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173740"/>
              </p:ext>
            </p:extLst>
          </p:nvPr>
        </p:nvGraphicFramePr>
        <p:xfrm>
          <a:off x="1761212" y="894959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100398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A9E4EC-1A76-4983-A9D7-C3FFE22D7210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appendix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A1CDD4-9ED7-4225-AA02-0E2D888C2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110784"/>
              </p:ext>
            </p:extLst>
          </p:nvPr>
        </p:nvGraphicFramePr>
        <p:xfrm>
          <a:off x="1761212" y="1707759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100398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C2229F2-A3E5-4F11-A316-6166D8836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653923"/>
              </p:ext>
            </p:extLst>
          </p:nvPr>
        </p:nvGraphicFramePr>
        <p:xfrm>
          <a:off x="1761211" y="2523265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100398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984A319-2FA8-49D8-976C-BE8968BCC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377947"/>
              </p:ext>
            </p:extLst>
          </p:nvPr>
        </p:nvGraphicFramePr>
        <p:xfrm>
          <a:off x="1761211" y="3333661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100398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6AA9BA1-8C5D-494D-B997-5A4405473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304141"/>
              </p:ext>
            </p:extLst>
          </p:nvPr>
        </p:nvGraphicFramePr>
        <p:xfrm>
          <a:off x="1761211" y="4144057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100398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3DDA3C6-9F71-4BF3-A4B9-C6B9D78EA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367176"/>
              </p:ext>
            </p:extLst>
          </p:nvPr>
        </p:nvGraphicFramePr>
        <p:xfrm>
          <a:off x="1761210" y="4954453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100398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5E390B-39DF-4D0D-9D0E-EC402321E890}"/>
              </a:ext>
            </a:extLst>
          </p:cNvPr>
          <p:cNvCxnSpPr>
            <a:cxnSpLocks/>
          </p:cNvCxnSpPr>
          <p:nvPr/>
        </p:nvCxnSpPr>
        <p:spPr>
          <a:xfrm>
            <a:off x="1827202" y="1050407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D6DAE4-E630-4310-A127-A80AB4190A37}"/>
              </a:ext>
            </a:extLst>
          </p:cNvPr>
          <p:cNvCxnSpPr>
            <a:cxnSpLocks/>
          </p:cNvCxnSpPr>
          <p:nvPr/>
        </p:nvCxnSpPr>
        <p:spPr>
          <a:xfrm>
            <a:off x="194658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30A187-FA64-4C3A-9077-46C0E9E593DA}"/>
              </a:ext>
            </a:extLst>
          </p:cNvPr>
          <p:cNvCxnSpPr>
            <a:cxnSpLocks/>
          </p:cNvCxnSpPr>
          <p:nvPr/>
        </p:nvCxnSpPr>
        <p:spPr>
          <a:xfrm>
            <a:off x="207612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FC37D3-73AE-4567-AFD3-9A191B427619}"/>
              </a:ext>
            </a:extLst>
          </p:cNvPr>
          <p:cNvCxnSpPr>
            <a:cxnSpLocks/>
          </p:cNvCxnSpPr>
          <p:nvPr/>
        </p:nvCxnSpPr>
        <p:spPr>
          <a:xfrm>
            <a:off x="219804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3A4312B-078B-491A-9C59-59992F8E8C65}"/>
              </a:ext>
            </a:extLst>
          </p:cNvPr>
          <p:cNvCxnSpPr>
            <a:cxnSpLocks/>
          </p:cNvCxnSpPr>
          <p:nvPr/>
        </p:nvCxnSpPr>
        <p:spPr>
          <a:xfrm>
            <a:off x="232758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DAAF7E-EAFB-4539-A793-14061DD2DFF1}"/>
              </a:ext>
            </a:extLst>
          </p:cNvPr>
          <p:cNvCxnSpPr>
            <a:cxnSpLocks/>
          </p:cNvCxnSpPr>
          <p:nvPr/>
        </p:nvCxnSpPr>
        <p:spPr>
          <a:xfrm>
            <a:off x="245458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694C906-61FB-421E-9132-93D81CE2CFC0}"/>
              </a:ext>
            </a:extLst>
          </p:cNvPr>
          <p:cNvCxnSpPr>
            <a:cxnSpLocks/>
          </p:cNvCxnSpPr>
          <p:nvPr/>
        </p:nvCxnSpPr>
        <p:spPr>
          <a:xfrm>
            <a:off x="258158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B0F56A6-0900-416E-998C-8C6C7E4C1DB5}"/>
              </a:ext>
            </a:extLst>
          </p:cNvPr>
          <p:cNvCxnSpPr>
            <a:cxnSpLocks/>
          </p:cNvCxnSpPr>
          <p:nvPr/>
        </p:nvCxnSpPr>
        <p:spPr>
          <a:xfrm>
            <a:off x="271112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03DBBA-F1E4-4D36-9282-4B055E0FF204}"/>
              </a:ext>
            </a:extLst>
          </p:cNvPr>
          <p:cNvCxnSpPr>
            <a:cxnSpLocks/>
          </p:cNvCxnSpPr>
          <p:nvPr/>
        </p:nvCxnSpPr>
        <p:spPr>
          <a:xfrm>
            <a:off x="2836852" y="1050407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7D61C1-7970-4DD7-96D5-368A760FAD0C}"/>
              </a:ext>
            </a:extLst>
          </p:cNvPr>
          <p:cNvCxnSpPr>
            <a:cxnSpLocks/>
          </p:cNvCxnSpPr>
          <p:nvPr/>
        </p:nvCxnSpPr>
        <p:spPr>
          <a:xfrm>
            <a:off x="295623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5C6008F-9FC7-41B7-AAF8-D08FD646E741}"/>
              </a:ext>
            </a:extLst>
          </p:cNvPr>
          <p:cNvCxnSpPr>
            <a:cxnSpLocks/>
          </p:cNvCxnSpPr>
          <p:nvPr/>
        </p:nvCxnSpPr>
        <p:spPr>
          <a:xfrm>
            <a:off x="308577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14F11FE-9BDC-43C6-BAAE-A4B2D211A182}"/>
              </a:ext>
            </a:extLst>
          </p:cNvPr>
          <p:cNvCxnSpPr>
            <a:cxnSpLocks/>
          </p:cNvCxnSpPr>
          <p:nvPr/>
        </p:nvCxnSpPr>
        <p:spPr>
          <a:xfrm>
            <a:off x="320769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83930-C5AC-40EB-BD27-EE8A72BAFDE4}"/>
              </a:ext>
            </a:extLst>
          </p:cNvPr>
          <p:cNvCxnSpPr>
            <a:cxnSpLocks/>
          </p:cNvCxnSpPr>
          <p:nvPr/>
        </p:nvCxnSpPr>
        <p:spPr>
          <a:xfrm>
            <a:off x="333723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1C41E52-A5CB-4768-92C9-1D55B95E2864}"/>
              </a:ext>
            </a:extLst>
          </p:cNvPr>
          <p:cNvCxnSpPr>
            <a:cxnSpLocks/>
          </p:cNvCxnSpPr>
          <p:nvPr/>
        </p:nvCxnSpPr>
        <p:spPr>
          <a:xfrm>
            <a:off x="346423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370F5FE-04C9-49EE-BE57-4BEF30309FD6}"/>
              </a:ext>
            </a:extLst>
          </p:cNvPr>
          <p:cNvCxnSpPr>
            <a:cxnSpLocks/>
          </p:cNvCxnSpPr>
          <p:nvPr/>
        </p:nvCxnSpPr>
        <p:spPr>
          <a:xfrm>
            <a:off x="359123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4837530-B904-4307-92B5-E9D31EA46CF1}"/>
              </a:ext>
            </a:extLst>
          </p:cNvPr>
          <p:cNvCxnSpPr>
            <a:cxnSpLocks/>
          </p:cNvCxnSpPr>
          <p:nvPr/>
        </p:nvCxnSpPr>
        <p:spPr>
          <a:xfrm>
            <a:off x="372077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F4CEAC9-6A4C-48DA-ABE9-A0409803142F}"/>
              </a:ext>
            </a:extLst>
          </p:cNvPr>
          <p:cNvCxnSpPr>
            <a:cxnSpLocks/>
          </p:cNvCxnSpPr>
          <p:nvPr/>
        </p:nvCxnSpPr>
        <p:spPr>
          <a:xfrm>
            <a:off x="3850312" y="1050407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7D95F6A-A25E-4730-87DD-1F96609456EA}"/>
              </a:ext>
            </a:extLst>
          </p:cNvPr>
          <p:cNvCxnSpPr>
            <a:cxnSpLocks/>
          </p:cNvCxnSpPr>
          <p:nvPr/>
        </p:nvCxnSpPr>
        <p:spPr>
          <a:xfrm>
            <a:off x="396969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CD0D711-39C8-4603-A79B-CA0FEED5DFDC}"/>
              </a:ext>
            </a:extLst>
          </p:cNvPr>
          <p:cNvCxnSpPr>
            <a:cxnSpLocks/>
          </p:cNvCxnSpPr>
          <p:nvPr/>
        </p:nvCxnSpPr>
        <p:spPr>
          <a:xfrm>
            <a:off x="409923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2312108-C4B6-4E7F-B96D-E91F0BBB3338}"/>
              </a:ext>
            </a:extLst>
          </p:cNvPr>
          <p:cNvCxnSpPr>
            <a:cxnSpLocks/>
          </p:cNvCxnSpPr>
          <p:nvPr/>
        </p:nvCxnSpPr>
        <p:spPr>
          <a:xfrm>
            <a:off x="422115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BC82BD4-183C-49C0-AAC8-0CA40D7C0531}"/>
              </a:ext>
            </a:extLst>
          </p:cNvPr>
          <p:cNvCxnSpPr>
            <a:cxnSpLocks/>
          </p:cNvCxnSpPr>
          <p:nvPr/>
        </p:nvCxnSpPr>
        <p:spPr>
          <a:xfrm>
            <a:off x="435069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EF6FA65-CFF7-4DD0-997F-14F05907ACAD}"/>
              </a:ext>
            </a:extLst>
          </p:cNvPr>
          <p:cNvCxnSpPr>
            <a:cxnSpLocks/>
          </p:cNvCxnSpPr>
          <p:nvPr/>
        </p:nvCxnSpPr>
        <p:spPr>
          <a:xfrm>
            <a:off x="447769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7022992-29AF-4301-AAC5-AA6D97FD15CD}"/>
              </a:ext>
            </a:extLst>
          </p:cNvPr>
          <p:cNvCxnSpPr>
            <a:cxnSpLocks/>
          </p:cNvCxnSpPr>
          <p:nvPr/>
        </p:nvCxnSpPr>
        <p:spPr>
          <a:xfrm>
            <a:off x="460469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31C8FD4-9CD5-4CC8-BB2C-D6DFB5DD4B09}"/>
              </a:ext>
            </a:extLst>
          </p:cNvPr>
          <p:cNvCxnSpPr>
            <a:cxnSpLocks/>
          </p:cNvCxnSpPr>
          <p:nvPr/>
        </p:nvCxnSpPr>
        <p:spPr>
          <a:xfrm>
            <a:off x="473423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F8C33EA-AACD-469C-985C-4C00749D980E}"/>
              </a:ext>
            </a:extLst>
          </p:cNvPr>
          <p:cNvCxnSpPr>
            <a:cxnSpLocks/>
          </p:cNvCxnSpPr>
          <p:nvPr/>
        </p:nvCxnSpPr>
        <p:spPr>
          <a:xfrm>
            <a:off x="4859962" y="1050407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896B465-836B-4477-ACC7-66A08A40DC9B}"/>
              </a:ext>
            </a:extLst>
          </p:cNvPr>
          <p:cNvCxnSpPr>
            <a:cxnSpLocks/>
          </p:cNvCxnSpPr>
          <p:nvPr/>
        </p:nvCxnSpPr>
        <p:spPr>
          <a:xfrm>
            <a:off x="497934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2E6EF65-CFCF-4950-8431-98E60C8AF971}"/>
              </a:ext>
            </a:extLst>
          </p:cNvPr>
          <p:cNvCxnSpPr>
            <a:cxnSpLocks/>
          </p:cNvCxnSpPr>
          <p:nvPr/>
        </p:nvCxnSpPr>
        <p:spPr>
          <a:xfrm>
            <a:off x="510888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B414FED-D054-4614-B48A-8555AD229F62}"/>
              </a:ext>
            </a:extLst>
          </p:cNvPr>
          <p:cNvCxnSpPr>
            <a:cxnSpLocks/>
          </p:cNvCxnSpPr>
          <p:nvPr/>
        </p:nvCxnSpPr>
        <p:spPr>
          <a:xfrm>
            <a:off x="523080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F0257C2-FCCB-4FD8-BFEC-450E091484B3}"/>
              </a:ext>
            </a:extLst>
          </p:cNvPr>
          <p:cNvCxnSpPr>
            <a:cxnSpLocks/>
          </p:cNvCxnSpPr>
          <p:nvPr/>
        </p:nvCxnSpPr>
        <p:spPr>
          <a:xfrm>
            <a:off x="536034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5760E0F-89E2-46D9-8F73-7CE3533ED933}"/>
              </a:ext>
            </a:extLst>
          </p:cNvPr>
          <p:cNvCxnSpPr>
            <a:cxnSpLocks/>
          </p:cNvCxnSpPr>
          <p:nvPr/>
        </p:nvCxnSpPr>
        <p:spPr>
          <a:xfrm>
            <a:off x="548734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E21F1AE-6F53-46D9-9CE5-76EDE58BCAAD}"/>
              </a:ext>
            </a:extLst>
          </p:cNvPr>
          <p:cNvCxnSpPr>
            <a:cxnSpLocks/>
          </p:cNvCxnSpPr>
          <p:nvPr/>
        </p:nvCxnSpPr>
        <p:spPr>
          <a:xfrm>
            <a:off x="561434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4FD6E55-1175-48E6-846D-D83B9B9B2383}"/>
              </a:ext>
            </a:extLst>
          </p:cNvPr>
          <p:cNvCxnSpPr>
            <a:cxnSpLocks/>
          </p:cNvCxnSpPr>
          <p:nvPr/>
        </p:nvCxnSpPr>
        <p:spPr>
          <a:xfrm>
            <a:off x="5743882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7E549EA-1C36-47B5-B68D-5C1D0AE9B79F}"/>
              </a:ext>
            </a:extLst>
          </p:cNvPr>
          <p:cNvCxnSpPr>
            <a:cxnSpLocks/>
          </p:cNvCxnSpPr>
          <p:nvPr/>
        </p:nvCxnSpPr>
        <p:spPr>
          <a:xfrm>
            <a:off x="5874946" y="1050407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F08D1D-7406-477E-B53E-AADFE1BE2A80}"/>
              </a:ext>
            </a:extLst>
          </p:cNvPr>
          <p:cNvCxnSpPr>
            <a:cxnSpLocks/>
          </p:cNvCxnSpPr>
          <p:nvPr/>
        </p:nvCxnSpPr>
        <p:spPr>
          <a:xfrm>
            <a:off x="599432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6284C83-44A2-4D24-96E9-D3439D1FE15A}"/>
              </a:ext>
            </a:extLst>
          </p:cNvPr>
          <p:cNvCxnSpPr>
            <a:cxnSpLocks/>
          </p:cNvCxnSpPr>
          <p:nvPr/>
        </p:nvCxnSpPr>
        <p:spPr>
          <a:xfrm>
            <a:off x="612386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636518C-C9AF-4DB8-92A0-D05C5C215114}"/>
              </a:ext>
            </a:extLst>
          </p:cNvPr>
          <p:cNvCxnSpPr>
            <a:cxnSpLocks/>
          </p:cNvCxnSpPr>
          <p:nvPr/>
        </p:nvCxnSpPr>
        <p:spPr>
          <a:xfrm>
            <a:off x="624578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25AED0D-B989-4916-BD6E-EFD6984CFDAD}"/>
              </a:ext>
            </a:extLst>
          </p:cNvPr>
          <p:cNvCxnSpPr>
            <a:cxnSpLocks/>
          </p:cNvCxnSpPr>
          <p:nvPr/>
        </p:nvCxnSpPr>
        <p:spPr>
          <a:xfrm>
            <a:off x="637532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33618EB-78DC-4A50-A624-48C08C4D12F0}"/>
              </a:ext>
            </a:extLst>
          </p:cNvPr>
          <p:cNvCxnSpPr>
            <a:cxnSpLocks/>
          </p:cNvCxnSpPr>
          <p:nvPr/>
        </p:nvCxnSpPr>
        <p:spPr>
          <a:xfrm>
            <a:off x="650232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04CB2AC-15AB-4992-AE4B-B91F9C281614}"/>
              </a:ext>
            </a:extLst>
          </p:cNvPr>
          <p:cNvCxnSpPr>
            <a:cxnSpLocks/>
          </p:cNvCxnSpPr>
          <p:nvPr/>
        </p:nvCxnSpPr>
        <p:spPr>
          <a:xfrm>
            <a:off x="662932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ACC5A93-6D66-4CA3-A5D9-AF9FDA804A00}"/>
              </a:ext>
            </a:extLst>
          </p:cNvPr>
          <p:cNvCxnSpPr>
            <a:cxnSpLocks/>
          </p:cNvCxnSpPr>
          <p:nvPr/>
        </p:nvCxnSpPr>
        <p:spPr>
          <a:xfrm>
            <a:off x="675886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7A0629C-C47A-4443-812A-5E9F96D330A8}"/>
              </a:ext>
            </a:extLst>
          </p:cNvPr>
          <p:cNvCxnSpPr>
            <a:cxnSpLocks/>
          </p:cNvCxnSpPr>
          <p:nvPr/>
        </p:nvCxnSpPr>
        <p:spPr>
          <a:xfrm>
            <a:off x="6884596" y="1050407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7DE3951-CEF1-4C1F-8AEB-09DE141D593B}"/>
              </a:ext>
            </a:extLst>
          </p:cNvPr>
          <p:cNvCxnSpPr>
            <a:cxnSpLocks/>
          </p:cNvCxnSpPr>
          <p:nvPr/>
        </p:nvCxnSpPr>
        <p:spPr>
          <a:xfrm>
            <a:off x="700397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61E945D-6AEF-46EC-AE03-F03AB0E1DE6D}"/>
              </a:ext>
            </a:extLst>
          </p:cNvPr>
          <p:cNvCxnSpPr>
            <a:cxnSpLocks/>
          </p:cNvCxnSpPr>
          <p:nvPr/>
        </p:nvCxnSpPr>
        <p:spPr>
          <a:xfrm>
            <a:off x="713351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FDDBBA5-63BB-40E7-92D6-035EA05B0BC6}"/>
              </a:ext>
            </a:extLst>
          </p:cNvPr>
          <p:cNvCxnSpPr>
            <a:cxnSpLocks/>
          </p:cNvCxnSpPr>
          <p:nvPr/>
        </p:nvCxnSpPr>
        <p:spPr>
          <a:xfrm>
            <a:off x="725543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984CABD-5DBC-4E57-B63F-72180589795C}"/>
              </a:ext>
            </a:extLst>
          </p:cNvPr>
          <p:cNvCxnSpPr>
            <a:cxnSpLocks/>
          </p:cNvCxnSpPr>
          <p:nvPr/>
        </p:nvCxnSpPr>
        <p:spPr>
          <a:xfrm>
            <a:off x="738497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9A90F17-C72B-4278-8FC5-9F8EEE0AA3FB}"/>
              </a:ext>
            </a:extLst>
          </p:cNvPr>
          <p:cNvCxnSpPr>
            <a:cxnSpLocks/>
          </p:cNvCxnSpPr>
          <p:nvPr/>
        </p:nvCxnSpPr>
        <p:spPr>
          <a:xfrm>
            <a:off x="751197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FC6AA5E-8844-4E98-A98F-6C192853F2F4}"/>
              </a:ext>
            </a:extLst>
          </p:cNvPr>
          <p:cNvCxnSpPr>
            <a:cxnSpLocks/>
          </p:cNvCxnSpPr>
          <p:nvPr/>
        </p:nvCxnSpPr>
        <p:spPr>
          <a:xfrm>
            <a:off x="763897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E635934-8687-4370-8A7E-E38FDF1CFA50}"/>
              </a:ext>
            </a:extLst>
          </p:cNvPr>
          <p:cNvCxnSpPr>
            <a:cxnSpLocks/>
          </p:cNvCxnSpPr>
          <p:nvPr/>
        </p:nvCxnSpPr>
        <p:spPr>
          <a:xfrm>
            <a:off x="776851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1EBBAC7-21FC-4BE4-B757-93D7F7F3A529}"/>
              </a:ext>
            </a:extLst>
          </p:cNvPr>
          <p:cNvCxnSpPr>
            <a:cxnSpLocks/>
          </p:cNvCxnSpPr>
          <p:nvPr/>
        </p:nvCxnSpPr>
        <p:spPr>
          <a:xfrm>
            <a:off x="7898056" y="1050407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643D1F8-8A50-4ACA-8FA9-4EBC2AE1C01E}"/>
              </a:ext>
            </a:extLst>
          </p:cNvPr>
          <p:cNvCxnSpPr>
            <a:cxnSpLocks/>
          </p:cNvCxnSpPr>
          <p:nvPr/>
        </p:nvCxnSpPr>
        <p:spPr>
          <a:xfrm>
            <a:off x="801743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E177973-7A79-45EB-A61C-9A044BDC1347}"/>
              </a:ext>
            </a:extLst>
          </p:cNvPr>
          <p:cNvCxnSpPr>
            <a:cxnSpLocks/>
          </p:cNvCxnSpPr>
          <p:nvPr/>
        </p:nvCxnSpPr>
        <p:spPr>
          <a:xfrm>
            <a:off x="814697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8F5C498-E793-429E-BCDB-9E635901D19B}"/>
              </a:ext>
            </a:extLst>
          </p:cNvPr>
          <p:cNvCxnSpPr>
            <a:cxnSpLocks/>
          </p:cNvCxnSpPr>
          <p:nvPr/>
        </p:nvCxnSpPr>
        <p:spPr>
          <a:xfrm>
            <a:off x="826889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AA51C5B-5EF0-4FBE-9A96-E2D865C5EB4B}"/>
              </a:ext>
            </a:extLst>
          </p:cNvPr>
          <p:cNvCxnSpPr>
            <a:cxnSpLocks/>
          </p:cNvCxnSpPr>
          <p:nvPr/>
        </p:nvCxnSpPr>
        <p:spPr>
          <a:xfrm>
            <a:off x="839843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12E1E2E-923E-40A0-933E-46B8D3217235}"/>
              </a:ext>
            </a:extLst>
          </p:cNvPr>
          <p:cNvCxnSpPr>
            <a:cxnSpLocks/>
          </p:cNvCxnSpPr>
          <p:nvPr/>
        </p:nvCxnSpPr>
        <p:spPr>
          <a:xfrm>
            <a:off x="852543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F1EE36C-592C-4FA1-8DE9-9BF0702C14BA}"/>
              </a:ext>
            </a:extLst>
          </p:cNvPr>
          <p:cNvCxnSpPr>
            <a:cxnSpLocks/>
          </p:cNvCxnSpPr>
          <p:nvPr/>
        </p:nvCxnSpPr>
        <p:spPr>
          <a:xfrm>
            <a:off x="865243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12EA597-077E-4849-9153-2F8CBE50CF7E}"/>
              </a:ext>
            </a:extLst>
          </p:cNvPr>
          <p:cNvCxnSpPr>
            <a:cxnSpLocks/>
          </p:cNvCxnSpPr>
          <p:nvPr/>
        </p:nvCxnSpPr>
        <p:spPr>
          <a:xfrm>
            <a:off x="878197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8CF8D99-1996-4F68-9FBA-AF73881828C1}"/>
              </a:ext>
            </a:extLst>
          </p:cNvPr>
          <p:cNvCxnSpPr>
            <a:cxnSpLocks/>
          </p:cNvCxnSpPr>
          <p:nvPr/>
        </p:nvCxnSpPr>
        <p:spPr>
          <a:xfrm>
            <a:off x="8907706" y="1050407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BEB10A2-5FB5-442D-A72F-58349F4769E8}"/>
              </a:ext>
            </a:extLst>
          </p:cNvPr>
          <p:cNvCxnSpPr>
            <a:cxnSpLocks/>
          </p:cNvCxnSpPr>
          <p:nvPr/>
        </p:nvCxnSpPr>
        <p:spPr>
          <a:xfrm>
            <a:off x="902708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1F7528A-C4D0-4522-97B1-5F7FBCA76729}"/>
              </a:ext>
            </a:extLst>
          </p:cNvPr>
          <p:cNvCxnSpPr>
            <a:cxnSpLocks/>
          </p:cNvCxnSpPr>
          <p:nvPr/>
        </p:nvCxnSpPr>
        <p:spPr>
          <a:xfrm>
            <a:off x="915662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B0DA7FF-B7A0-4E81-A799-4F184B3BB84C}"/>
              </a:ext>
            </a:extLst>
          </p:cNvPr>
          <p:cNvCxnSpPr>
            <a:cxnSpLocks/>
          </p:cNvCxnSpPr>
          <p:nvPr/>
        </p:nvCxnSpPr>
        <p:spPr>
          <a:xfrm>
            <a:off x="927854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F2CB2AC-5961-4C98-98CF-671A9C1DE677}"/>
              </a:ext>
            </a:extLst>
          </p:cNvPr>
          <p:cNvCxnSpPr>
            <a:cxnSpLocks/>
          </p:cNvCxnSpPr>
          <p:nvPr/>
        </p:nvCxnSpPr>
        <p:spPr>
          <a:xfrm>
            <a:off x="940808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5AA6176-9058-46AA-9E9C-5EB548D431CD}"/>
              </a:ext>
            </a:extLst>
          </p:cNvPr>
          <p:cNvCxnSpPr>
            <a:cxnSpLocks/>
          </p:cNvCxnSpPr>
          <p:nvPr/>
        </p:nvCxnSpPr>
        <p:spPr>
          <a:xfrm>
            <a:off x="953508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F45DB20-A9AB-43B5-A515-7DC7E952DA02}"/>
              </a:ext>
            </a:extLst>
          </p:cNvPr>
          <p:cNvCxnSpPr>
            <a:cxnSpLocks/>
          </p:cNvCxnSpPr>
          <p:nvPr/>
        </p:nvCxnSpPr>
        <p:spPr>
          <a:xfrm>
            <a:off x="966208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8A30260-2DF1-4BF9-A5B2-CBD7D0687A13}"/>
              </a:ext>
            </a:extLst>
          </p:cNvPr>
          <p:cNvCxnSpPr>
            <a:cxnSpLocks/>
          </p:cNvCxnSpPr>
          <p:nvPr/>
        </p:nvCxnSpPr>
        <p:spPr>
          <a:xfrm>
            <a:off x="9791626" y="10504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FF5DDFC-9658-4F0C-9D1D-B726911FC846}"/>
              </a:ext>
            </a:extLst>
          </p:cNvPr>
          <p:cNvCxnSpPr>
            <a:cxnSpLocks/>
          </p:cNvCxnSpPr>
          <p:nvPr/>
        </p:nvCxnSpPr>
        <p:spPr>
          <a:xfrm>
            <a:off x="1827202" y="1863207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3F4C322-525D-4E63-A4E8-9CE12259C806}"/>
              </a:ext>
            </a:extLst>
          </p:cNvPr>
          <p:cNvCxnSpPr>
            <a:cxnSpLocks/>
          </p:cNvCxnSpPr>
          <p:nvPr/>
        </p:nvCxnSpPr>
        <p:spPr>
          <a:xfrm>
            <a:off x="194658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887656D-49D7-4BE4-AA6D-F94E44AECF76}"/>
              </a:ext>
            </a:extLst>
          </p:cNvPr>
          <p:cNvCxnSpPr>
            <a:cxnSpLocks/>
          </p:cNvCxnSpPr>
          <p:nvPr/>
        </p:nvCxnSpPr>
        <p:spPr>
          <a:xfrm>
            <a:off x="207612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18EF5D0-9575-4704-9459-C2A59F2B6A52}"/>
              </a:ext>
            </a:extLst>
          </p:cNvPr>
          <p:cNvCxnSpPr>
            <a:cxnSpLocks/>
          </p:cNvCxnSpPr>
          <p:nvPr/>
        </p:nvCxnSpPr>
        <p:spPr>
          <a:xfrm>
            <a:off x="219804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9D7CDA8-6ED9-4469-999E-3216B04C33EB}"/>
              </a:ext>
            </a:extLst>
          </p:cNvPr>
          <p:cNvCxnSpPr>
            <a:cxnSpLocks/>
          </p:cNvCxnSpPr>
          <p:nvPr/>
        </p:nvCxnSpPr>
        <p:spPr>
          <a:xfrm>
            <a:off x="232758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F9EF97D-CD4A-4A18-9314-931322106141}"/>
              </a:ext>
            </a:extLst>
          </p:cNvPr>
          <p:cNvCxnSpPr>
            <a:cxnSpLocks/>
          </p:cNvCxnSpPr>
          <p:nvPr/>
        </p:nvCxnSpPr>
        <p:spPr>
          <a:xfrm>
            <a:off x="245458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B401564-52FE-4E97-B207-2CEC37DB31DC}"/>
              </a:ext>
            </a:extLst>
          </p:cNvPr>
          <p:cNvCxnSpPr>
            <a:cxnSpLocks/>
          </p:cNvCxnSpPr>
          <p:nvPr/>
        </p:nvCxnSpPr>
        <p:spPr>
          <a:xfrm>
            <a:off x="258158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9C1E17E-9734-4A62-A37D-F9CD2A15B57B}"/>
              </a:ext>
            </a:extLst>
          </p:cNvPr>
          <p:cNvCxnSpPr>
            <a:cxnSpLocks/>
          </p:cNvCxnSpPr>
          <p:nvPr/>
        </p:nvCxnSpPr>
        <p:spPr>
          <a:xfrm>
            <a:off x="271112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95C54EC-4BAC-4BC8-AC79-A7E834FE6F98}"/>
              </a:ext>
            </a:extLst>
          </p:cNvPr>
          <p:cNvCxnSpPr>
            <a:cxnSpLocks/>
          </p:cNvCxnSpPr>
          <p:nvPr/>
        </p:nvCxnSpPr>
        <p:spPr>
          <a:xfrm>
            <a:off x="2836852" y="1863207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A4CD24E-C82C-4C0A-9555-71815415B9F0}"/>
              </a:ext>
            </a:extLst>
          </p:cNvPr>
          <p:cNvCxnSpPr>
            <a:cxnSpLocks/>
          </p:cNvCxnSpPr>
          <p:nvPr/>
        </p:nvCxnSpPr>
        <p:spPr>
          <a:xfrm>
            <a:off x="295623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E642E35-3C22-4EC4-8566-D2E494CBC27C}"/>
              </a:ext>
            </a:extLst>
          </p:cNvPr>
          <p:cNvCxnSpPr>
            <a:cxnSpLocks/>
          </p:cNvCxnSpPr>
          <p:nvPr/>
        </p:nvCxnSpPr>
        <p:spPr>
          <a:xfrm>
            <a:off x="308577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DB00A4D-7600-46A9-83AC-C06ABA07D8CD}"/>
              </a:ext>
            </a:extLst>
          </p:cNvPr>
          <p:cNvCxnSpPr>
            <a:cxnSpLocks/>
          </p:cNvCxnSpPr>
          <p:nvPr/>
        </p:nvCxnSpPr>
        <p:spPr>
          <a:xfrm>
            <a:off x="320769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ED2EA90-EA61-437B-8079-DC56AC97CE7E}"/>
              </a:ext>
            </a:extLst>
          </p:cNvPr>
          <p:cNvCxnSpPr>
            <a:cxnSpLocks/>
          </p:cNvCxnSpPr>
          <p:nvPr/>
        </p:nvCxnSpPr>
        <p:spPr>
          <a:xfrm>
            <a:off x="333723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C328899-705B-41B7-948D-89222B35754C}"/>
              </a:ext>
            </a:extLst>
          </p:cNvPr>
          <p:cNvCxnSpPr>
            <a:cxnSpLocks/>
          </p:cNvCxnSpPr>
          <p:nvPr/>
        </p:nvCxnSpPr>
        <p:spPr>
          <a:xfrm>
            <a:off x="346423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1881CEE-B939-405F-9EB9-154DDB2366A6}"/>
              </a:ext>
            </a:extLst>
          </p:cNvPr>
          <p:cNvCxnSpPr>
            <a:cxnSpLocks/>
          </p:cNvCxnSpPr>
          <p:nvPr/>
        </p:nvCxnSpPr>
        <p:spPr>
          <a:xfrm>
            <a:off x="359123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F8016B5-C96D-41AF-82A1-B90C82468DDB}"/>
              </a:ext>
            </a:extLst>
          </p:cNvPr>
          <p:cNvCxnSpPr>
            <a:cxnSpLocks/>
          </p:cNvCxnSpPr>
          <p:nvPr/>
        </p:nvCxnSpPr>
        <p:spPr>
          <a:xfrm>
            <a:off x="372077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10B348F-F6BC-4C5D-AA87-589532386717}"/>
              </a:ext>
            </a:extLst>
          </p:cNvPr>
          <p:cNvCxnSpPr>
            <a:cxnSpLocks/>
          </p:cNvCxnSpPr>
          <p:nvPr/>
        </p:nvCxnSpPr>
        <p:spPr>
          <a:xfrm>
            <a:off x="3850312" y="1863207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77B177D-DB9A-4AC9-9376-38FA0C6C0BEF}"/>
              </a:ext>
            </a:extLst>
          </p:cNvPr>
          <p:cNvCxnSpPr>
            <a:cxnSpLocks/>
          </p:cNvCxnSpPr>
          <p:nvPr/>
        </p:nvCxnSpPr>
        <p:spPr>
          <a:xfrm>
            <a:off x="396969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C452543-D346-4B1D-9202-F92A5906424D}"/>
              </a:ext>
            </a:extLst>
          </p:cNvPr>
          <p:cNvCxnSpPr>
            <a:cxnSpLocks/>
          </p:cNvCxnSpPr>
          <p:nvPr/>
        </p:nvCxnSpPr>
        <p:spPr>
          <a:xfrm>
            <a:off x="409923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A4B26A3-EFD0-4AF7-8E2F-85BF23EB12E6}"/>
              </a:ext>
            </a:extLst>
          </p:cNvPr>
          <p:cNvCxnSpPr>
            <a:cxnSpLocks/>
          </p:cNvCxnSpPr>
          <p:nvPr/>
        </p:nvCxnSpPr>
        <p:spPr>
          <a:xfrm>
            <a:off x="422115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3C6DE7B-B902-4419-8F89-77A7CFAE24BC}"/>
              </a:ext>
            </a:extLst>
          </p:cNvPr>
          <p:cNvCxnSpPr>
            <a:cxnSpLocks/>
          </p:cNvCxnSpPr>
          <p:nvPr/>
        </p:nvCxnSpPr>
        <p:spPr>
          <a:xfrm>
            <a:off x="435069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BB182A84-115C-4760-976F-3DCBDD1948DE}"/>
              </a:ext>
            </a:extLst>
          </p:cNvPr>
          <p:cNvCxnSpPr>
            <a:cxnSpLocks/>
          </p:cNvCxnSpPr>
          <p:nvPr/>
        </p:nvCxnSpPr>
        <p:spPr>
          <a:xfrm>
            <a:off x="447769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B9ED444-C3A8-4D9C-B242-57FBB9EC3346}"/>
              </a:ext>
            </a:extLst>
          </p:cNvPr>
          <p:cNvCxnSpPr>
            <a:cxnSpLocks/>
          </p:cNvCxnSpPr>
          <p:nvPr/>
        </p:nvCxnSpPr>
        <p:spPr>
          <a:xfrm>
            <a:off x="460469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69DA727-BC7F-4763-8812-7BD75E9CB2A9}"/>
              </a:ext>
            </a:extLst>
          </p:cNvPr>
          <p:cNvCxnSpPr>
            <a:cxnSpLocks/>
          </p:cNvCxnSpPr>
          <p:nvPr/>
        </p:nvCxnSpPr>
        <p:spPr>
          <a:xfrm>
            <a:off x="473423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DB14D61-020E-432C-B915-CAF16E23FDCD}"/>
              </a:ext>
            </a:extLst>
          </p:cNvPr>
          <p:cNvCxnSpPr>
            <a:cxnSpLocks/>
          </p:cNvCxnSpPr>
          <p:nvPr/>
        </p:nvCxnSpPr>
        <p:spPr>
          <a:xfrm>
            <a:off x="4859962" y="1863207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7A616AE-5DE0-4B91-B620-223AF8D8FD8D}"/>
              </a:ext>
            </a:extLst>
          </p:cNvPr>
          <p:cNvCxnSpPr>
            <a:cxnSpLocks/>
          </p:cNvCxnSpPr>
          <p:nvPr/>
        </p:nvCxnSpPr>
        <p:spPr>
          <a:xfrm>
            <a:off x="497934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7FB923F-908B-46DA-897D-7DFC9B48CEA2}"/>
              </a:ext>
            </a:extLst>
          </p:cNvPr>
          <p:cNvCxnSpPr>
            <a:cxnSpLocks/>
          </p:cNvCxnSpPr>
          <p:nvPr/>
        </p:nvCxnSpPr>
        <p:spPr>
          <a:xfrm>
            <a:off x="510888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94E1498-9B26-402C-AC39-86AB9081CB5B}"/>
              </a:ext>
            </a:extLst>
          </p:cNvPr>
          <p:cNvCxnSpPr>
            <a:cxnSpLocks/>
          </p:cNvCxnSpPr>
          <p:nvPr/>
        </p:nvCxnSpPr>
        <p:spPr>
          <a:xfrm>
            <a:off x="523080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C329F5C-8F24-4B78-921E-61078BCF1D81}"/>
              </a:ext>
            </a:extLst>
          </p:cNvPr>
          <p:cNvCxnSpPr>
            <a:cxnSpLocks/>
          </p:cNvCxnSpPr>
          <p:nvPr/>
        </p:nvCxnSpPr>
        <p:spPr>
          <a:xfrm>
            <a:off x="536034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A3EEC75-0684-42F0-86B7-B47E0E6494FE}"/>
              </a:ext>
            </a:extLst>
          </p:cNvPr>
          <p:cNvCxnSpPr>
            <a:cxnSpLocks/>
          </p:cNvCxnSpPr>
          <p:nvPr/>
        </p:nvCxnSpPr>
        <p:spPr>
          <a:xfrm>
            <a:off x="548734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25E44CC-9667-4ECA-A268-AE49E2BDD00A}"/>
              </a:ext>
            </a:extLst>
          </p:cNvPr>
          <p:cNvCxnSpPr>
            <a:cxnSpLocks/>
          </p:cNvCxnSpPr>
          <p:nvPr/>
        </p:nvCxnSpPr>
        <p:spPr>
          <a:xfrm>
            <a:off x="561434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26BE455-9BE0-4D10-8EE5-1A88C45009BE}"/>
              </a:ext>
            </a:extLst>
          </p:cNvPr>
          <p:cNvCxnSpPr>
            <a:cxnSpLocks/>
          </p:cNvCxnSpPr>
          <p:nvPr/>
        </p:nvCxnSpPr>
        <p:spPr>
          <a:xfrm>
            <a:off x="5743882" y="186320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2795AB84-E6A5-425C-8770-A0C60E1F77E7}"/>
              </a:ext>
            </a:extLst>
          </p:cNvPr>
          <p:cNvCxnSpPr>
            <a:cxnSpLocks/>
          </p:cNvCxnSpPr>
          <p:nvPr/>
        </p:nvCxnSpPr>
        <p:spPr>
          <a:xfrm>
            <a:off x="1827202" y="2676309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EAF2F114-6C93-4665-BF53-B38B8E426252}"/>
              </a:ext>
            </a:extLst>
          </p:cNvPr>
          <p:cNvCxnSpPr>
            <a:cxnSpLocks/>
          </p:cNvCxnSpPr>
          <p:nvPr/>
        </p:nvCxnSpPr>
        <p:spPr>
          <a:xfrm>
            <a:off x="194658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BF4D885-63EC-4831-B5D4-76C57A16E917}"/>
              </a:ext>
            </a:extLst>
          </p:cNvPr>
          <p:cNvCxnSpPr>
            <a:cxnSpLocks/>
          </p:cNvCxnSpPr>
          <p:nvPr/>
        </p:nvCxnSpPr>
        <p:spPr>
          <a:xfrm>
            <a:off x="207612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4275027F-1E59-4C00-8383-7697FA3332D7}"/>
              </a:ext>
            </a:extLst>
          </p:cNvPr>
          <p:cNvCxnSpPr>
            <a:cxnSpLocks/>
          </p:cNvCxnSpPr>
          <p:nvPr/>
        </p:nvCxnSpPr>
        <p:spPr>
          <a:xfrm>
            <a:off x="219804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9AAB4D8-28B5-4916-9CD4-1DA6589DBF93}"/>
              </a:ext>
            </a:extLst>
          </p:cNvPr>
          <p:cNvCxnSpPr>
            <a:cxnSpLocks/>
          </p:cNvCxnSpPr>
          <p:nvPr/>
        </p:nvCxnSpPr>
        <p:spPr>
          <a:xfrm>
            <a:off x="232758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98ED5CA6-198C-4A55-8998-07F842379D85}"/>
              </a:ext>
            </a:extLst>
          </p:cNvPr>
          <p:cNvCxnSpPr>
            <a:cxnSpLocks/>
          </p:cNvCxnSpPr>
          <p:nvPr/>
        </p:nvCxnSpPr>
        <p:spPr>
          <a:xfrm>
            <a:off x="245458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7C6037AB-C176-47DE-92F9-7345224C0A44}"/>
              </a:ext>
            </a:extLst>
          </p:cNvPr>
          <p:cNvCxnSpPr>
            <a:cxnSpLocks/>
          </p:cNvCxnSpPr>
          <p:nvPr/>
        </p:nvCxnSpPr>
        <p:spPr>
          <a:xfrm>
            <a:off x="258158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A419DAE5-E50B-45B6-90E8-4C5153C9403B}"/>
              </a:ext>
            </a:extLst>
          </p:cNvPr>
          <p:cNvCxnSpPr>
            <a:cxnSpLocks/>
          </p:cNvCxnSpPr>
          <p:nvPr/>
        </p:nvCxnSpPr>
        <p:spPr>
          <a:xfrm>
            <a:off x="271112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52C72CEE-D032-4DDF-BF04-529B8A5CB0DE}"/>
              </a:ext>
            </a:extLst>
          </p:cNvPr>
          <p:cNvCxnSpPr>
            <a:cxnSpLocks/>
          </p:cNvCxnSpPr>
          <p:nvPr/>
        </p:nvCxnSpPr>
        <p:spPr>
          <a:xfrm>
            <a:off x="2836852" y="2676309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DB29B819-C77C-4A92-886A-87528A59C1C0}"/>
              </a:ext>
            </a:extLst>
          </p:cNvPr>
          <p:cNvCxnSpPr>
            <a:cxnSpLocks/>
          </p:cNvCxnSpPr>
          <p:nvPr/>
        </p:nvCxnSpPr>
        <p:spPr>
          <a:xfrm>
            <a:off x="295623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A9F1E217-A596-4119-ABA4-94FF05A90CEA}"/>
              </a:ext>
            </a:extLst>
          </p:cNvPr>
          <p:cNvCxnSpPr>
            <a:cxnSpLocks/>
          </p:cNvCxnSpPr>
          <p:nvPr/>
        </p:nvCxnSpPr>
        <p:spPr>
          <a:xfrm>
            <a:off x="308577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EDD165FB-DD0C-4295-ACEA-4DD47613E92C}"/>
              </a:ext>
            </a:extLst>
          </p:cNvPr>
          <p:cNvCxnSpPr>
            <a:cxnSpLocks/>
          </p:cNvCxnSpPr>
          <p:nvPr/>
        </p:nvCxnSpPr>
        <p:spPr>
          <a:xfrm>
            <a:off x="320769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10D26783-BB1B-4F04-AE37-779AD7696B2C}"/>
              </a:ext>
            </a:extLst>
          </p:cNvPr>
          <p:cNvCxnSpPr>
            <a:cxnSpLocks/>
          </p:cNvCxnSpPr>
          <p:nvPr/>
        </p:nvCxnSpPr>
        <p:spPr>
          <a:xfrm>
            <a:off x="333723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66408593-67E7-4425-8FB5-BB0BC378A9B5}"/>
              </a:ext>
            </a:extLst>
          </p:cNvPr>
          <p:cNvCxnSpPr>
            <a:cxnSpLocks/>
          </p:cNvCxnSpPr>
          <p:nvPr/>
        </p:nvCxnSpPr>
        <p:spPr>
          <a:xfrm>
            <a:off x="346423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F6A32B3C-F996-4DB7-9A93-6468FFF4015B}"/>
              </a:ext>
            </a:extLst>
          </p:cNvPr>
          <p:cNvCxnSpPr>
            <a:cxnSpLocks/>
          </p:cNvCxnSpPr>
          <p:nvPr/>
        </p:nvCxnSpPr>
        <p:spPr>
          <a:xfrm>
            <a:off x="359123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34C020AA-C3CC-41D5-88BE-6A5D1C8A806D}"/>
              </a:ext>
            </a:extLst>
          </p:cNvPr>
          <p:cNvCxnSpPr>
            <a:cxnSpLocks/>
          </p:cNvCxnSpPr>
          <p:nvPr/>
        </p:nvCxnSpPr>
        <p:spPr>
          <a:xfrm>
            <a:off x="372077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4D99B493-0B48-4154-AEC7-53A2B81D406A}"/>
              </a:ext>
            </a:extLst>
          </p:cNvPr>
          <p:cNvCxnSpPr>
            <a:cxnSpLocks/>
          </p:cNvCxnSpPr>
          <p:nvPr/>
        </p:nvCxnSpPr>
        <p:spPr>
          <a:xfrm>
            <a:off x="3850312" y="2676309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A8C82824-FA84-4BFD-BFB9-2EB2AA494A82}"/>
              </a:ext>
            </a:extLst>
          </p:cNvPr>
          <p:cNvCxnSpPr>
            <a:cxnSpLocks/>
          </p:cNvCxnSpPr>
          <p:nvPr/>
        </p:nvCxnSpPr>
        <p:spPr>
          <a:xfrm>
            <a:off x="396969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E461F37D-8E11-4E59-B527-02E92E00F449}"/>
              </a:ext>
            </a:extLst>
          </p:cNvPr>
          <p:cNvCxnSpPr>
            <a:cxnSpLocks/>
          </p:cNvCxnSpPr>
          <p:nvPr/>
        </p:nvCxnSpPr>
        <p:spPr>
          <a:xfrm>
            <a:off x="409923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96DA2F05-8AA8-4817-93A9-C5D5C26D0505}"/>
              </a:ext>
            </a:extLst>
          </p:cNvPr>
          <p:cNvCxnSpPr>
            <a:cxnSpLocks/>
          </p:cNvCxnSpPr>
          <p:nvPr/>
        </p:nvCxnSpPr>
        <p:spPr>
          <a:xfrm>
            <a:off x="422115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AC548EFD-ADE2-4B0D-A4EA-51B7A6C99348}"/>
              </a:ext>
            </a:extLst>
          </p:cNvPr>
          <p:cNvCxnSpPr>
            <a:cxnSpLocks/>
          </p:cNvCxnSpPr>
          <p:nvPr/>
        </p:nvCxnSpPr>
        <p:spPr>
          <a:xfrm>
            <a:off x="435069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D74E6D4-970B-4AD7-B197-59BD62B68FF6}"/>
              </a:ext>
            </a:extLst>
          </p:cNvPr>
          <p:cNvCxnSpPr>
            <a:cxnSpLocks/>
          </p:cNvCxnSpPr>
          <p:nvPr/>
        </p:nvCxnSpPr>
        <p:spPr>
          <a:xfrm>
            <a:off x="447769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93339B58-78C8-4709-9423-1A0357A65D35}"/>
              </a:ext>
            </a:extLst>
          </p:cNvPr>
          <p:cNvCxnSpPr>
            <a:cxnSpLocks/>
          </p:cNvCxnSpPr>
          <p:nvPr/>
        </p:nvCxnSpPr>
        <p:spPr>
          <a:xfrm>
            <a:off x="460469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55BF2519-5C75-4214-89C2-8ACB08F5EFB4}"/>
              </a:ext>
            </a:extLst>
          </p:cNvPr>
          <p:cNvCxnSpPr>
            <a:cxnSpLocks/>
          </p:cNvCxnSpPr>
          <p:nvPr/>
        </p:nvCxnSpPr>
        <p:spPr>
          <a:xfrm>
            <a:off x="473423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AD0EDA6C-7EDE-42DC-BB84-4345B30A40B4}"/>
              </a:ext>
            </a:extLst>
          </p:cNvPr>
          <p:cNvCxnSpPr>
            <a:cxnSpLocks/>
          </p:cNvCxnSpPr>
          <p:nvPr/>
        </p:nvCxnSpPr>
        <p:spPr>
          <a:xfrm>
            <a:off x="4859962" y="2676309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95977C0A-99A8-41D4-8598-FE286C9CE787}"/>
              </a:ext>
            </a:extLst>
          </p:cNvPr>
          <p:cNvCxnSpPr>
            <a:cxnSpLocks/>
          </p:cNvCxnSpPr>
          <p:nvPr/>
        </p:nvCxnSpPr>
        <p:spPr>
          <a:xfrm>
            <a:off x="497934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C7B89B18-4543-4989-A0D9-5B046F0CA529}"/>
              </a:ext>
            </a:extLst>
          </p:cNvPr>
          <p:cNvCxnSpPr>
            <a:cxnSpLocks/>
          </p:cNvCxnSpPr>
          <p:nvPr/>
        </p:nvCxnSpPr>
        <p:spPr>
          <a:xfrm>
            <a:off x="510888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9287C8A4-DBCF-4376-88F2-97F491083CAA}"/>
              </a:ext>
            </a:extLst>
          </p:cNvPr>
          <p:cNvCxnSpPr>
            <a:cxnSpLocks/>
          </p:cNvCxnSpPr>
          <p:nvPr/>
        </p:nvCxnSpPr>
        <p:spPr>
          <a:xfrm>
            <a:off x="523080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FD13DDA3-F2BB-4C2E-8F2F-EA0836EBBE58}"/>
              </a:ext>
            </a:extLst>
          </p:cNvPr>
          <p:cNvCxnSpPr>
            <a:cxnSpLocks/>
          </p:cNvCxnSpPr>
          <p:nvPr/>
        </p:nvCxnSpPr>
        <p:spPr>
          <a:xfrm>
            <a:off x="536034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E1E71AE2-88F5-4BC1-A86F-6E4F52334CDC}"/>
              </a:ext>
            </a:extLst>
          </p:cNvPr>
          <p:cNvCxnSpPr>
            <a:cxnSpLocks/>
          </p:cNvCxnSpPr>
          <p:nvPr/>
        </p:nvCxnSpPr>
        <p:spPr>
          <a:xfrm>
            <a:off x="548734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62C503E7-1C46-4ACF-9E79-F8DA42573A95}"/>
              </a:ext>
            </a:extLst>
          </p:cNvPr>
          <p:cNvCxnSpPr>
            <a:cxnSpLocks/>
          </p:cNvCxnSpPr>
          <p:nvPr/>
        </p:nvCxnSpPr>
        <p:spPr>
          <a:xfrm>
            <a:off x="561434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5FF87289-CBEE-45FE-9D5E-C1B81C78B301}"/>
              </a:ext>
            </a:extLst>
          </p:cNvPr>
          <p:cNvCxnSpPr>
            <a:cxnSpLocks/>
          </p:cNvCxnSpPr>
          <p:nvPr/>
        </p:nvCxnSpPr>
        <p:spPr>
          <a:xfrm>
            <a:off x="5743882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11FB462A-B474-41AF-A903-B1F089B34E84}"/>
              </a:ext>
            </a:extLst>
          </p:cNvPr>
          <p:cNvCxnSpPr>
            <a:cxnSpLocks/>
          </p:cNvCxnSpPr>
          <p:nvPr/>
        </p:nvCxnSpPr>
        <p:spPr>
          <a:xfrm>
            <a:off x="5874946" y="2676309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3067EF76-101A-4E4B-A463-DFF681A13A3D}"/>
              </a:ext>
            </a:extLst>
          </p:cNvPr>
          <p:cNvCxnSpPr>
            <a:cxnSpLocks/>
          </p:cNvCxnSpPr>
          <p:nvPr/>
        </p:nvCxnSpPr>
        <p:spPr>
          <a:xfrm>
            <a:off x="599432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0673FEE6-ADCE-41C3-8688-F0C115C63E7C}"/>
              </a:ext>
            </a:extLst>
          </p:cNvPr>
          <p:cNvCxnSpPr>
            <a:cxnSpLocks/>
          </p:cNvCxnSpPr>
          <p:nvPr/>
        </p:nvCxnSpPr>
        <p:spPr>
          <a:xfrm>
            <a:off x="612386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9384737A-FD48-43D1-9BC8-B8783F85DBD1}"/>
              </a:ext>
            </a:extLst>
          </p:cNvPr>
          <p:cNvCxnSpPr>
            <a:cxnSpLocks/>
          </p:cNvCxnSpPr>
          <p:nvPr/>
        </p:nvCxnSpPr>
        <p:spPr>
          <a:xfrm>
            <a:off x="624578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5851537D-AFD4-4CE6-96E4-84AF117CE019}"/>
              </a:ext>
            </a:extLst>
          </p:cNvPr>
          <p:cNvCxnSpPr>
            <a:cxnSpLocks/>
          </p:cNvCxnSpPr>
          <p:nvPr/>
        </p:nvCxnSpPr>
        <p:spPr>
          <a:xfrm>
            <a:off x="637532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A01402F3-72A9-4643-9087-DB57AF49E335}"/>
              </a:ext>
            </a:extLst>
          </p:cNvPr>
          <p:cNvCxnSpPr>
            <a:cxnSpLocks/>
          </p:cNvCxnSpPr>
          <p:nvPr/>
        </p:nvCxnSpPr>
        <p:spPr>
          <a:xfrm>
            <a:off x="650232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96C9C5FC-2108-4A45-B609-320BAC4BD79D}"/>
              </a:ext>
            </a:extLst>
          </p:cNvPr>
          <p:cNvCxnSpPr>
            <a:cxnSpLocks/>
          </p:cNvCxnSpPr>
          <p:nvPr/>
        </p:nvCxnSpPr>
        <p:spPr>
          <a:xfrm>
            <a:off x="662932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85926EE3-2BB5-43F0-B29E-0A2D1BD36965}"/>
              </a:ext>
            </a:extLst>
          </p:cNvPr>
          <p:cNvCxnSpPr>
            <a:cxnSpLocks/>
          </p:cNvCxnSpPr>
          <p:nvPr/>
        </p:nvCxnSpPr>
        <p:spPr>
          <a:xfrm>
            <a:off x="675886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37CDB90-8D96-4782-A8C5-49E28AD7C11C}"/>
              </a:ext>
            </a:extLst>
          </p:cNvPr>
          <p:cNvCxnSpPr>
            <a:cxnSpLocks/>
          </p:cNvCxnSpPr>
          <p:nvPr/>
        </p:nvCxnSpPr>
        <p:spPr>
          <a:xfrm>
            <a:off x="6884596" y="2676309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E5170DCA-96F1-43D2-A98B-2E06C519CAF8}"/>
              </a:ext>
            </a:extLst>
          </p:cNvPr>
          <p:cNvCxnSpPr>
            <a:cxnSpLocks/>
          </p:cNvCxnSpPr>
          <p:nvPr/>
        </p:nvCxnSpPr>
        <p:spPr>
          <a:xfrm>
            <a:off x="700397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2EC23B4D-09DF-41EE-823E-9FA563261BCD}"/>
              </a:ext>
            </a:extLst>
          </p:cNvPr>
          <p:cNvCxnSpPr>
            <a:cxnSpLocks/>
          </p:cNvCxnSpPr>
          <p:nvPr/>
        </p:nvCxnSpPr>
        <p:spPr>
          <a:xfrm>
            <a:off x="713351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9163A245-4D48-4761-891A-4194E367BE23}"/>
              </a:ext>
            </a:extLst>
          </p:cNvPr>
          <p:cNvCxnSpPr>
            <a:cxnSpLocks/>
          </p:cNvCxnSpPr>
          <p:nvPr/>
        </p:nvCxnSpPr>
        <p:spPr>
          <a:xfrm>
            <a:off x="725543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EF8F3C0B-4452-4110-9C76-8340723D3968}"/>
              </a:ext>
            </a:extLst>
          </p:cNvPr>
          <p:cNvCxnSpPr>
            <a:cxnSpLocks/>
          </p:cNvCxnSpPr>
          <p:nvPr/>
        </p:nvCxnSpPr>
        <p:spPr>
          <a:xfrm>
            <a:off x="738497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9F4A76A0-6C20-4E59-9B2A-7B6C02E7F91A}"/>
              </a:ext>
            </a:extLst>
          </p:cNvPr>
          <p:cNvCxnSpPr>
            <a:cxnSpLocks/>
          </p:cNvCxnSpPr>
          <p:nvPr/>
        </p:nvCxnSpPr>
        <p:spPr>
          <a:xfrm>
            <a:off x="751197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CB9CCA73-B646-40EA-8CF9-72CBC2628512}"/>
              </a:ext>
            </a:extLst>
          </p:cNvPr>
          <p:cNvCxnSpPr>
            <a:cxnSpLocks/>
          </p:cNvCxnSpPr>
          <p:nvPr/>
        </p:nvCxnSpPr>
        <p:spPr>
          <a:xfrm>
            <a:off x="763897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D87ED5D8-D662-477B-AD72-6809542BBDCF}"/>
              </a:ext>
            </a:extLst>
          </p:cNvPr>
          <p:cNvCxnSpPr>
            <a:cxnSpLocks/>
          </p:cNvCxnSpPr>
          <p:nvPr/>
        </p:nvCxnSpPr>
        <p:spPr>
          <a:xfrm>
            <a:off x="776851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24DC93CC-E60A-4B89-886F-0690BA8CC8B6}"/>
              </a:ext>
            </a:extLst>
          </p:cNvPr>
          <p:cNvCxnSpPr>
            <a:cxnSpLocks/>
          </p:cNvCxnSpPr>
          <p:nvPr/>
        </p:nvCxnSpPr>
        <p:spPr>
          <a:xfrm>
            <a:off x="7898056" y="2676309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02BD6204-BD0D-4E16-9252-C511CADCCFAF}"/>
              </a:ext>
            </a:extLst>
          </p:cNvPr>
          <p:cNvCxnSpPr>
            <a:cxnSpLocks/>
          </p:cNvCxnSpPr>
          <p:nvPr/>
        </p:nvCxnSpPr>
        <p:spPr>
          <a:xfrm>
            <a:off x="801743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FC87CE8-6479-4903-95F9-3449D4C14432}"/>
              </a:ext>
            </a:extLst>
          </p:cNvPr>
          <p:cNvCxnSpPr>
            <a:cxnSpLocks/>
          </p:cNvCxnSpPr>
          <p:nvPr/>
        </p:nvCxnSpPr>
        <p:spPr>
          <a:xfrm>
            <a:off x="814697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71359630-C551-4E30-9065-467EFE2497F0}"/>
              </a:ext>
            </a:extLst>
          </p:cNvPr>
          <p:cNvCxnSpPr>
            <a:cxnSpLocks/>
          </p:cNvCxnSpPr>
          <p:nvPr/>
        </p:nvCxnSpPr>
        <p:spPr>
          <a:xfrm>
            <a:off x="826889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6B975FFD-1491-40DD-AF8F-9E5D389B85FE}"/>
              </a:ext>
            </a:extLst>
          </p:cNvPr>
          <p:cNvCxnSpPr>
            <a:cxnSpLocks/>
          </p:cNvCxnSpPr>
          <p:nvPr/>
        </p:nvCxnSpPr>
        <p:spPr>
          <a:xfrm>
            <a:off x="839843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1D01034D-128E-424A-B515-9BA69A1EAAE5}"/>
              </a:ext>
            </a:extLst>
          </p:cNvPr>
          <p:cNvCxnSpPr>
            <a:cxnSpLocks/>
          </p:cNvCxnSpPr>
          <p:nvPr/>
        </p:nvCxnSpPr>
        <p:spPr>
          <a:xfrm>
            <a:off x="852543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5541A185-78F0-4A72-82AF-5C1E01CF2A97}"/>
              </a:ext>
            </a:extLst>
          </p:cNvPr>
          <p:cNvCxnSpPr>
            <a:cxnSpLocks/>
          </p:cNvCxnSpPr>
          <p:nvPr/>
        </p:nvCxnSpPr>
        <p:spPr>
          <a:xfrm>
            <a:off x="865243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F3CA3FF7-C44C-408D-834C-146838D2295C}"/>
              </a:ext>
            </a:extLst>
          </p:cNvPr>
          <p:cNvCxnSpPr>
            <a:cxnSpLocks/>
          </p:cNvCxnSpPr>
          <p:nvPr/>
        </p:nvCxnSpPr>
        <p:spPr>
          <a:xfrm>
            <a:off x="878197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CAA6713D-FC1E-4DD1-B130-5E52B558242A}"/>
              </a:ext>
            </a:extLst>
          </p:cNvPr>
          <p:cNvCxnSpPr>
            <a:cxnSpLocks/>
          </p:cNvCxnSpPr>
          <p:nvPr/>
        </p:nvCxnSpPr>
        <p:spPr>
          <a:xfrm>
            <a:off x="8907706" y="2676309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4114FA40-2965-4386-8C87-80E3A73B0328}"/>
              </a:ext>
            </a:extLst>
          </p:cNvPr>
          <p:cNvCxnSpPr>
            <a:cxnSpLocks/>
          </p:cNvCxnSpPr>
          <p:nvPr/>
        </p:nvCxnSpPr>
        <p:spPr>
          <a:xfrm>
            <a:off x="902708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A0C506F2-E034-4DCF-B5B5-CE39CC6F9F2C}"/>
              </a:ext>
            </a:extLst>
          </p:cNvPr>
          <p:cNvCxnSpPr>
            <a:cxnSpLocks/>
          </p:cNvCxnSpPr>
          <p:nvPr/>
        </p:nvCxnSpPr>
        <p:spPr>
          <a:xfrm>
            <a:off x="915662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8123A58E-4DF1-4F40-A07A-741AFB38A983}"/>
              </a:ext>
            </a:extLst>
          </p:cNvPr>
          <p:cNvCxnSpPr>
            <a:cxnSpLocks/>
          </p:cNvCxnSpPr>
          <p:nvPr/>
        </p:nvCxnSpPr>
        <p:spPr>
          <a:xfrm>
            <a:off x="927854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888BE17-1196-4F51-AB02-996B4281225A}"/>
              </a:ext>
            </a:extLst>
          </p:cNvPr>
          <p:cNvCxnSpPr>
            <a:cxnSpLocks/>
          </p:cNvCxnSpPr>
          <p:nvPr/>
        </p:nvCxnSpPr>
        <p:spPr>
          <a:xfrm>
            <a:off x="940808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9E280F99-6034-4A47-BECE-8C54A56D1688}"/>
              </a:ext>
            </a:extLst>
          </p:cNvPr>
          <p:cNvCxnSpPr>
            <a:cxnSpLocks/>
          </p:cNvCxnSpPr>
          <p:nvPr/>
        </p:nvCxnSpPr>
        <p:spPr>
          <a:xfrm>
            <a:off x="953508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2ABA55AA-FBCD-4789-B1A0-02A7325EA970}"/>
              </a:ext>
            </a:extLst>
          </p:cNvPr>
          <p:cNvCxnSpPr>
            <a:cxnSpLocks/>
          </p:cNvCxnSpPr>
          <p:nvPr/>
        </p:nvCxnSpPr>
        <p:spPr>
          <a:xfrm>
            <a:off x="966208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5CF23E41-5DD7-465C-92BB-3AE4B263875F}"/>
              </a:ext>
            </a:extLst>
          </p:cNvPr>
          <p:cNvCxnSpPr>
            <a:cxnSpLocks/>
          </p:cNvCxnSpPr>
          <p:nvPr/>
        </p:nvCxnSpPr>
        <p:spPr>
          <a:xfrm>
            <a:off x="9791626" y="26763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4064B27A-5B35-42A9-BCA5-34FDAA8AED3A}"/>
              </a:ext>
            </a:extLst>
          </p:cNvPr>
          <p:cNvCxnSpPr>
            <a:cxnSpLocks/>
          </p:cNvCxnSpPr>
          <p:nvPr/>
        </p:nvCxnSpPr>
        <p:spPr>
          <a:xfrm>
            <a:off x="1827202" y="3486705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084ED612-A266-45EF-A66A-55C09A29DA80}"/>
              </a:ext>
            </a:extLst>
          </p:cNvPr>
          <p:cNvCxnSpPr>
            <a:cxnSpLocks/>
          </p:cNvCxnSpPr>
          <p:nvPr/>
        </p:nvCxnSpPr>
        <p:spPr>
          <a:xfrm>
            <a:off x="1946582" y="3486705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94B4751E-2EA2-4B8C-AD94-207C5EA8DECB}"/>
              </a:ext>
            </a:extLst>
          </p:cNvPr>
          <p:cNvCxnSpPr>
            <a:cxnSpLocks/>
          </p:cNvCxnSpPr>
          <p:nvPr/>
        </p:nvCxnSpPr>
        <p:spPr>
          <a:xfrm>
            <a:off x="2076122" y="3486705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DA245DE-B68D-4E8C-B8F0-8B726D08669E}"/>
              </a:ext>
            </a:extLst>
          </p:cNvPr>
          <p:cNvCxnSpPr>
            <a:cxnSpLocks/>
          </p:cNvCxnSpPr>
          <p:nvPr/>
        </p:nvCxnSpPr>
        <p:spPr>
          <a:xfrm>
            <a:off x="2198042" y="3486705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ABB67238-EC78-4DDE-8A9A-243148298688}"/>
              </a:ext>
            </a:extLst>
          </p:cNvPr>
          <p:cNvCxnSpPr>
            <a:cxnSpLocks/>
          </p:cNvCxnSpPr>
          <p:nvPr/>
        </p:nvCxnSpPr>
        <p:spPr>
          <a:xfrm>
            <a:off x="2327582" y="3486705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9032309F-02EC-470E-B2BC-875496C3F20F}"/>
              </a:ext>
            </a:extLst>
          </p:cNvPr>
          <p:cNvCxnSpPr>
            <a:cxnSpLocks/>
          </p:cNvCxnSpPr>
          <p:nvPr/>
        </p:nvCxnSpPr>
        <p:spPr>
          <a:xfrm>
            <a:off x="2454582" y="3486705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D45B950A-B69A-4618-8DF3-6687615C229B}"/>
              </a:ext>
            </a:extLst>
          </p:cNvPr>
          <p:cNvCxnSpPr>
            <a:cxnSpLocks/>
          </p:cNvCxnSpPr>
          <p:nvPr/>
        </p:nvCxnSpPr>
        <p:spPr>
          <a:xfrm>
            <a:off x="2581582" y="3486705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7B0595F8-5692-4315-AA01-2A430AC0AC19}"/>
              </a:ext>
            </a:extLst>
          </p:cNvPr>
          <p:cNvCxnSpPr>
            <a:cxnSpLocks/>
          </p:cNvCxnSpPr>
          <p:nvPr/>
        </p:nvCxnSpPr>
        <p:spPr>
          <a:xfrm>
            <a:off x="2711122" y="3486705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D5B7A330-8583-48F8-BA76-C0638127A858}"/>
              </a:ext>
            </a:extLst>
          </p:cNvPr>
          <p:cNvCxnSpPr>
            <a:cxnSpLocks/>
          </p:cNvCxnSpPr>
          <p:nvPr/>
        </p:nvCxnSpPr>
        <p:spPr>
          <a:xfrm>
            <a:off x="1827202" y="4299505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D8227C46-562E-4A8D-ACFA-F641785BA77A}"/>
              </a:ext>
            </a:extLst>
          </p:cNvPr>
          <p:cNvCxnSpPr>
            <a:cxnSpLocks/>
          </p:cNvCxnSpPr>
          <p:nvPr/>
        </p:nvCxnSpPr>
        <p:spPr>
          <a:xfrm>
            <a:off x="1946582" y="4299505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CB01279A-4551-4970-A053-F0292C44B65F}"/>
              </a:ext>
            </a:extLst>
          </p:cNvPr>
          <p:cNvCxnSpPr>
            <a:cxnSpLocks/>
          </p:cNvCxnSpPr>
          <p:nvPr/>
        </p:nvCxnSpPr>
        <p:spPr>
          <a:xfrm>
            <a:off x="2076122" y="4299505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53BC203E-FD8F-4FF7-87CE-81CB4C4395A7}"/>
              </a:ext>
            </a:extLst>
          </p:cNvPr>
          <p:cNvCxnSpPr>
            <a:cxnSpLocks/>
          </p:cNvCxnSpPr>
          <p:nvPr/>
        </p:nvCxnSpPr>
        <p:spPr>
          <a:xfrm>
            <a:off x="2198042" y="4299505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04235B6A-EC66-43C7-90DB-A8FABE76591C}"/>
              </a:ext>
            </a:extLst>
          </p:cNvPr>
          <p:cNvCxnSpPr>
            <a:cxnSpLocks/>
          </p:cNvCxnSpPr>
          <p:nvPr/>
        </p:nvCxnSpPr>
        <p:spPr>
          <a:xfrm>
            <a:off x="1827202" y="1059363"/>
            <a:ext cx="4048195" cy="64649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0471C064-3527-4DA0-9FDB-D0479BDF0A43}"/>
              </a:ext>
            </a:extLst>
          </p:cNvPr>
          <p:cNvCxnSpPr>
            <a:cxnSpLocks/>
          </p:cNvCxnSpPr>
          <p:nvPr/>
        </p:nvCxnSpPr>
        <p:spPr>
          <a:xfrm>
            <a:off x="2195502" y="1056657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2116C93D-EB07-473C-8709-2BC7F4557AE9}"/>
              </a:ext>
            </a:extLst>
          </p:cNvPr>
          <p:cNvCxnSpPr>
            <a:cxnSpLocks/>
          </p:cNvCxnSpPr>
          <p:nvPr/>
        </p:nvCxnSpPr>
        <p:spPr>
          <a:xfrm>
            <a:off x="2328401" y="1055018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584F7AD3-4B64-463E-B828-CA2842F801D5}"/>
              </a:ext>
            </a:extLst>
          </p:cNvPr>
          <p:cNvCxnSpPr>
            <a:cxnSpLocks/>
          </p:cNvCxnSpPr>
          <p:nvPr/>
        </p:nvCxnSpPr>
        <p:spPr>
          <a:xfrm>
            <a:off x="2454131" y="1054217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01BEE516-A004-4998-95C1-C569A45CCBBA}"/>
              </a:ext>
            </a:extLst>
          </p:cNvPr>
          <p:cNvCxnSpPr>
            <a:cxnSpLocks/>
          </p:cNvCxnSpPr>
          <p:nvPr/>
        </p:nvCxnSpPr>
        <p:spPr>
          <a:xfrm>
            <a:off x="2579053" y="1052312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0AF99259-B4D6-4B50-AD44-D9228C9BEB91}"/>
              </a:ext>
            </a:extLst>
          </p:cNvPr>
          <p:cNvCxnSpPr>
            <a:cxnSpLocks/>
          </p:cNvCxnSpPr>
          <p:nvPr/>
        </p:nvCxnSpPr>
        <p:spPr>
          <a:xfrm>
            <a:off x="2696701" y="1052312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7C09A6B8-F5DB-42EA-BA6A-68B72F95D39A}"/>
              </a:ext>
            </a:extLst>
          </p:cNvPr>
          <p:cNvCxnSpPr>
            <a:cxnSpLocks/>
          </p:cNvCxnSpPr>
          <p:nvPr/>
        </p:nvCxnSpPr>
        <p:spPr>
          <a:xfrm>
            <a:off x="2829514" y="1053736"/>
            <a:ext cx="4048195" cy="64649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E47A4A61-BF1D-4E7B-9615-758ADCF4010B}"/>
              </a:ext>
            </a:extLst>
          </p:cNvPr>
          <p:cNvCxnSpPr>
            <a:cxnSpLocks/>
          </p:cNvCxnSpPr>
          <p:nvPr/>
        </p:nvCxnSpPr>
        <p:spPr>
          <a:xfrm>
            <a:off x="2955244" y="1052935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ADEE56D1-F3ED-4E60-8E22-04003F7B3B04}"/>
              </a:ext>
            </a:extLst>
          </p:cNvPr>
          <p:cNvCxnSpPr>
            <a:cxnSpLocks/>
          </p:cNvCxnSpPr>
          <p:nvPr/>
        </p:nvCxnSpPr>
        <p:spPr>
          <a:xfrm>
            <a:off x="3080166" y="1051030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BCF9F714-8A79-483C-81EF-FB2FAF7233FB}"/>
              </a:ext>
            </a:extLst>
          </p:cNvPr>
          <p:cNvCxnSpPr>
            <a:cxnSpLocks/>
          </p:cNvCxnSpPr>
          <p:nvPr/>
        </p:nvCxnSpPr>
        <p:spPr>
          <a:xfrm>
            <a:off x="3197814" y="1051030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AD9F61BA-94E2-4DE1-8A2B-5DFAD1329DF6}"/>
              </a:ext>
            </a:extLst>
          </p:cNvPr>
          <p:cNvCxnSpPr>
            <a:cxnSpLocks/>
          </p:cNvCxnSpPr>
          <p:nvPr/>
        </p:nvCxnSpPr>
        <p:spPr>
          <a:xfrm>
            <a:off x="3330713" y="1049391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6D28A216-94D3-4A8C-BF6F-CC27E1DC8481}"/>
              </a:ext>
            </a:extLst>
          </p:cNvPr>
          <p:cNvCxnSpPr>
            <a:cxnSpLocks/>
          </p:cNvCxnSpPr>
          <p:nvPr/>
        </p:nvCxnSpPr>
        <p:spPr>
          <a:xfrm>
            <a:off x="3456443" y="1048590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BD719960-0174-45B4-ADB9-25E69F0D54EF}"/>
              </a:ext>
            </a:extLst>
          </p:cNvPr>
          <p:cNvCxnSpPr>
            <a:cxnSpLocks/>
          </p:cNvCxnSpPr>
          <p:nvPr/>
        </p:nvCxnSpPr>
        <p:spPr>
          <a:xfrm>
            <a:off x="3581365" y="1046685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31FE0259-9C2D-44EC-8242-1A58263884EE}"/>
              </a:ext>
            </a:extLst>
          </p:cNvPr>
          <p:cNvCxnSpPr>
            <a:cxnSpLocks/>
          </p:cNvCxnSpPr>
          <p:nvPr/>
        </p:nvCxnSpPr>
        <p:spPr>
          <a:xfrm>
            <a:off x="3699013" y="1046685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CB77BBDF-3BBE-4E09-BCF5-0D596906F4BD}"/>
              </a:ext>
            </a:extLst>
          </p:cNvPr>
          <p:cNvCxnSpPr>
            <a:cxnSpLocks/>
          </p:cNvCxnSpPr>
          <p:nvPr/>
        </p:nvCxnSpPr>
        <p:spPr>
          <a:xfrm>
            <a:off x="3847052" y="1054294"/>
            <a:ext cx="4048195" cy="64649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37E2ACC5-CD91-47A4-BD18-6C0CFB2E9502}"/>
              </a:ext>
            </a:extLst>
          </p:cNvPr>
          <p:cNvCxnSpPr>
            <a:cxnSpLocks/>
          </p:cNvCxnSpPr>
          <p:nvPr/>
        </p:nvCxnSpPr>
        <p:spPr>
          <a:xfrm>
            <a:off x="3972782" y="1053493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45222045-FD61-49E6-A866-AC4403FC4E22}"/>
              </a:ext>
            </a:extLst>
          </p:cNvPr>
          <p:cNvCxnSpPr>
            <a:cxnSpLocks/>
          </p:cNvCxnSpPr>
          <p:nvPr/>
        </p:nvCxnSpPr>
        <p:spPr>
          <a:xfrm>
            <a:off x="4097704" y="1051588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45200993-556F-40D1-B85D-DEC5D07A5197}"/>
              </a:ext>
            </a:extLst>
          </p:cNvPr>
          <p:cNvCxnSpPr>
            <a:cxnSpLocks/>
          </p:cNvCxnSpPr>
          <p:nvPr/>
        </p:nvCxnSpPr>
        <p:spPr>
          <a:xfrm>
            <a:off x="4215352" y="1051588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1257FC2C-523B-4FB5-BA5A-EE7C369A8008}"/>
              </a:ext>
            </a:extLst>
          </p:cNvPr>
          <p:cNvCxnSpPr>
            <a:cxnSpLocks/>
          </p:cNvCxnSpPr>
          <p:nvPr/>
        </p:nvCxnSpPr>
        <p:spPr>
          <a:xfrm>
            <a:off x="4348251" y="1049949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50A9B3D2-1351-4A1E-A96B-B38ADFA82031}"/>
              </a:ext>
            </a:extLst>
          </p:cNvPr>
          <p:cNvCxnSpPr>
            <a:cxnSpLocks/>
          </p:cNvCxnSpPr>
          <p:nvPr/>
        </p:nvCxnSpPr>
        <p:spPr>
          <a:xfrm>
            <a:off x="4473981" y="1049148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B78EB0B8-B523-48D5-8B28-6781E51FAD88}"/>
              </a:ext>
            </a:extLst>
          </p:cNvPr>
          <p:cNvCxnSpPr>
            <a:cxnSpLocks/>
          </p:cNvCxnSpPr>
          <p:nvPr/>
        </p:nvCxnSpPr>
        <p:spPr>
          <a:xfrm>
            <a:off x="4598903" y="1047243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362">
            <a:extLst>
              <a:ext uri="{FF2B5EF4-FFF2-40B4-BE49-F238E27FC236}">
                <a16:creationId xmlns:a16="http://schemas.microsoft.com/office/drawing/2014/main" id="{B55E13ED-B633-425F-8826-74E24EE4FFFE}"/>
              </a:ext>
            </a:extLst>
          </p:cNvPr>
          <p:cNvCxnSpPr>
            <a:cxnSpLocks/>
          </p:cNvCxnSpPr>
          <p:nvPr/>
        </p:nvCxnSpPr>
        <p:spPr>
          <a:xfrm>
            <a:off x="4716551" y="1047243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363">
            <a:extLst>
              <a:ext uri="{FF2B5EF4-FFF2-40B4-BE49-F238E27FC236}">
                <a16:creationId xmlns:a16="http://schemas.microsoft.com/office/drawing/2014/main" id="{CFD5ACDC-9022-400E-B66D-167E91FD2FFC}"/>
              </a:ext>
            </a:extLst>
          </p:cNvPr>
          <p:cNvCxnSpPr>
            <a:cxnSpLocks/>
          </p:cNvCxnSpPr>
          <p:nvPr/>
        </p:nvCxnSpPr>
        <p:spPr>
          <a:xfrm>
            <a:off x="4856700" y="1055854"/>
            <a:ext cx="4048195" cy="64649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Straight Connector 365">
            <a:extLst>
              <a:ext uri="{FF2B5EF4-FFF2-40B4-BE49-F238E27FC236}">
                <a16:creationId xmlns:a16="http://schemas.microsoft.com/office/drawing/2014/main" id="{73C5C70F-FD6B-4B15-9572-5527B5471AEC}"/>
              </a:ext>
            </a:extLst>
          </p:cNvPr>
          <p:cNvCxnSpPr>
            <a:cxnSpLocks/>
          </p:cNvCxnSpPr>
          <p:nvPr/>
        </p:nvCxnSpPr>
        <p:spPr>
          <a:xfrm>
            <a:off x="5107352" y="1053148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E0B15268-1F0B-47E9-8E7D-75740E15D4C6}"/>
              </a:ext>
            </a:extLst>
          </p:cNvPr>
          <p:cNvCxnSpPr>
            <a:cxnSpLocks/>
          </p:cNvCxnSpPr>
          <p:nvPr/>
        </p:nvCxnSpPr>
        <p:spPr>
          <a:xfrm>
            <a:off x="5225000" y="1053148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109B402B-4B5E-48A0-AFE1-E4B5DEC7E8DF}"/>
              </a:ext>
            </a:extLst>
          </p:cNvPr>
          <p:cNvCxnSpPr>
            <a:cxnSpLocks/>
          </p:cNvCxnSpPr>
          <p:nvPr/>
        </p:nvCxnSpPr>
        <p:spPr>
          <a:xfrm>
            <a:off x="5357899" y="1051509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B512BE3F-04B2-4DCC-88DA-71C06906AD52}"/>
              </a:ext>
            </a:extLst>
          </p:cNvPr>
          <p:cNvCxnSpPr>
            <a:cxnSpLocks/>
          </p:cNvCxnSpPr>
          <p:nvPr/>
        </p:nvCxnSpPr>
        <p:spPr>
          <a:xfrm>
            <a:off x="5483629" y="1050708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20516F90-AF56-4DF6-B588-8903C1F423F0}"/>
              </a:ext>
            </a:extLst>
          </p:cNvPr>
          <p:cNvCxnSpPr>
            <a:cxnSpLocks/>
          </p:cNvCxnSpPr>
          <p:nvPr/>
        </p:nvCxnSpPr>
        <p:spPr>
          <a:xfrm>
            <a:off x="5608551" y="1048803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FE788093-6CDF-4FE7-A0A9-570E1626BF2A}"/>
              </a:ext>
            </a:extLst>
          </p:cNvPr>
          <p:cNvCxnSpPr>
            <a:cxnSpLocks/>
          </p:cNvCxnSpPr>
          <p:nvPr/>
        </p:nvCxnSpPr>
        <p:spPr>
          <a:xfrm>
            <a:off x="4978217" y="1054726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B60A01EB-4788-4927-B13E-5223C0582E45}"/>
              </a:ext>
            </a:extLst>
          </p:cNvPr>
          <p:cNvCxnSpPr>
            <a:cxnSpLocks/>
          </p:cNvCxnSpPr>
          <p:nvPr/>
        </p:nvCxnSpPr>
        <p:spPr>
          <a:xfrm flipV="1">
            <a:off x="1836364" y="1052947"/>
            <a:ext cx="4039132" cy="64658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0AC5DB31-F19D-4A98-96CB-5889DACD3EED}"/>
              </a:ext>
            </a:extLst>
          </p:cNvPr>
          <p:cNvCxnSpPr>
            <a:cxnSpLocks/>
          </p:cNvCxnSpPr>
          <p:nvPr/>
        </p:nvCxnSpPr>
        <p:spPr>
          <a:xfrm flipV="1">
            <a:off x="1945594" y="1055793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31170812-1EC7-4B8B-B65A-6BFA3E418D7F}"/>
              </a:ext>
            </a:extLst>
          </p:cNvPr>
          <p:cNvCxnSpPr>
            <a:cxnSpLocks/>
          </p:cNvCxnSpPr>
          <p:nvPr/>
        </p:nvCxnSpPr>
        <p:spPr>
          <a:xfrm flipV="1">
            <a:off x="2077750" y="1052961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Connector 380">
            <a:extLst>
              <a:ext uri="{FF2B5EF4-FFF2-40B4-BE49-F238E27FC236}">
                <a16:creationId xmlns:a16="http://schemas.microsoft.com/office/drawing/2014/main" id="{6107D24A-DB9C-48CE-B039-C668FC1B93A2}"/>
              </a:ext>
            </a:extLst>
          </p:cNvPr>
          <p:cNvCxnSpPr>
            <a:cxnSpLocks/>
          </p:cNvCxnSpPr>
          <p:nvPr/>
        </p:nvCxnSpPr>
        <p:spPr>
          <a:xfrm flipV="1">
            <a:off x="2195224" y="1055793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Connector 381">
            <a:extLst>
              <a:ext uri="{FF2B5EF4-FFF2-40B4-BE49-F238E27FC236}">
                <a16:creationId xmlns:a16="http://schemas.microsoft.com/office/drawing/2014/main" id="{58E5352B-D179-45D3-A3E5-AA0ED5694A97}"/>
              </a:ext>
            </a:extLst>
          </p:cNvPr>
          <p:cNvCxnSpPr>
            <a:cxnSpLocks/>
          </p:cNvCxnSpPr>
          <p:nvPr/>
        </p:nvCxnSpPr>
        <p:spPr>
          <a:xfrm flipV="1">
            <a:off x="2329958" y="1056598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3ED03F36-524C-4D36-A562-4F3BA807FE13}"/>
              </a:ext>
            </a:extLst>
          </p:cNvPr>
          <p:cNvCxnSpPr>
            <a:cxnSpLocks/>
          </p:cNvCxnSpPr>
          <p:nvPr/>
        </p:nvCxnSpPr>
        <p:spPr>
          <a:xfrm flipV="1">
            <a:off x="2444903" y="1057539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A965C132-615D-4026-84F3-40F2943173E2}"/>
              </a:ext>
            </a:extLst>
          </p:cNvPr>
          <p:cNvCxnSpPr>
            <a:cxnSpLocks/>
          </p:cNvCxnSpPr>
          <p:nvPr/>
        </p:nvCxnSpPr>
        <p:spPr>
          <a:xfrm flipV="1">
            <a:off x="2575154" y="1054707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387FD3F0-83FD-45EB-92E9-AF966BCC1FBA}"/>
              </a:ext>
            </a:extLst>
          </p:cNvPr>
          <p:cNvCxnSpPr>
            <a:cxnSpLocks/>
          </p:cNvCxnSpPr>
          <p:nvPr/>
        </p:nvCxnSpPr>
        <p:spPr>
          <a:xfrm flipV="1">
            <a:off x="2707868" y="1055634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Connector 385">
            <a:extLst>
              <a:ext uri="{FF2B5EF4-FFF2-40B4-BE49-F238E27FC236}">
                <a16:creationId xmlns:a16="http://schemas.microsoft.com/office/drawing/2014/main" id="{33F21F39-E510-4F36-BAED-9F2E3A458376}"/>
              </a:ext>
            </a:extLst>
          </p:cNvPr>
          <p:cNvCxnSpPr>
            <a:cxnSpLocks/>
          </p:cNvCxnSpPr>
          <p:nvPr/>
        </p:nvCxnSpPr>
        <p:spPr>
          <a:xfrm flipV="1">
            <a:off x="2837915" y="1054948"/>
            <a:ext cx="4039132" cy="64658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8048FA23-8EF9-4D63-AEEF-036A19F3B7C7}"/>
              </a:ext>
            </a:extLst>
          </p:cNvPr>
          <p:cNvCxnSpPr>
            <a:cxnSpLocks/>
          </p:cNvCxnSpPr>
          <p:nvPr/>
        </p:nvCxnSpPr>
        <p:spPr>
          <a:xfrm flipV="1">
            <a:off x="2947145" y="1057794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98C67CEE-9D09-4A20-BF6C-F1D6BBF7E09F}"/>
              </a:ext>
            </a:extLst>
          </p:cNvPr>
          <p:cNvCxnSpPr>
            <a:cxnSpLocks/>
          </p:cNvCxnSpPr>
          <p:nvPr/>
        </p:nvCxnSpPr>
        <p:spPr>
          <a:xfrm flipV="1">
            <a:off x="3079301" y="1054962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Connector 388">
            <a:extLst>
              <a:ext uri="{FF2B5EF4-FFF2-40B4-BE49-F238E27FC236}">
                <a16:creationId xmlns:a16="http://schemas.microsoft.com/office/drawing/2014/main" id="{D8D76937-E314-4A6D-B6FE-1738338A6B6A}"/>
              </a:ext>
            </a:extLst>
          </p:cNvPr>
          <p:cNvCxnSpPr>
            <a:cxnSpLocks/>
          </p:cNvCxnSpPr>
          <p:nvPr/>
        </p:nvCxnSpPr>
        <p:spPr>
          <a:xfrm flipV="1">
            <a:off x="3196775" y="1057794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BFA46DFC-CE4F-4F88-BF9A-1D73BE772883}"/>
              </a:ext>
            </a:extLst>
          </p:cNvPr>
          <p:cNvCxnSpPr>
            <a:cxnSpLocks/>
          </p:cNvCxnSpPr>
          <p:nvPr/>
        </p:nvCxnSpPr>
        <p:spPr>
          <a:xfrm flipV="1">
            <a:off x="3331509" y="1058599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E546D202-023C-42FB-84C7-CBAB1D4D154C}"/>
              </a:ext>
            </a:extLst>
          </p:cNvPr>
          <p:cNvCxnSpPr>
            <a:cxnSpLocks/>
          </p:cNvCxnSpPr>
          <p:nvPr/>
        </p:nvCxnSpPr>
        <p:spPr>
          <a:xfrm flipV="1">
            <a:off x="3446454" y="1059540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Connector 393">
            <a:extLst>
              <a:ext uri="{FF2B5EF4-FFF2-40B4-BE49-F238E27FC236}">
                <a16:creationId xmlns:a16="http://schemas.microsoft.com/office/drawing/2014/main" id="{8FFCBE8E-E7FA-4990-BBBC-615E02ECE152}"/>
              </a:ext>
            </a:extLst>
          </p:cNvPr>
          <p:cNvCxnSpPr>
            <a:cxnSpLocks/>
          </p:cNvCxnSpPr>
          <p:nvPr/>
        </p:nvCxnSpPr>
        <p:spPr>
          <a:xfrm flipV="1">
            <a:off x="3857386" y="1053977"/>
            <a:ext cx="4039132" cy="64658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5A08502C-5B06-41F5-86C6-46B23019FCB0}"/>
              </a:ext>
            </a:extLst>
          </p:cNvPr>
          <p:cNvCxnSpPr>
            <a:cxnSpLocks/>
          </p:cNvCxnSpPr>
          <p:nvPr/>
        </p:nvCxnSpPr>
        <p:spPr>
          <a:xfrm flipV="1">
            <a:off x="3966616" y="1056823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Connector 395">
            <a:extLst>
              <a:ext uri="{FF2B5EF4-FFF2-40B4-BE49-F238E27FC236}">
                <a16:creationId xmlns:a16="http://schemas.microsoft.com/office/drawing/2014/main" id="{35A88BB4-460F-4F5B-B85C-06ED2C29CA4A}"/>
              </a:ext>
            </a:extLst>
          </p:cNvPr>
          <p:cNvCxnSpPr>
            <a:cxnSpLocks/>
          </p:cNvCxnSpPr>
          <p:nvPr/>
        </p:nvCxnSpPr>
        <p:spPr>
          <a:xfrm flipV="1">
            <a:off x="4098772" y="1053991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Connector 396">
            <a:extLst>
              <a:ext uri="{FF2B5EF4-FFF2-40B4-BE49-F238E27FC236}">
                <a16:creationId xmlns:a16="http://schemas.microsoft.com/office/drawing/2014/main" id="{DCDBD438-9874-4AB3-9BF5-B1E964D3B47A}"/>
              </a:ext>
            </a:extLst>
          </p:cNvPr>
          <p:cNvCxnSpPr>
            <a:cxnSpLocks/>
          </p:cNvCxnSpPr>
          <p:nvPr/>
        </p:nvCxnSpPr>
        <p:spPr>
          <a:xfrm flipV="1">
            <a:off x="4216246" y="1056823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Connector 397">
            <a:extLst>
              <a:ext uri="{FF2B5EF4-FFF2-40B4-BE49-F238E27FC236}">
                <a16:creationId xmlns:a16="http://schemas.microsoft.com/office/drawing/2014/main" id="{984FEC32-706E-4EB7-815D-7039EAF3C6CB}"/>
              </a:ext>
            </a:extLst>
          </p:cNvPr>
          <p:cNvCxnSpPr>
            <a:cxnSpLocks/>
          </p:cNvCxnSpPr>
          <p:nvPr/>
        </p:nvCxnSpPr>
        <p:spPr>
          <a:xfrm flipV="1">
            <a:off x="4350980" y="1057628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4C97AE4F-03E1-4EEF-B21A-A240E0F9CE05}"/>
              </a:ext>
            </a:extLst>
          </p:cNvPr>
          <p:cNvCxnSpPr>
            <a:cxnSpLocks/>
          </p:cNvCxnSpPr>
          <p:nvPr/>
        </p:nvCxnSpPr>
        <p:spPr>
          <a:xfrm flipV="1">
            <a:off x="4465925" y="1058569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44ACD198-4168-4DD5-B7F3-ED606B368E5D}"/>
              </a:ext>
            </a:extLst>
          </p:cNvPr>
          <p:cNvCxnSpPr>
            <a:cxnSpLocks/>
          </p:cNvCxnSpPr>
          <p:nvPr/>
        </p:nvCxnSpPr>
        <p:spPr>
          <a:xfrm flipV="1">
            <a:off x="4596176" y="1055737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Connector 400">
            <a:extLst>
              <a:ext uri="{FF2B5EF4-FFF2-40B4-BE49-F238E27FC236}">
                <a16:creationId xmlns:a16="http://schemas.microsoft.com/office/drawing/2014/main" id="{A72470D0-AFAB-470E-8561-196FCE1A5E0B}"/>
              </a:ext>
            </a:extLst>
          </p:cNvPr>
          <p:cNvCxnSpPr>
            <a:cxnSpLocks/>
          </p:cNvCxnSpPr>
          <p:nvPr/>
        </p:nvCxnSpPr>
        <p:spPr>
          <a:xfrm flipV="1">
            <a:off x="4728890" y="1056664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CEF60E25-9BED-421B-88DA-2CD30AB6D631}"/>
              </a:ext>
            </a:extLst>
          </p:cNvPr>
          <p:cNvCxnSpPr>
            <a:cxnSpLocks/>
          </p:cNvCxnSpPr>
          <p:nvPr/>
        </p:nvCxnSpPr>
        <p:spPr>
          <a:xfrm flipV="1">
            <a:off x="4861747" y="1054406"/>
            <a:ext cx="4039132" cy="64658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Connector 403">
            <a:extLst>
              <a:ext uri="{FF2B5EF4-FFF2-40B4-BE49-F238E27FC236}">
                <a16:creationId xmlns:a16="http://schemas.microsoft.com/office/drawing/2014/main" id="{BE56B63D-4C33-42B6-BBC9-AE9348950138}"/>
              </a:ext>
            </a:extLst>
          </p:cNvPr>
          <p:cNvCxnSpPr>
            <a:cxnSpLocks/>
          </p:cNvCxnSpPr>
          <p:nvPr/>
        </p:nvCxnSpPr>
        <p:spPr>
          <a:xfrm flipV="1">
            <a:off x="5103133" y="1054420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C68BBC44-0B90-4AF8-9468-E05AF8593BF3}"/>
              </a:ext>
            </a:extLst>
          </p:cNvPr>
          <p:cNvCxnSpPr>
            <a:cxnSpLocks/>
          </p:cNvCxnSpPr>
          <p:nvPr/>
        </p:nvCxnSpPr>
        <p:spPr>
          <a:xfrm flipV="1">
            <a:off x="5220607" y="1057252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FC39D07F-2D32-4AB7-B019-9D080C7DD006}"/>
              </a:ext>
            </a:extLst>
          </p:cNvPr>
          <p:cNvCxnSpPr>
            <a:cxnSpLocks/>
          </p:cNvCxnSpPr>
          <p:nvPr/>
        </p:nvCxnSpPr>
        <p:spPr>
          <a:xfrm flipV="1">
            <a:off x="5355341" y="1058057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5BAD8D64-51F5-47BE-966C-9E4C05636AF1}"/>
              </a:ext>
            </a:extLst>
          </p:cNvPr>
          <p:cNvCxnSpPr>
            <a:cxnSpLocks/>
          </p:cNvCxnSpPr>
          <p:nvPr/>
        </p:nvCxnSpPr>
        <p:spPr>
          <a:xfrm flipV="1">
            <a:off x="5470286" y="1058998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99B2B352-D679-484F-8167-DD7D82A03595}"/>
              </a:ext>
            </a:extLst>
          </p:cNvPr>
          <p:cNvCxnSpPr>
            <a:cxnSpLocks/>
          </p:cNvCxnSpPr>
          <p:nvPr/>
        </p:nvCxnSpPr>
        <p:spPr>
          <a:xfrm>
            <a:off x="1826204" y="1863607"/>
            <a:ext cx="2023844" cy="65965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FDF09B3D-58FB-430E-BB77-E98FB526CAD7}"/>
              </a:ext>
            </a:extLst>
          </p:cNvPr>
          <p:cNvCxnSpPr>
            <a:cxnSpLocks/>
          </p:cNvCxnSpPr>
          <p:nvPr/>
        </p:nvCxnSpPr>
        <p:spPr>
          <a:xfrm>
            <a:off x="1945594" y="1864847"/>
            <a:ext cx="2026373" cy="6560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F2E058DA-95BA-4573-B7FA-7D45226DA0B3}"/>
              </a:ext>
            </a:extLst>
          </p:cNvPr>
          <p:cNvCxnSpPr>
            <a:cxnSpLocks/>
          </p:cNvCxnSpPr>
          <p:nvPr/>
        </p:nvCxnSpPr>
        <p:spPr>
          <a:xfrm>
            <a:off x="2073850" y="1864846"/>
            <a:ext cx="2023844" cy="6596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17">
            <a:extLst>
              <a:ext uri="{FF2B5EF4-FFF2-40B4-BE49-F238E27FC236}">
                <a16:creationId xmlns:a16="http://schemas.microsoft.com/office/drawing/2014/main" id="{F6C8311D-56F6-4BFE-BE23-0C8127258422}"/>
              </a:ext>
            </a:extLst>
          </p:cNvPr>
          <p:cNvCxnSpPr>
            <a:cxnSpLocks/>
          </p:cNvCxnSpPr>
          <p:nvPr/>
        </p:nvCxnSpPr>
        <p:spPr>
          <a:xfrm>
            <a:off x="2193240" y="1866086"/>
            <a:ext cx="2026373" cy="6560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02C7FEBB-0DFD-4648-B96D-BF49934C143A}"/>
              </a:ext>
            </a:extLst>
          </p:cNvPr>
          <p:cNvCxnSpPr>
            <a:cxnSpLocks/>
          </p:cNvCxnSpPr>
          <p:nvPr/>
        </p:nvCxnSpPr>
        <p:spPr>
          <a:xfrm>
            <a:off x="2326848" y="1864372"/>
            <a:ext cx="2023844" cy="6596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21518D89-48A8-477E-AF25-C26155F7A2CF}"/>
              </a:ext>
            </a:extLst>
          </p:cNvPr>
          <p:cNvCxnSpPr>
            <a:cxnSpLocks/>
          </p:cNvCxnSpPr>
          <p:nvPr/>
        </p:nvCxnSpPr>
        <p:spPr>
          <a:xfrm>
            <a:off x="2448143" y="1867517"/>
            <a:ext cx="2026373" cy="6560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20">
            <a:extLst>
              <a:ext uri="{FF2B5EF4-FFF2-40B4-BE49-F238E27FC236}">
                <a16:creationId xmlns:a16="http://schemas.microsoft.com/office/drawing/2014/main" id="{029A92F0-52C0-432A-9260-3F6692547EA9}"/>
              </a:ext>
            </a:extLst>
          </p:cNvPr>
          <p:cNvCxnSpPr>
            <a:cxnSpLocks/>
          </p:cNvCxnSpPr>
          <p:nvPr/>
        </p:nvCxnSpPr>
        <p:spPr>
          <a:xfrm>
            <a:off x="2578304" y="1865611"/>
            <a:ext cx="2023844" cy="6596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Connector 421">
            <a:extLst>
              <a:ext uri="{FF2B5EF4-FFF2-40B4-BE49-F238E27FC236}">
                <a16:creationId xmlns:a16="http://schemas.microsoft.com/office/drawing/2014/main" id="{8F613ACC-EFA8-44BB-A04B-6CD0B7DEAB2B}"/>
              </a:ext>
            </a:extLst>
          </p:cNvPr>
          <p:cNvCxnSpPr>
            <a:cxnSpLocks/>
          </p:cNvCxnSpPr>
          <p:nvPr/>
        </p:nvCxnSpPr>
        <p:spPr>
          <a:xfrm>
            <a:off x="2707219" y="1868756"/>
            <a:ext cx="2026373" cy="6560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F41ABBAD-BF20-46E3-BA23-09C8C04C77AE}"/>
              </a:ext>
            </a:extLst>
          </p:cNvPr>
          <p:cNvCxnSpPr>
            <a:cxnSpLocks/>
          </p:cNvCxnSpPr>
          <p:nvPr/>
        </p:nvCxnSpPr>
        <p:spPr>
          <a:xfrm>
            <a:off x="2835082" y="1862442"/>
            <a:ext cx="2023844" cy="65965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107824A4-97D7-4DF3-8576-93AF7F8E1728}"/>
              </a:ext>
            </a:extLst>
          </p:cNvPr>
          <p:cNvCxnSpPr>
            <a:cxnSpLocks/>
          </p:cNvCxnSpPr>
          <p:nvPr/>
        </p:nvCxnSpPr>
        <p:spPr>
          <a:xfrm>
            <a:off x="2954472" y="1863682"/>
            <a:ext cx="2026373" cy="6560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Straight Connector 424">
            <a:extLst>
              <a:ext uri="{FF2B5EF4-FFF2-40B4-BE49-F238E27FC236}">
                <a16:creationId xmlns:a16="http://schemas.microsoft.com/office/drawing/2014/main" id="{342D8C8B-6D89-4406-B3C5-2C2B298BACE5}"/>
              </a:ext>
            </a:extLst>
          </p:cNvPr>
          <p:cNvCxnSpPr>
            <a:cxnSpLocks/>
          </p:cNvCxnSpPr>
          <p:nvPr/>
        </p:nvCxnSpPr>
        <p:spPr>
          <a:xfrm>
            <a:off x="3082728" y="1863681"/>
            <a:ext cx="2023844" cy="6596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92CB070E-8AD7-4BD2-8AB5-995ECE429E85}"/>
              </a:ext>
            </a:extLst>
          </p:cNvPr>
          <p:cNvCxnSpPr>
            <a:cxnSpLocks/>
          </p:cNvCxnSpPr>
          <p:nvPr/>
        </p:nvCxnSpPr>
        <p:spPr>
          <a:xfrm>
            <a:off x="3202118" y="1864921"/>
            <a:ext cx="2026373" cy="6560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536F56BB-C2C0-421F-96EF-53551A69188E}"/>
              </a:ext>
            </a:extLst>
          </p:cNvPr>
          <p:cNvCxnSpPr>
            <a:cxnSpLocks/>
          </p:cNvCxnSpPr>
          <p:nvPr/>
        </p:nvCxnSpPr>
        <p:spPr>
          <a:xfrm>
            <a:off x="3335726" y="1863207"/>
            <a:ext cx="2023844" cy="6596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850D0B9D-9AE6-4817-8C3B-563E157D411E}"/>
              </a:ext>
            </a:extLst>
          </p:cNvPr>
          <p:cNvCxnSpPr>
            <a:cxnSpLocks/>
          </p:cNvCxnSpPr>
          <p:nvPr/>
        </p:nvCxnSpPr>
        <p:spPr>
          <a:xfrm>
            <a:off x="3457021" y="1866352"/>
            <a:ext cx="2026373" cy="6560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Straight Connector 428">
            <a:extLst>
              <a:ext uri="{FF2B5EF4-FFF2-40B4-BE49-F238E27FC236}">
                <a16:creationId xmlns:a16="http://schemas.microsoft.com/office/drawing/2014/main" id="{024123E7-5E2A-40B3-964B-77F9CE0CC356}"/>
              </a:ext>
            </a:extLst>
          </p:cNvPr>
          <p:cNvCxnSpPr>
            <a:cxnSpLocks/>
          </p:cNvCxnSpPr>
          <p:nvPr/>
        </p:nvCxnSpPr>
        <p:spPr>
          <a:xfrm>
            <a:off x="3587182" y="1864446"/>
            <a:ext cx="2023844" cy="6596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Connector 429">
            <a:extLst>
              <a:ext uri="{FF2B5EF4-FFF2-40B4-BE49-F238E27FC236}">
                <a16:creationId xmlns:a16="http://schemas.microsoft.com/office/drawing/2014/main" id="{B5A8AECD-6019-4B5F-98A2-F227B2D479D0}"/>
              </a:ext>
            </a:extLst>
          </p:cNvPr>
          <p:cNvCxnSpPr>
            <a:cxnSpLocks/>
          </p:cNvCxnSpPr>
          <p:nvPr/>
        </p:nvCxnSpPr>
        <p:spPr>
          <a:xfrm>
            <a:off x="3716097" y="1867591"/>
            <a:ext cx="2026373" cy="6560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FF9EBEE9-4956-4694-93C1-3769C38092E1}"/>
              </a:ext>
            </a:extLst>
          </p:cNvPr>
          <p:cNvCxnSpPr>
            <a:cxnSpLocks/>
          </p:cNvCxnSpPr>
          <p:nvPr/>
        </p:nvCxnSpPr>
        <p:spPr>
          <a:xfrm flipV="1">
            <a:off x="1823823" y="1865321"/>
            <a:ext cx="2029199" cy="65359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0529CA1D-D282-446A-B514-C2E0740262A4}"/>
              </a:ext>
            </a:extLst>
          </p:cNvPr>
          <p:cNvCxnSpPr>
            <a:cxnSpLocks/>
          </p:cNvCxnSpPr>
          <p:nvPr/>
        </p:nvCxnSpPr>
        <p:spPr>
          <a:xfrm flipV="1">
            <a:off x="1944474" y="1863341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F56012CA-720B-4C3A-9942-49EB4D799739}"/>
              </a:ext>
            </a:extLst>
          </p:cNvPr>
          <p:cNvCxnSpPr>
            <a:cxnSpLocks/>
          </p:cNvCxnSpPr>
          <p:nvPr/>
        </p:nvCxnSpPr>
        <p:spPr>
          <a:xfrm flipV="1">
            <a:off x="2071345" y="1865926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5680242B-C425-4B21-8592-013848B12DC6}"/>
              </a:ext>
            </a:extLst>
          </p:cNvPr>
          <p:cNvCxnSpPr>
            <a:cxnSpLocks/>
          </p:cNvCxnSpPr>
          <p:nvPr/>
        </p:nvCxnSpPr>
        <p:spPr>
          <a:xfrm flipV="1">
            <a:off x="2198515" y="1865881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20E9FE40-15BD-4B07-BD38-3E0BF91693A0}"/>
              </a:ext>
            </a:extLst>
          </p:cNvPr>
          <p:cNvCxnSpPr>
            <a:cxnSpLocks/>
          </p:cNvCxnSpPr>
          <p:nvPr/>
        </p:nvCxnSpPr>
        <p:spPr>
          <a:xfrm flipV="1">
            <a:off x="2324641" y="1868399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78FB11EE-11E5-47D4-8CF0-0622244EC398}"/>
              </a:ext>
            </a:extLst>
          </p:cNvPr>
          <p:cNvCxnSpPr>
            <a:cxnSpLocks/>
          </p:cNvCxnSpPr>
          <p:nvPr/>
        </p:nvCxnSpPr>
        <p:spPr>
          <a:xfrm flipV="1">
            <a:off x="2445292" y="1866419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BCACA70D-34FF-4C5E-B007-212D50AD2835}"/>
              </a:ext>
            </a:extLst>
          </p:cNvPr>
          <p:cNvCxnSpPr>
            <a:cxnSpLocks/>
          </p:cNvCxnSpPr>
          <p:nvPr/>
        </p:nvCxnSpPr>
        <p:spPr>
          <a:xfrm flipV="1">
            <a:off x="2572163" y="1869004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Connector 456">
            <a:extLst>
              <a:ext uri="{FF2B5EF4-FFF2-40B4-BE49-F238E27FC236}">
                <a16:creationId xmlns:a16="http://schemas.microsoft.com/office/drawing/2014/main" id="{77D7AF03-2CD7-4754-86E5-11B2DFEC654C}"/>
              </a:ext>
            </a:extLst>
          </p:cNvPr>
          <p:cNvCxnSpPr>
            <a:cxnSpLocks/>
          </p:cNvCxnSpPr>
          <p:nvPr/>
        </p:nvCxnSpPr>
        <p:spPr>
          <a:xfrm flipV="1">
            <a:off x="2832333" y="1863281"/>
            <a:ext cx="2029199" cy="65359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ADB77EC9-A06D-4EF5-B739-9653CF49CA69}"/>
              </a:ext>
            </a:extLst>
          </p:cNvPr>
          <p:cNvCxnSpPr>
            <a:cxnSpLocks/>
          </p:cNvCxnSpPr>
          <p:nvPr/>
        </p:nvCxnSpPr>
        <p:spPr>
          <a:xfrm flipV="1">
            <a:off x="2952984" y="1861301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17815FA1-BF08-4930-AFDC-0F49B438291A}"/>
              </a:ext>
            </a:extLst>
          </p:cNvPr>
          <p:cNvCxnSpPr>
            <a:cxnSpLocks/>
          </p:cNvCxnSpPr>
          <p:nvPr/>
        </p:nvCxnSpPr>
        <p:spPr>
          <a:xfrm flipV="1">
            <a:off x="3079855" y="1863886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E4EEF1A8-A59E-4596-8040-0568AF36282A}"/>
              </a:ext>
            </a:extLst>
          </p:cNvPr>
          <p:cNvCxnSpPr>
            <a:cxnSpLocks/>
          </p:cNvCxnSpPr>
          <p:nvPr/>
        </p:nvCxnSpPr>
        <p:spPr>
          <a:xfrm flipV="1">
            <a:off x="3207025" y="1863841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EE5C8418-DBC3-494F-8181-42FA9C4279A6}"/>
              </a:ext>
            </a:extLst>
          </p:cNvPr>
          <p:cNvCxnSpPr>
            <a:cxnSpLocks/>
          </p:cNvCxnSpPr>
          <p:nvPr/>
        </p:nvCxnSpPr>
        <p:spPr>
          <a:xfrm flipV="1">
            <a:off x="3333151" y="1866359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66D5DF46-F786-466E-BBB3-747A3C57C946}"/>
              </a:ext>
            </a:extLst>
          </p:cNvPr>
          <p:cNvCxnSpPr>
            <a:cxnSpLocks/>
          </p:cNvCxnSpPr>
          <p:nvPr/>
        </p:nvCxnSpPr>
        <p:spPr>
          <a:xfrm flipV="1">
            <a:off x="3453802" y="1864379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7E069E35-2AB4-46F9-B01B-447BB30B8310}"/>
              </a:ext>
            </a:extLst>
          </p:cNvPr>
          <p:cNvCxnSpPr>
            <a:cxnSpLocks/>
          </p:cNvCxnSpPr>
          <p:nvPr/>
        </p:nvCxnSpPr>
        <p:spPr>
          <a:xfrm flipV="1">
            <a:off x="3580673" y="1866964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463">
            <a:extLst>
              <a:ext uri="{FF2B5EF4-FFF2-40B4-BE49-F238E27FC236}">
                <a16:creationId xmlns:a16="http://schemas.microsoft.com/office/drawing/2014/main" id="{78FEA7AC-3478-4A72-8F45-9794D575A64C}"/>
              </a:ext>
            </a:extLst>
          </p:cNvPr>
          <p:cNvCxnSpPr>
            <a:cxnSpLocks/>
          </p:cNvCxnSpPr>
          <p:nvPr/>
        </p:nvCxnSpPr>
        <p:spPr>
          <a:xfrm flipV="1">
            <a:off x="3712923" y="1861839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Connector 480">
            <a:extLst>
              <a:ext uri="{FF2B5EF4-FFF2-40B4-BE49-F238E27FC236}">
                <a16:creationId xmlns:a16="http://schemas.microsoft.com/office/drawing/2014/main" id="{730B1234-4668-4EF1-8C08-A6C769EBE3C9}"/>
              </a:ext>
            </a:extLst>
          </p:cNvPr>
          <p:cNvCxnSpPr>
            <a:cxnSpLocks/>
          </p:cNvCxnSpPr>
          <p:nvPr/>
        </p:nvCxnSpPr>
        <p:spPr>
          <a:xfrm flipV="1">
            <a:off x="1825243" y="2680717"/>
            <a:ext cx="1007090" cy="64924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Connector 484">
            <a:extLst>
              <a:ext uri="{FF2B5EF4-FFF2-40B4-BE49-F238E27FC236}">
                <a16:creationId xmlns:a16="http://schemas.microsoft.com/office/drawing/2014/main" id="{BC8237A1-52D8-4F33-8F70-CF4353CD04A8}"/>
              </a:ext>
            </a:extLst>
          </p:cNvPr>
          <p:cNvCxnSpPr>
            <a:cxnSpLocks/>
          </p:cNvCxnSpPr>
          <p:nvPr/>
        </p:nvCxnSpPr>
        <p:spPr>
          <a:xfrm flipV="1">
            <a:off x="1946379" y="2678812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Straight Connector 485">
            <a:extLst>
              <a:ext uri="{FF2B5EF4-FFF2-40B4-BE49-F238E27FC236}">
                <a16:creationId xmlns:a16="http://schemas.microsoft.com/office/drawing/2014/main" id="{FCFD0EA3-6DA4-4BB7-9512-A147AFDF4907}"/>
              </a:ext>
            </a:extLst>
          </p:cNvPr>
          <p:cNvCxnSpPr>
            <a:cxnSpLocks/>
          </p:cNvCxnSpPr>
          <p:nvPr/>
        </p:nvCxnSpPr>
        <p:spPr>
          <a:xfrm flipV="1">
            <a:off x="2077170" y="2678759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Connector 486">
            <a:extLst>
              <a:ext uri="{FF2B5EF4-FFF2-40B4-BE49-F238E27FC236}">
                <a16:creationId xmlns:a16="http://schemas.microsoft.com/office/drawing/2014/main" id="{9DACA3E2-17A8-452A-9760-26F74DE3E704}"/>
              </a:ext>
            </a:extLst>
          </p:cNvPr>
          <p:cNvCxnSpPr>
            <a:cxnSpLocks/>
          </p:cNvCxnSpPr>
          <p:nvPr/>
        </p:nvCxnSpPr>
        <p:spPr>
          <a:xfrm flipV="1">
            <a:off x="2198306" y="2676854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Connector 487">
            <a:extLst>
              <a:ext uri="{FF2B5EF4-FFF2-40B4-BE49-F238E27FC236}">
                <a16:creationId xmlns:a16="http://schemas.microsoft.com/office/drawing/2014/main" id="{B2F6B49A-B802-4076-995E-8B3105F5F574}"/>
              </a:ext>
            </a:extLst>
          </p:cNvPr>
          <p:cNvCxnSpPr>
            <a:cxnSpLocks/>
          </p:cNvCxnSpPr>
          <p:nvPr/>
        </p:nvCxnSpPr>
        <p:spPr>
          <a:xfrm flipV="1">
            <a:off x="2331806" y="2681248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Connector 488">
            <a:extLst>
              <a:ext uri="{FF2B5EF4-FFF2-40B4-BE49-F238E27FC236}">
                <a16:creationId xmlns:a16="http://schemas.microsoft.com/office/drawing/2014/main" id="{310A7D91-4AEF-470A-B343-40BCD3C21271}"/>
              </a:ext>
            </a:extLst>
          </p:cNvPr>
          <p:cNvCxnSpPr>
            <a:cxnSpLocks/>
          </p:cNvCxnSpPr>
          <p:nvPr/>
        </p:nvCxnSpPr>
        <p:spPr>
          <a:xfrm flipV="1">
            <a:off x="2452942" y="2681883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Connector 489">
            <a:extLst>
              <a:ext uri="{FF2B5EF4-FFF2-40B4-BE49-F238E27FC236}">
                <a16:creationId xmlns:a16="http://schemas.microsoft.com/office/drawing/2014/main" id="{3C4F9EA1-7541-4D9D-B038-AA1BE088AE69}"/>
              </a:ext>
            </a:extLst>
          </p:cNvPr>
          <p:cNvCxnSpPr>
            <a:cxnSpLocks/>
          </p:cNvCxnSpPr>
          <p:nvPr/>
        </p:nvCxnSpPr>
        <p:spPr>
          <a:xfrm flipV="1">
            <a:off x="2586273" y="2681830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Straight Connector 490">
            <a:extLst>
              <a:ext uri="{FF2B5EF4-FFF2-40B4-BE49-F238E27FC236}">
                <a16:creationId xmlns:a16="http://schemas.microsoft.com/office/drawing/2014/main" id="{73663F1B-D47A-4197-BE0A-2C151B44C3D1}"/>
              </a:ext>
            </a:extLst>
          </p:cNvPr>
          <p:cNvCxnSpPr>
            <a:cxnSpLocks/>
          </p:cNvCxnSpPr>
          <p:nvPr/>
        </p:nvCxnSpPr>
        <p:spPr>
          <a:xfrm flipV="1">
            <a:off x="2707409" y="2679925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Straight Connector 491">
            <a:extLst>
              <a:ext uri="{FF2B5EF4-FFF2-40B4-BE49-F238E27FC236}">
                <a16:creationId xmlns:a16="http://schemas.microsoft.com/office/drawing/2014/main" id="{29856DD9-3BD1-40AF-9CC6-603C90CDBF54}"/>
              </a:ext>
            </a:extLst>
          </p:cNvPr>
          <p:cNvCxnSpPr>
            <a:cxnSpLocks/>
          </p:cNvCxnSpPr>
          <p:nvPr/>
        </p:nvCxnSpPr>
        <p:spPr>
          <a:xfrm flipV="1">
            <a:off x="3849786" y="2678637"/>
            <a:ext cx="1007090" cy="64924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Straight Connector 492">
            <a:extLst>
              <a:ext uri="{FF2B5EF4-FFF2-40B4-BE49-F238E27FC236}">
                <a16:creationId xmlns:a16="http://schemas.microsoft.com/office/drawing/2014/main" id="{8A95360B-827C-4E0F-8E46-B6946292EB50}"/>
              </a:ext>
            </a:extLst>
          </p:cNvPr>
          <p:cNvCxnSpPr>
            <a:cxnSpLocks/>
          </p:cNvCxnSpPr>
          <p:nvPr/>
        </p:nvCxnSpPr>
        <p:spPr>
          <a:xfrm flipV="1">
            <a:off x="3970922" y="2676732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Connector 493">
            <a:extLst>
              <a:ext uri="{FF2B5EF4-FFF2-40B4-BE49-F238E27FC236}">
                <a16:creationId xmlns:a16="http://schemas.microsoft.com/office/drawing/2014/main" id="{961764EE-A74A-40B9-BBE3-8904EAEFE1C7}"/>
              </a:ext>
            </a:extLst>
          </p:cNvPr>
          <p:cNvCxnSpPr>
            <a:cxnSpLocks/>
          </p:cNvCxnSpPr>
          <p:nvPr/>
        </p:nvCxnSpPr>
        <p:spPr>
          <a:xfrm flipV="1">
            <a:off x="4101713" y="2676679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0E25B51A-7993-4AC0-A2AD-4BDAA0785910}"/>
              </a:ext>
            </a:extLst>
          </p:cNvPr>
          <p:cNvCxnSpPr>
            <a:cxnSpLocks/>
          </p:cNvCxnSpPr>
          <p:nvPr/>
        </p:nvCxnSpPr>
        <p:spPr>
          <a:xfrm flipV="1">
            <a:off x="4222849" y="2674774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Connector 495">
            <a:extLst>
              <a:ext uri="{FF2B5EF4-FFF2-40B4-BE49-F238E27FC236}">
                <a16:creationId xmlns:a16="http://schemas.microsoft.com/office/drawing/2014/main" id="{784AA8F2-3939-4801-B97D-3A2B98354F3C}"/>
              </a:ext>
            </a:extLst>
          </p:cNvPr>
          <p:cNvCxnSpPr>
            <a:cxnSpLocks/>
          </p:cNvCxnSpPr>
          <p:nvPr/>
        </p:nvCxnSpPr>
        <p:spPr>
          <a:xfrm flipV="1">
            <a:off x="4356349" y="2679168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5CBBD024-BF83-4A4D-83C9-6F3CC6BF743E}"/>
              </a:ext>
            </a:extLst>
          </p:cNvPr>
          <p:cNvCxnSpPr>
            <a:cxnSpLocks/>
          </p:cNvCxnSpPr>
          <p:nvPr/>
        </p:nvCxnSpPr>
        <p:spPr>
          <a:xfrm flipV="1">
            <a:off x="4477485" y="2679803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Connector 497">
            <a:extLst>
              <a:ext uri="{FF2B5EF4-FFF2-40B4-BE49-F238E27FC236}">
                <a16:creationId xmlns:a16="http://schemas.microsoft.com/office/drawing/2014/main" id="{E74AC84B-B871-4D46-9B22-B798F0CD1B96}"/>
              </a:ext>
            </a:extLst>
          </p:cNvPr>
          <p:cNvCxnSpPr>
            <a:cxnSpLocks/>
          </p:cNvCxnSpPr>
          <p:nvPr/>
        </p:nvCxnSpPr>
        <p:spPr>
          <a:xfrm flipV="1">
            <a:off x="4610816" y="2679750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Connector 498">
            <a:extLst>
              <a:ext uri="{FF2B5EF4-FFF2-40B4-BE49-F238E27FC236}">
                <a16:creationId xmlns:a16="http://schemas.microsoft.com/office/drawing/2014/main" id="{4DCF4D2D-7F51-4531-81D8-86563CD14D73}"/>
              </a:ext>
            </a:extLst>
          </p:cNvPr>
          <p:cNvCxnSpPr>
            <a:cxnSpLocks/>
          </p:cNvCxnSpPr>
          <p:nvPr/>
        </p:nvCxnSpPr>
        <p:spPr>
          <a:xfrm flipV="1">
            <a:off x="4731952" y="2677845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0FD15F1A-FB8D-4D4F-8BD7-4388B40EC035}"/>
              </a:ext>
            </a:extLst>
          </p:cNvPr>
          <p:cNvCxnSpPr>
            <a:cxnSpLocks/>
          </p:cNvCxnSpPr>
          <p:nvPr/>
        </p:nvCxnSpPr>
        <p:spPr>
          <a:xfrm flipV="1">
            <a:off x="5874638" y="2681248"/>
            <a:ext cx="1007090" cy="64924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Connector 500">
            <a:extLst>
              <a:ext uri="{FF2B5EF4-FFF2-40B4-BE49-F238E27FC236}">
                <a16:creationId xmlns:a16="http://schemas.microsoft.com/office/drawing/2014/main" id="{8D3ACCC8-51A0-4A4E-A1D2-4E73468F9BA8}"/>
              </a:ext>
            </a:extLst>
          </p:cNvPr>
          <p:cNvCxnSpPr>
            <a:cxnSpLocks/>
          </p:cNvCxnSpPr>
          <p:nvPr/>
        </p:nvCxnSpPr>
        <p:spPr>
          <a:xfrm flipV="1">
            <a:off x="5995774" y="2679343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6F8B55FB-8FE8-4802-BC66-CFF15E5ABA5E}"/>
              </a:ext>
            </a:extLst>
          </p:cNvPr>
          <p:cNvCxnSpPr>
            <a:cxnSpLocks/>
          </p:cNvCxnSpPr>
          <p:nvPr/>
        </p:nvCxnSpPr>
        <p:spPr>
          <a:xfrm flipV="1">
            <a:off x="6126565" y="2679290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Connector 502">
            <a:extLst>
              <a:ext uri="{FF2B5EF4-FFF2-40B4-BE49-F238E27FC236}">
                <a16:creationId xmlns:a16="http://schemas.microsoft.com/office/drawing/2014/main" id="{CA40BA84-1319-4A73-8C16-C371DB234CC7}"/>
              </a:ext>
            </a:extLst>
          </p:cNvPr>
          <p:cNvCxnSpPr>
            <a:cxnSpLocks/>
          </p:cNvCxnSpPr>
          <p:nvPr/>
        </p:nvCxnSpPr>
        <p:spPr>
          <a:xfrm flipV="1">
            <a:off x="6247701" y="2677385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EC079E47-3317-4D5E-A08B-E545A8B9303B}"/>
              </a:ext>
            </a:extLst>
          </p:cNvPr>
          <p:cNvCxnSpPr>
            <a:cxnSpLocks/>
          </p:cNvCxnSpPr>
          <p:nvPr/>
        </p:nvCxnSpPr>
        <p:spPr>
          <a:xfrm flipV="1">
            <a:off x="6381201" y="2681779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504">
            <a:extLst>
              <a:ext uri="{FF2B5EF4-FFF2-40B4-BE49-F238E27FC236}">
                <a16:creationId xmlns:a16="http://schemas.microsoft.com/office/drawing/2014/main" id="{A7B3E4F3-94C0-41FB-BB19-898FE7540676}"/>
              </a:ext>
            </a:extLst>
          </p:cNvPr>
          <p:cNvCxnSpPr>
            <a:cxnSpLocks/>
          </p:cNvCxnSpPr>
          <p:nvPr/>
        </p:nvCxnSpPr>
        <p:spPr>
          <a:xfrm flipV="1">
            <a:off x="6502337" y="2682414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CE33B223-5211-4218-AF62-5499DC873B05}"/>
              </a:ext>
            </a:extLst>
          </p:cNvPr>
          <p:cNvCxnSpPr>
            <a:cxnSpLocks/>
          </p:cNvCxnSpPr>
          <p:nvPr/>
        </p:nvCxnSpPr>
        <p:spPr>
          <a:xfrm flipV="1">
            <a:off x="6635668" y="2682361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674F2CB2-69A4-49C0-9C50-6699546E8BE8}"/>
              </a:ext>
            </a:extLst>
          </p:cNvPr>
          <p:cNvCxnSpPr>
            <a:cxnSpLocks/>
          </p:cNvCxnSpPr>
          <p:nvPr/>
        </p:nvCxnSpPr>
        <p:spPr>
          <a:xfrm flipV="1">
            <a:off x="6756804" y="2680456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Connector 507">
            <a:extLst>
              <a:ext uri="{FF2B5EF4-FFF2-40B4-BE49-F238E27FC236}">
                <a16:creationId xmlns:a16="http://schemas.microsoft.com/office/drawing/2014/main" id="{9FEE3F0C-7CFB-4532-88BF-2CCE5F9427A2}"/>
              </a:ext>
            </a:extLst>
          </p:cNvPr>
          <p:cNvCxnSpPr>
            <a:cxnSpLocks/>
          </p:cNvCxnSpPr>
          <p:nvPr/>
        </p:nvCxnSpPr>
        <p:spPr>
          <a:xfrm flipV="1">
            <a:off x="7900616" y="2678619"/>
            <a:ext cx="1007090" cy="64924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B4C7E036-472C-460E-B7A2-A755D6519F74}"/>
              </a:ext>
            </a:extLst>
          </p:cNvPr>
          <p:cNvCxnSpPr>
            <a:cxnSpLocks/>
          </p:cNvCxnSpPr>
          <p:nvPr/>
        </p:nvCxnSpPr>
        <p:spPr>
          <a:xfrm flipV="1">
            <a:off x="8021752" y="2676714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A208789E-4E25-4FDA-99FC-8D70629B3421}"/>
              </a:ext>
            </a:extLst>
          </p:cNvPr>
          <p:cNvCxnSpPr>
            <a:cxnSpLocks/>
          </p:cNvCxnSpPr>
          <p:nvPr/>
        </p:nvCxnSpPr>
        <p:spPr>
          <a:xfrm flipV="1">
            <a:off x="8152543" y="2676661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ABE5CD9E-557A-4343-BDB5-E93B90227E3B}"/>
              </a:ext>
            </a:extLst>
          </p:cNvPr>
          <p:cNvCxnSpPr>
            <a:cxnSpLocks/>
          </p:cNvCxnSpPr>
          <p:nvPr/>
        </p:nvCxnSpPr>
        <p:spPr>
          <a:xfrm flipV="1">
            <a:off x="8273679" y="2674756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Straight Connector 511">
            <a:extLst>
              <a:ext uri="{FF2B5EF4-FFF2-40B4-BE49-F238E27FC236}">
                <a16:creationId xmlns:a16="http://schemas.microsoft.com/office/drawing/2014/main" id="{9DD71808-3124-4057-AFA8-082D66BF26C7}"/>
              </a:ext>
            </a:extLst>
          </p:cNvPr>
          <p:cNvCxnSpPr>
            <a:cxnSpLocks/>
          </p:cNvCxnSpPr>
          <p:nvPr/>
        </p:nvCxnSpPr>
        <p:spPr>
          <a:xfrm flipV="1">
            <a:off x="8407179" y="2679150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E8D0AA9-A990-4CEC-BBDA-83E555CA15DE}"/>
              </a:ext>
            </a:extLst>
          </p:cNvPr>
          <p:cNvCxnSpPr>
            <a:cxnSpLocks/>
          </p:cNvCxnSpPr>
          <p:nvPr/>
        </p:nvCxnSpPr>
        <p:spPr>
          <a:xfrm flipV="1">
            <a:off x="8528315" y="2679785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0EC6671E-F802-4EDD-ABF7-074FD35888C6}"/>
              </a:ext>
            </a:extLst>
          </p:cNvPr>
          <p:cNvCxnSpPr>
            <a:cxnSpLocks/>
          </p:cNvCxnSpPr>
          <p:nvPr/>
        </p:nvCxnSpPr>
        <p:spPr>
          <a:xfrm flipV="1">
            <a:off x="8661646" y="2679732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04FD394D-828D-40FD-B5CB-2E212CA268EA}"/>
              </a:ext>
            </a:extLst>
          </p:cNvPr>
          <p:cNvCxnSpPr>
            <a:cxnSpLocks/>
          </p:cNvCxnSpPr>
          <p:nvPr/>
        </p:nvCxnSpPr>
        <p:spPr>
          <a:xfrm flipV="1">
            <a:off x="8782782" y="2677827"/>
            <a:ext cx="1007090" cy="64924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3F389FAC-E532-459A-9BCE-0F2DD70C0BE2}"/>
              </a:ext>
            </a:extLst>
          </p:cNvPr>
          <p:cNvCxnSpPr>
            <a:cxnSpLocks/>
          </p:cNvCxnSpPr>
          <p:nvPr/>
        </p:nvCxnSpPr>
        <p:spPr>
          <a:xfrm flipH="1" flipV="1">
            <a:off x="1827427" y="2678694"/>
            <a:ext cx="1014759" cy="65847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Straight Connector 518">
            <a:extLst>
              <a:ext uri="{FF2B5EF4-FFF2-40B4-BE49-F238E27FC236}">
                <a16:creationId xmlns:a16="http://schemas.microsoft.com/office/drawing/2014/main" id="{6AA68793-157F-4EC6-90F2-B4EAED01E52D}"/>
              </a:ext>
            </a:extLst>
          </p:cNvPr>
          <p:cNvCxnSpPr>
            <a:cxnSpLocks/>
          </p:cNvCxnSpPr>
          <p:nvPr/>
        </p:nvCxnSpPr>
        <p:spPr>
          <a:xfrm flipH="1" flipV="1">
            <a:off x="1946376" y="2678251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Straight Connector 519">
            <a:extLst>
              <a:ext uri="{FF2B5EF4-FFF2-40B4-BE49-F238E27FC236}">
                <a16:creationId xmlns:a16="http://schemas.microsoft.com/office/drawing/2014/main" id="{33C0ED3E-4D2F-42F9-BB53-5E2A07C84EC6}"/>
              </a:ext>
            </a:extLst>
          </p:cNvPr>
          <p:cNvCxnSpPr>
            <a:cxnSpLocks/>
          </p:cNvCxnSpPr>
          <p:nvPr/>
        </p:nvCxnSpPr>
        <p:spPr>
          <a:xfrm flipH="1" flipV="1">
            <a:off x="2074886" y="2676789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Straight Connector 520">
            <a:extLst>
              <a:ext uri="{FF2B5EF4-FFF2-40B4-BE49-F238E27FC236}">
                <a16:creationId xmlns:a16="http://schemas.microsoft.com/office/drawing/2014/main" id="{09DD1685-5DB3-46E7-ABFE-B47B268CECB8}"/>
              </a:ext>
            </a:extLst>
          </p:cNvPr>
          <p:cNvCxnSpPr>
            <a:cxnSpLocks/>
          </p:cNvCxnSpPr>
          <p:nvPr/>
        </p:nvCxnSpPr>
        <p:spPr>
          <a:xfrm flipH="1" flipV="1">
            <a:off x="2193835" y="2676346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Connector 521">
            <a:extLst>
              <a:ext uri="{FF2B5EF4-FFF2-40B4-BE49-F238E27FC236}">
                <a16:creationId xmlns:a16="http://schemas.microsoft.com/office/drawing/2014/main" id="{D247E4AD-DA69-4743-B184-2C27251D4720}"/>
              </a:ext>
            </a:extLst>
          </p:cNvPr>
          <p:cNvCxnSpPr>
            <a:cxnSpLocks/>
          </p:cNvCxnSpPr>
          <p:nvPr/>
        </p:nvCxnSpPr>
        <p:spPr>
          <a:xfrm flipH="1" flipV="1">
            <a:off x="2327670" y="2676346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Straight Connector 522">
            <a:extLst>
              <a:ext uri="{FF2B5EF4-FFF2-40B4-BE49-F238E27FC236}">
                <a16:creationId xmlns:a16="http://schemas.microsoft.com/office/drawing/2014/main" id="{0DE7B79E-C625-4F7A-8CD0-340C0F59BC76}"/>
              </a:ext>
            </a:extLst>
          </p:cNvPr>
          <p:cNvCxnSpPr>
            <a:cxnSpLocks/>
          </p:cNvCxnSpPr>
          <p:nvPr/>
        </p:nvCxnSpPr>
        <p:spPr>
          <a:xfrm flipH="1" flipV="1">
            <a:off x="2452334" y="2675903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2F345C64-C47E-4572-8E0B-ABBD8A9C7CDB}"/>
              </a:ext>
            </a:extLst>
          </p:cNvPr>
          <p:cNvCxnSpPr>
            <a:cxnSpLocks/>
          </p:cNvCxnSpPr>
          <p:nvPr/>
        </p:nvCxnSpPr>
        <p:spPr>
          <a:xfrm flipH="1" flipV="1">
            <a:off x="2578939" y="2674441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Connector 524">
            <a:extLst>
              <a:ext uri="{FF2B5EF4-FFF2-40B4-BE49-F238E27FC236}">
                <a16:creationId xmlns:a16="http://schemas.microsoft.com/office/drawing/2014/main" id="{3781EAFA-B45D-48B4-9793-F7E635B82113}"/>
              </a:ext>
            </a:extLst>
          </p:cNvPr>
          <p:cNvCxnSpPr>
            <a:cxnSpLocks/>
          </p:cNvCxnSpPr>
          <p:nvPr/>
        </p:nvCxnSpPr>
        <p:spPr>
          <a:xfrm flipH="1" flipV="1">
            <a:off x="2705508" y="2673998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Connector 525">
            <a:extLst>
              <a:ext uri="{FF2B5EF4-FFF2-40B4-BE49-F238E27FC236}">
                <a16:creationId xmlns:a16="http://schemas.microsoft.com/office/drawing/2014/main" id="{4E67E9BB-C343-47BD-A45F-3216DF2589A0}"/>
              </a:ext>
            </a:extLst>
          </p:cNvPr>
          <p:cNvCxnSpPr>
            <a:cxnSpLocks/>
          </p:cNvCxnSpPr>
          <p:nvPr/>
        </p:nvCxnSpPr>
        <p:spPr>
          <a:xfrm flipH="1" flipV="1">
            <a:off x="3854628" y="2680717"/>
            <a:ext cx="1014759" cy="65847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5C86297A-1FCF-485A-9C9D-953DE3D2A1F5}"/>
              </a:ext>
            </a:extLst>
          </p:cNvPr>
          <p:cNvCxnSpPr>
            <a:cxnSpLocks/>
          </p:cNvCxnSpPr>
          <p:nvPr/>
        </p:nvCxnSpPr>
        <p:spPr>
          <a:xfrm flipH="1" flipV="1">
            <a:off x="3973577" y="2680274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2D89505A-9B59-49CA-BF8C-FB5717BABFF5}"/>
              </a:ext>
            </a:extLst>
          </p:cNvPr>
          <p:cNvCxnSpPr>
            <a:cxnSpLocks/>
          </p:cNvCxnSpPr>
          <p:nvPr/>
        </p:nvCxnSpPr>
        <p:spPr>
          <a:xfrm flipH="1" flipV="1">
            <a:off x="4102087" y="2678812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Connector 528">
            <a:extLst>
              <a:ext uri="{FF2B5EF4-FFF2-40B4-BE49-F238E27FC236}">
                <a16:creationId xmlns:a16="http://schemas.microsoft.com/office/drawing/2014/main" id="{B3F56047-21EC-4EAE-B1B5-2D4CEBF76E03}"/>
              </a:ext>
            </a:extLst>
          </p:cNvPr>
          <p:cNvCxnSpPr>
            <a:cxnSpLocks/>
          </p:cNvCxnSpPr>
          <p:nvPr/>
        </p:nvCxnSpPr>
        <p:spPr>
          <a:xfrm flipH="1" flipV="1">
            <a:off x="4221036" y="2678369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7FA4D040-6006-467D-9DC3-9B8EE164CEC4}"/>
              </a:ext>
            </a:extLst>
          </p:cNvPr>
          <p:cNvCxnSpPr>
            <a:cxnSpLocks/>
          </p:cNvCxnSpPr>
          <p:nvPr/>
        </p:nvCxnSpPr>
        <p:spPr>
          <a:xfrm flipH="1" flipV="1">
            <a:off x="4354871" y="2678369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E73244B9-C53E-4455-B43D-2D8570D8D0A4}"/>
              </a:ext>
            </a:extLst>
          </p:cNvPr>
          <p:cNvCxnSpPr>
            <a:cxnSpLocks/>
          </p:cNvCxnSpPr>
          <p:nvPr/>
        </p:nvCxnSpPr>
        <p:spPr>
          <a:xfrm flipH="1" flipV="1">
            <a:off x="4479535" y="2677926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Straight Connector 531">
            <a:extLst>
              <a:ext uri="{FF2B5EF4-FFF2-40B4-BE49-F238E27FC236}">
                <a16:creationId xmlns:a16="http://schemas.microsoft.com/office/drawing/2014/main" id="{EF123530-CF78-4584-8114-A4099B32687C}"/>
              </a:ext>
            </a:extLst>
          </p:cNvPr>
          <p:cNvCxnSpPr>
            <a:cxnSpLocks/>
          </p:cNvCxnSpPr>
          <p:nvPr/>
        </p:nvCxnSpPr>
        <p:spPr>
          <a:xfrm flipH="1" flipV="1">
            <a:off x="4606140" y="2676464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62982082-F77D-4545-B034-97F4035E79DA}"/>
              </a:ext>
            </a:extLst>
          </p:cNvPr>
          <p:cNvCxnSpPr>
            <a:cxnSpLocks/>
          </p:cNvCxnSpPr>
          <p:nvPr/>
        </p:nvCxnSpPr>
        <p:spPr>
          <a:xfrm flipH="1" flipV="1">
            <a:off x="4732709" y="2676021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Straight Connector 533">
            <a:extLst>
              <a:ext uri="{FF2B5EF4-FFF2-40B4-BE49-F238E27FC236}">
                <a16:creationId xmlns:a16="http://schemas.microsoft.com/office/drawing/2014/main" id="{33805166-1627-496D-A429-21B506F002C9}"/>
              </a:ext>
            </a:extLst>
          </p:cNvPr>
          <p:cNvCxnSpPr>
            <a:cxnSpLocks/>
          </p:cNvCxnSpPr>
          <p:nvPr/>
        </p:nvCxnSpPr>
        <p:spPr>
          <a:xfrm flipH="1" flipV="1">
            <a:off x="5872109" y="2678369"/>
            <a:ext cx="1014759" cy="65847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Straight Connector 534">
            <a:extLst>
              <a:ext uri="{FF2B5EF4-FFF2-40B4-BE49-F238E27FC236}">
                <a16:creationId xmlns:a16="http://schemas.microsoft.com/office/drawing/2014/main" id="{B102FCD0-8676-4C0B-9C08-DAA735638A3E}"/>
              </a:ext>
            </a:extLst>
          </p:cNvPr>
          <p:cNvCxnSpPr>
            <a:cxnSpLocks/>
          </p:cNvCxnSpPr>
          <p:nvPr/>
        </p:nvCxnSpPr>
        <p:spPr>
          <a:xfrm flipH="1" flipV="1">
            <a:off x="5991058" y="2677926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Straight Connector 535">
            <a:extLst>
              <a:ext uri="{FF2B5EF4-FFF2-40B4-BE49-F238E27FC236}">
                <a16:creationId xmlns:a16="http://schemas.microsoft.com/office/drawing/2014/main" id="{5FADEA72-6DA0-4E63-B047-E0EFF4BCBAD9}"/>
              </a:ext>
            </a:extLst>
          </p:cNvPr>
          <p:cNvCxnSpPr>
            <a:cxnSpLocks/>
          </p:cNvCxnSpPr>
          <p:nvPr/>
        </p:nvCxnSpPr>
        <p:spPr>
          <a:xfrm flipH="1" flipV="1">
            <a:off x="6119568" y="2676464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Straight Connector 536">
            <a:extLst>
              <a:ext uri="{FF2B5EF4-FFF2-40B4-BE49-F238E27FC236}">
                <a16:creationId xmlns:a16="http://schemas.microsoft.com/office/drawing/2014/main" id="{E92F6196-29B2-40B3-A233-8B9553FAF78A}"/>
              </a:ext>
            </a:extLst>
          </p:cNvPr>
          <p:cNvCxnSpPr>
            <a:cxnSpLocks/>
          </p:cNvCxnSpPr>
          <p:nvPr/>
        </p:nvCxnSpPr>
        <p:spPr>
          <a:xfrm flipH="1" flipV="1">
            <a:off x="6238517" y="2676021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Straight Connector 537">
            <a:extLst>
              <a:ext uri="{FF2B5EF4-FFF2-40B4-BE49-F238E27FC236}">
                <a16:creationId xmlns:a16="http://schemas.microsoft.com/office/drawing/2014/main" id="{6A2FF28D-F511-42D6-A9C7-2B69B7A00270}"/>
              </a:ext>
            </a:extLst>
          </p:cNvPr>
          <p:cNvCxnSpPr>
            <a:cxnSpLocks/>
          </p:cNvCxnSpPr>
          <p:nvPr/>
        </p:nvCxnSpPr>
        <p:spPr>
          <a:xfrm flipH="1" flipV="1">
            <a:off x="6372352" y="2676021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B358B0E2-71EE-4E0A-BC0B-8381882B0AE4}"/>
              </a:ext>
            </a:extLst>
          </p:cNvPr>
          <p:cNvCxnSpPr>
            <a:cxnSpLocks/>
          </p:cNvCxnSpPr>
          <p:nvPr/>
        </p:nvCxnSpPr>
        <p:spPr>
          <a:xfrm flipH="1" flipV="1">
            <a:off x="6497016" y="2675578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Straight Connector 539">
            <a:extLst>
              <a:ext uri="{FF2B5EF4-FFF2-40B4-BE49-F238E27FC236}">
                <a16:creationId xmlns:a16="http://schemas.microsoft.com/office/drawing/2014/main" id="{179476FD-8414-4560-AE6F-2CEB7AD67668}"/>
              </a:ext>
            </a:extLst>
          </p:cNvPr>
          <p:cNvCxnSpPr>
            <a:cxnSpLocks/>
          </p:cNvCxnSpPr>
          <p:nvPr/>
        </p:nvCxnSpPr>
        <p:spPr>
          <a:xfrm flipH="1" flipV="1">
            <a:off x="6623621" y="2674116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Straight Connector 540">
            <a:extLst>
              <a:ext uri="{FF2B5EF4-FFF2-40B4-BE49-F238E27FC236}">
                <a16:creationId xmlns:a16="http://schemas.microsoft.com/office/drawing/2014/main" id="{383ED65D-8073-49DE-B8F4-6B16CF2D0A97}"/>
              </a:ext>
            </a:extLst>
          </p:cNvPr>
          <p:cNvCxnSpPr>
            <a:cxnSpLocks/>
          </p:cNvCxnSpPr>
          <p:nvPr/>
        </p:nvCxnSpPr>
        <p:spPr>
          <a:xfrm flipH="1" flipV="1">
            <a:off x="6750190" y="2673673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81C25326-02D1-4117-A4A9-049E55AF316D}"/>
              </a:ext>
            </a:extLst>
          </p:cNvPr>
          <p:cNvCxnSpPr>
            <a:cxnSpLocks/>
          </p:cNvCxnSpPr>
          <p:nvPr/>
        </p:nvCxnSpPr>
        <p:spPr>
          <a:xfrm flipH="1" flipV="1">
            <a:off x="7906611" y="2682039"/>
            <a:ext cx="1014759" cy="65847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Straight Connector 542">
            <a:extLst>
              <a:ext uri="{FF2B5EF4-FFF2-40B4-BE49-F238E27FC236}">
                <a16:creationId xmlns:a16="http://schemas.microsoft.com/office/drawing/2014/main" id="{B56E9985-BE8A-4DD5-8DEB-9D1605383CAB}"/>
              </a:ext>
            </a:extLst>
          </p:cNvPr>
          <p:cNvCxnSpPr>
            <a:cxnSpLocks/>
          </p:cNvCxnSpPr>
          <p:nvPr/>
        </p:nvCxnSpPr>
        <p:spPr>
          <a:xfrm flipH="1" flipV="1">
            <a:off x="8025560" y="2681596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Straight Connector 543">
            <a:extLst>
              <a:ext uri="{FF2B5EF4-FFF2-40B4-BE49-F238E27FC236}">
                <a16:creationId xmlns:a16="http://schemas.microsoft.com/office/drawing/2014/main" id="{50A004D7-8B49-4020-BD20-2E92378A3049}"/>
              </a:ext>
            </a:extLst>
          </p:cNvPr>
          <p:cNvCxnSpPr>
            <a:cxnSpLocks/>
          </p:cNvCxnSpPr>
          <p:nvPr/>
        </p:nvCxnSpPr>
        <p:spPr>
          <a:xfrm flipH="1" flipV="1">
            <a:off x="8154070" y="2680134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Connector 544">
            <a:extLst>
              <a:ext uri="{FF2B5EF4-FFF2-40B4-BE49-F238E27FC236}">
                <a16:creationId xmlns:a16="http://schemas.microsoft.com/office/drawing/2014/main" id="{C50A9872-DB19-4166-9259-2A04C1DD8B28}"/>
              </a:ext>
            </a:extLst>
          </p:cNvPr>
          <p:cNvCxnSpPr>
            <a:cxnSpLocks/>
          </p:cNvCxnSpPr>
          <p:nvPr/>
        </p:nvCxnSpPr>
        <p:spPr>
          <a:xfrm flipH="1" flipV="1">
            <a:off x="8273019" y="2679691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545">
            <a:extLst>
              <a:ext uri="{FF2B5EF4-FFF2-40B4-BE49-F238E27FC236}">
                <a16:creationId xmlns:a16="http://schemas.microsoft.com/office/drawing/2014/main" id="{9CAC0BD3-0D57-468E-BEFD-E37F598BD9F3}"/>
              </a:ext>
            </a:extLst>
          </p:cNvPr>
          <p:cNvCxnSpPr>
            <a:cxnSpLocks/>
          </p:cNvCxnSpPr>
          <p:nvPr/>
        </p:nvCxnSpPr>
        <p:spPr>
          <a:xfrm flipH="1" flipV="1">
            <a:off x="8406854" y="2679691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Straight Connector 546">
            <a:extLst>
              <a:ext uri="{FF2B5EF4-FFF2-40B4-BE49-F238E27FC236}">
                <a16:creationId xmlns:a16="http://schemas.microsoft.com/office/drawing/2014/main" id="{697FC3D1-196C-4669-BC51-CA9B84B84ECB}"/>
              </a:ext>
            </a:extLst>
          </p:cNvPr>
          <p:cNvCxnSpPr>
            <a:cxnSpLocks/>
          </p:cNvCxnSpPr>
          <p:nvPr/>
        </p:nvCxnSpPr>
        <p:spPr>
          <a:xfrm flipH="1" flipV="1">
            <a:off x="8531518" y="2679248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Straight Connector 547">
            <a:extLst>
              <a:ext uri="{FF2B5EF4-FFF2-40B4-BE49-F238E27FC236}">
                <a16:creationId xmlns:a16="http://schemas.microsoft.com/office/drawing/2014/main" id="{C31835BB-5A31-4CA9-96C1-7ADA811AE292}"/>
              </a:ext>
            </a:extLst>
          </p:cNvPr>
          <p:cNvCxnSpPr>
            <a:cxnSpLocks/>
          </p:cNvCxnSpPr>
          <p:nvPr/>
        </p:nvCxnSpPr>
        <p:spPr>
          <a:xfrm flipH="1" flipV="1">
            <a:off x="8658123" y="2677786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Straight Connector 548">
            <a:extLst>
              <a:ext uri="{FF2B5EF4-FFF2-40B4-BE49-F238E27FC236}">
                <a16:creationId xmlns:a16="http://schemas.microsoft.com/office/drawing/2014/main" id="{1CE34BF2-779F-451A-B719-82F69C05ED93}"/>
              </a:ext>
            </a:extLst>
          </p:cNvPr>
          <p:cNvCxnSpPr>
            <a:cxnSpLocks/>
          </p:cNvCxnSpPr>
          <p:nvPr/>
        </p:nvCxnSpPr>
        <p:spPr>
          <a:xfrm flipH="1" flipV="1">
            <a:off x="8784692" y="2677343"/>
            <a:ext cx="1014759" cy="65847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Straight Connector 549">
            <a:extLst>
              <a:ext uri="{FF2B5EF4-FFF2-40B4-BE49-F238E27FC236}">
                <a16:creationId xmlns:a16="http://schemas.microsoft.com/office/drawing/2014/main" id="{DCEEF157-AB22-46DF-8A07-1C9B7956DC61}"/>
              </a:ext>
            </a:extLst>
          </p:cNvPr>
          <p:cNvCxnSpPr>
            <a:cxnSpLocks/>
          </p:cNvCxnSpPr>
          <p:nvPr/>
        </p:nvCxnSpPr>
        <p:spPr>
          <a:xfrm flipH="1" flipV="1">
            <a:off x="1823823" y="3489365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Straight Connector 552">
            <a:extLst>
              <a:ext uri="{FF2B5EF4-FFF2-40B4-BE49-F238E27FC236}">
                <a16:creationId xmlns:a16="http://schemas.microsoft.com/office/drawing/2014/main" id="{3D9BABB4-9174-423B-88EF-33224B04332F}"/>
              </a:ext>
            </a:extLst>
          </p:cNvPr>
          <p:cNvCxnSpPr>
            <a:cxnSpLocks/>
          </p:cNvCxnSpPr>
          <p:nvPr/>
        </p:nvCxnSpPr>
        <p:spPr>
          <a:xfrm flipH="1" flipV="1">
            <a:off x="1949552" y="3489365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Straight Connector 553">
            <a:extLst>
              <a:ext uri="{FF2B5EF4-FFF2-40B4-BE49-F238E27FC236}">
                <a16:creationId xmlns:a16="http://schemas.microsoft.com/office/drawing/2014/main" id="{51586339-BD9C-422F-A16F-BDE71776FFA2}"/>
              </a:ext>
            </a:extLst>
          </p:cNvPr>
          <p:cNvCxnSpPr>
            <a:cxnSpLocks/>
          </p:cNvCxnSpPr>
          <p:nvPr/>
        </p:nvCxnSpPr>
        <p:spPr>
          <a:xfrm flipH="1" flipV="1">
            <a:off x="2075375" y="3489365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Straight Connector 554">
            <a:extLst>
              <a:ext uri="{FF2B5EF4-FFF2-40B4-BE49-F238E27FC236}">
                <a16:creationId xmlns:a16="http://schemas.microsoft.com/office/drawing/2014/main" id="{3F1C4D1E-3D41-403F-967E-4B9205A47427}"/>
              </a:ext>
            </a:extLst>
          </p:cNvPr>
          <p:cNvCxnSpPr>
            <a:cxnSpLocks/>
          </p:cNvCxnSpPr>
          <p:nvPr/>
        </p:nvCxnSpPr>
        <p:spPr>
          <a:xfrm flipH="1" flipV="1">
            <a:off x="2199961" y="3486833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Straight Connector 555">
            <a:extLst>
              <a:ext uri="{FF2B5EF4-FFF2-40B4-BE49-F238E27FC236}">
                <a16:creationId xmlns:a16="http://schemas.microsoft.com/office/drawing/2014/main" id="{8A6A6B13-DFCD-4119-BC01-8544A9F52A82}"/>
              </a:ext>
            </a:extLst>
          </p:cNvPr>
          <p:cNvCxnSpPr>
            <a:cxnSpLocks/>
          </p:cNvCxnSpPr>
          <p:nvPr/>
        </p:nvCxnSpPr>
        <p:spPr>
          <a:xfrm flipV="1">
            <a:off x="1823652" y="3486705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Connector 558">
            <a:extLst>
              <a:ext uri="{FF2B5EF4-FFF2-40B4-BE49-F238E27FC236}">
                <a16:creationId xmlns:a16="http://schemas.microsoft.com/office/drawing/2014/main" id="{C89AB1AB-FD96-4F23-8A3C-6EEAACF7DCAF}"/>
              </a:ext>
            </a:extLst>
          </p:cNvPr>
          <p:cNvCxnSpPr>
            <a:cxnSpLocks/>
          </p:cNvCxnSpPr>
          <p:nvPr/>
        </p:nvCxnSpPr>
        <p:spPr>
          <a:xfrm flipV="1">
            <a:off x="1950651" y="3479191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6D7D42E7-BB82-4C68-9987-4030EFD5C118}"/>
              </a:ext>
            </a:extLst>
          </p:cNvPr>
          <p:cNvCxnSpPr>
            <a:cxnSpLocks/>
          </p:cNvCxnSpPr>
          <p:nvPr/>
        </p:nvCxnSpPr>
        <p:spPr>
          <a:xfrm flipV="1">
            <a:off x="2074796" y="3482009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Connector 560">
            <a:extLst>
              <a:ext uri="{FF2B5EF4-FFF2-40B4-BE49-F238E27FC236}">
                <a16:creationId xmlns:a16="http://schemas.microsoft.com/office/drawing/2014/main" id="{1B2FBA37-18AD-4518-8C97-E29B3E2EC212}"/>
              </a:ext>
            </a:extLst>
          </p:cNvPr>
          <p:cNvCxnSpPr>
            <a:cxnSpLocks/>
          </p:cNvCxnSpPr>
          <p:nvPr/>
        </p:nvCxnSpPr>
        <p:spPr>
          <a:xfrm flipV="1">
            <a:off x="2201795" y="3474495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Connector 561">
            <a:extLst>
              <a:ext uri="{FF2B5EF4-FFF2-40B4-BE49-F238E27FC236}">
                <a16:creationId xmlns:a16="http://schemas.microsoft.com/office/drawing/2014/main" id="{F451B77C-1483-4FCC-B12B-57DD4C57B766}"/>
              </a:ext>
            </a:extLst>
          </p:cNvPr>
          <p:cNvCxnSpPr>
            <a:cxnSpLocks/>
          </p:cNvCxnSpPr>
          <p:nvPr/>
        </p:nvCxnSpPr>
        <p:spPr>
          <a:xfrm>
            <a:off x="2841131" y="3496296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77EE3184-5B96-4674-BDC7-A5B8B426C605}"/>
              </a:ext>
            </a:extLst>
          </p:cNvPr>
          <p:cNvCxnSpPr>
            <a:cxnSpLocks/>
          </p:cNvCxnSpPr>
          <p:nvPr/>
        </p:nvCxnSpPr>
        <p:spPr>
          <a:xfrm>
            <a:off x="2960511" y="3496296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Straight Connector 563">
            <a:extLst>
              <a:ext uri="{FF2B5EF4-FFF2-40B4-BE49-F238E27FC236}">
                <a16:creationId xmlns:a16="http://schemas.microsoft.com/office/drawing/2014/main" id="{3CC0FCA9-315A-4EC0-B1DC-C42A9BAED221}"/>
              </a:ext>
            </a:extLst>
          </p:cNvPr>
          <p:cNvCxnSpPr>
            <a:cxnSpLocks/>
          </p:cNvCxnSpPr>
          <p:nvPr/>
        </p:nvCxnSpPr>
        <p:spPr>
          <a:xfrm>
            <a:off x="3090051" y="3496296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Straight Connector 564">
            <a:extLst>
              <a:ext uri="{FF2B5EF4-FFF2-40B4-BE49-F238E27FC236}">
                <a16:creationId xmlns:a16="http://schemas.microsoft.com/office/drawing/2014/main" id="{0EC78936-C41A-479D-985A-136AD54884D3}"/>
              </a:ext>
            </a:extLst>
          </p:cNvPr>
          <p:cNvCxnSpPr>
            <a:cxnSpLocks/>
          </p:cNvCxnSpPr>
          <p:nvPr/>
        </p:nvCxnSpPr>
        <p:spPr>
          <a:xfrm>
            <a:off x="3211971" y="3496296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Straight Connector 565">
            <a:extLst>
              <a:ext uri="{FF2B5EF4-FFF2-40B4-BE49-F238E27FC236}">
                <a16:creationId xmlns:a16="http://schemas.microsoft.com/office/drawing/2014/main" id="{7F69CAD8-5B45-4DBE-A104-BE36E0D77414}"/>
              </a:ext>
            </a:extLst>
          </p:cNvPr>
          <p:cNvCxnSpPr>
            <a:cxnSpLocks/>
          </p:cNvCxnSpPr>
          <p:nvPr/>
        </p:nvCxnSpPr>
        <p:spPr>
          <a:xfrm>
            <a:off x="3341511" y="3496296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Straight Connector 566">
            <a:extLst>
              <a:ext uri="{FF2B5EF4-FFF2-40B4-BE49-F238E27FC236}">
                <a16:creationId xmlns:a16="http://schemas.microsoft.com/office/drawing/2014/main" id="{A90E648D-F532-46A0-8E93-5773F8165523}"/>
              </a:ext>
            </a:extLst>
          </p:cNvPr>
          <p:cNvCxnSpPr>
            <a:cxnSpLocks/>
          </p:cNvCxnSpPr>
          <p:nvPr/>
        </p:nvCxnSpPr>
        <p:spPr>
          <a:xfrm>
            <a:off x="3468511" y="3496296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230B6955-904B-448D-A8CD-1BF4927ACACE}"/>
              </a:ext>
            </a:extLst>
          </p:cNvPr>
          <p:cNvCxnSpPr>
            <a:cxnSpLocks/>
          </p:cNvCxnSpPr>
          <p:nvPr/>
        </p:nvCxnSpPr>
        <p:spPr>
          <a:xfrm>
            <a:off x="3595511" y="3496296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Connector 568">
            <a:extLst>
              <a:ext uri="{FF2B5EF4-FFF2-40B4-BE49-F238E27FC236}">
                <a16:creationId xmlns:a16="http://schemas.microsoft.com/office/drawing/2014/main" id="{75ECBC9D-882A-4C72-9045-4D7E9DCED4EE}"/>
              </a:ext>
            </a:extLst>
          </p:cNvPr>
          <p:cNvCxnSpPr>
            <a:cxnSpLocks/>
          </p:cNvCxnSpPr>
          <p:nvPr/>
        </p:nvCxnSpPr>
        <p:spPr>
          <a:xfrm>
            <a:off x="3725051" y="3496296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BB376A5F-E130-44B5-85DE-583E40715C24}"/>
              </a:ext>
            </a:extLst>
          </p:cNvPr>
          <p:cNvCxnSpPr>
            <a:cxnSpLocks/>
          </p:cNvCxnSpPr>
          <p:nvPr/>
        </p:nvCxnSpPr>
        <p:spPr>
          <a:xfrm flipH="1" flipV="1">
            <a:off x="2837752" y="3498956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953F37CD-C40F-44FA-9275-C51B9582D482}"/>
              </a:ext>
            </a:extLst>
          </p:cNvPr>
          <p:cNvCxnSpPr>
            <a:cxnSpLocks/>
          </p:cNvCxnSpPr>
          <p:nvPr/>
        </p:nvCxnSpPr>
        <p:spPr>
          <a:xfrm flipH="1" flipV="1">
            <a:off x="2963481" y="3498956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B05863FB-B0A0-478D-9859-03AEAF26513E}"/>
              </a:ext>
            </a:extLst>
          </p:cNvPr>
          <p:cNvCxnSpPr>
            <a:cxnSpLocks/>
          </p:cNvCxnSpPr>
          <p:nvPr/>
        </p:nvCxnSpPr>
        <p:spPr>
          <a:xfrm flipH="1" flipV="1">
            <a:off x="3089304" y="3498956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Straight Connector 572">
            <a:extLst>
              <a:ext uri="{FF2B5EF4-FFF2-40B4-BE49-F238E27FC236}">
                <a16:creationId xmlns:a16="http://schemas.microsoft.com/office/drawing/2014/main" id="{FB2B379B-0726-407E-81DE-9145A5A6DA48}"/>
              </a:ext>
            </a:extLst>
          </p:cNvPr>
          <p:cNvCxnSpPr>
            <a:cxnSpLocks/>
          </p:cNvCxnSpPr>
          <p:nvPr/>
        </p:nvCxnSpPr>
        <p:spPr>
          <a:xfrm flipH="1" flipV="1">
            <a:off x="3213890" y="3496424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Straight Connector 573">
            <a:extLst>
              <a:ext uri="{FF2B5EF4-FFF2-40B4-BE49-F238E27FC236}">
                <a16:creationId xmlns:a16="http://schemas.microsoft.com/office/drawing/2014/main" id="{F84B52A5-BE96-43CE-905F-411DEF1F17A9}"/>
              </a:ext>
            </a:extLst>
          </p:cNvPr>
          <p:cNvCxnSpPr>
            <a:cxnSpLocks/>
          </p:cNvCxnSpPr>
          <p:nvPr/>
        </p:nvCxnSpPr>
        <p:spPr>
          <a:xfrm flipV="1">
            <a:off x="2837581" y="3496296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Straight Connector 574">
            <a:extLst>
              <a:ext uri="{FF2B5EF4-FFF2-40B4-BE49-F238E27FC236}">
                <a16:creationId xmlns:a16="http://schemas.microsoft.com/office/drawing/2014/main" id="{05A5FB7D-9B2E-47E5-9383-A2145811AD2E}"/>
              </a:ext>
            </a:extLst>
          </p:cNvPr>
          <p:cNvCxnSpPr>
            <a:cxnSpLocks/>
          </p:cNvCxnSpPr>
          <p:nvPr/>
        </p:nvCxnSpPr>
        <p:spPr>
          <a:xfrm flipV="1">
            <a:off x="2964580" y="3488782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" name="Straight Connector 575">
            <a:extLst>
              <a:ext uri="{FF2B5EF4-FFF2-40B4-BE49-F238E27FC236}">
                <a16:creationId xmlns:a16="http://schemas.microsoft.com/office/drawing/2014/main" id="{9B10A951-F233-4341-B8D0-BA7EA085233A}"/>
              </a:ext>
            </a:extLst>
          </p:cNvPr>
          <p:cNvCxnSpPr>
            <a:cxnSpLocks/>
          </p:cNvCxnSpPr>
          <p:nvPr/>
        </p:nvCxnSpPr>
        <p:spPr>
          <a:xfrm flipV="1">
            <a:off x="3088725" y="3491600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661ABB8A-3D11-4BD3-8F4A-2EC90387CA53}"/>
              </a:ext>
            </a:extLst>
          </p:cNvPr>
          <p:cNvCxnSpPr>
            <a:cxnSpLocks/>
          </p:cNvCxnSpPr>
          <p:nvPr/>
        </p:nvCxnSpPr>
        <p:spPr>
          <a:xfrm flipV="1">
            <a:off x="3215724" y="3484086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577">
            <a:extLst>
              <a:ext uri="{FF2B5EF4-FFF2-40B4-BE49-F238E27FC236}">
                <a16:creationId xmlns:a16="http://schemas.microsoft.com/office/drawing/2014/main" id="{7AF709D3-D3C6-4D88-8F18-339FB856286A}"/>
              </a:ext>
            </a:extLst>
          </p:cNvPr>
          <p:cNvCxnSpPr>
            <a:cxnSpLocks/>
          </p:cNvCxnSpPr>
          <p:nvPr/>
        </p:nvCxnSpPr>
        <p:spPr>
          <a:xfrm>
            <a:off x="3845627" y="3483112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943F2B68-FDA4-4E7B-B7E5-A8F90284633F}"/>
              </a:ext>
            </a:extLst>
          </p:cNvPr>
          <p:cNvCxnSpPr>
            <a:cxnSpLocks/>
          </p:cNvCxnSpPr>
          <p:nvPr/>
        </p:nvCxnSpPr>
        <p:spPr>
          <a:xfrm>
            <a:off x="3965007" y="3483112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Straight Connector 579">
            <a:extLst>
              <a:ext uri="{FF2B5EF4-FFF2-40B4-BE49-F238E27FC236}">
                <a16:creationId xmlns:a16="http://schemas.microsoft.com/office/drawing/2014/main" id="{E2B8D3B2-801A-4437-A938-697620D47E2F}"/>
              </a:ext>
            </a:extLst>
          </p:cNvPr>
          <p:cNvCxnSpPr>
            <a:cxnSpLocks/>
          </p:cNvCxnSpPr>
          <p:nvPr/>
        </p:nvCxnSpPr>
        <p:spPr>
          <a:xfrm>
            <a:off x="4094547" y="3483112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5B703907-A03D-45E4-BEAE-A74BEB71B4B3}"/>
              </a:ext>
            </a:extLst>
          </p:cNvPr>
          <p:cNvCxnSpPr>
            <a:cxnSpLocks/>
          </p:cNvCxnSpPr>
          <p:nvPr/>
        </p:nvCxnSpPr>
        <p:spPr>
          <a:xfrm>
            <a:off x="4216467" y="3483112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581">
            <a:extLst>
              <a:ext uri="{FF2B5EF4-FFF2-40B4-BE49-F238E27FC236}">
                <a16:creationId xmlns:a16="http://schemas.microsoft.com/office/drawing/2014/main" id="{EF3D379C-9B7B-456F-ACF5-7D54437C1956}"/>
              </a:ext>
            </a:extLst>
          </p:cNvPr>
          <p:cNvCxnSpPr>
            <a:cxnSpLocks/>
          </p:cNvCxnSpPr>
          <p:nvPr/>
        </p:nvCxnSpPr>
        <p:spPr>
          <a:xfrm>
            <a:off x="4346007" y="3483112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3" name="Straight Connector 582">
            <a:extLst>
              <a:ext uri="{FF2B5EF4-FFF2-40B4-BE49-F238E27FC236}">
                <a16:creationId xmlns:a16="http://schemas.microsoft.com/office/drawing/2014/main" id="{5C733688-98E7-45D2-8EA3-6866C4AF0224}"/>
              </a:ext>
            </a:extLst>
          </p:cNvPr>
          <p:cNvCxnSpPr>
            <a:cxnSpLocks/>
          </p:cNvCxnSpPr>
          <p:nvPr/>
        </p:nvCxnSpPr>
        <p:spPr>
          <a:xfrm>
            <a:off x="4473007" y="3483112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CE8D0194-3607-4298-97AE-C931036151B6}"/>
              </a:ext>
            </a:extLst>
          </p:cNvPr>
          <p:cNvCxnSpPr>
            <a:cxnSpLocks/>
          </p:cNvCxnSpPr>
          <p:nvPr/>
        </p:nvCxnSpPr>
        <p:spPr>
          <a:xfrm>
            <a:off x="4600007" y="3483112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5" name="Straight Connector 584">
            <a:extLst>
              <a:ext uri="{FF2B5EF4-FFF2-40B4-BE49-F238E27FC236}">
                <a16:creationId xmlns:a16="http://schemas.microsoft.com/office/drawing/2014/main" id="{0F565839-2C17-499B-89DF-29112147CF73}"/>
              </a:ext>
            </a:extLst>
          </p:cNvPr>
          <p:cNvCxnSpPr>
            <a:cxnSpLocks/>
          </p:cNvCxnSpPr>
          <p:nvPr/>
        </p:nvCxnSpPr>
        <p:spPr>
          <a:xfrm>
            <a:off x="4729547" y="3483112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11A56723-70AD-461F-A1D0-9445B3BBAB37}"/>
              </a:ext>
            </a:extLst>
          </p:cNvPr>
          <p:cNvCxnSpPr>
            <a:cxnSpLocks/>
          </p:cNvCxnSpPr>
          <p:nvPr/>
        </p:nvCxnSpPr>
        <p:spPr>
          <a:xfrm flipH="1" flipV="1">
            <a:off x="3842248" y="3485772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8F0ED977-7235-46E9-85E9-6DA598EFF959}"/>
              </a:ext>
            </a:extLst>
          </p:cNvPr>
          <p:cNvCxnSpPr>
            <a:cxnSpLocks/>
          </p:cNvCxnSpPr>
          <p:nvPr/>
        </p:nvCxnSpPr>
        <p:spPr>
          <a:xfrm flipH="1" flipV="1">
            <a:off x="3967977" y="3485772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760AF9D1-2A5E-4A08-B461-863E3A314523}"/>
              </a:ext>
            </a:extLst>
          </p:cNvPr>
          <p:cNvCxnSpPr>
            <a:cxnSpLocks/>
          </p:cNvCxnSpPr>
          <p:nvPr/>
        </p:nvCxnSpPr>
        <p:spPr>
          <a:xfrm flipH="1" flipV="1">
            <a:off x="4093800" y="3485772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1F1E7223-50D1-4A91-9C1F-4FBF247C0B4C}"/>
              </a:ext>
            </a:extLst>
          </p:cNvPr>
          <p:cNvCxnSpPr>
            <a:cxnSpLocks/>
          </p:cNvCxnSpPr>
          <p:nvPr/>
        </p:nvCxnSpPr>
        <p:spPr>
          <a:xfrm flipH="1" flipV="1">
            <a:off x="4218386" y="3483240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C5F465AF-644B-44F7-82E6-90AD934D165E}"/>
              </a:ext>
            </a:extLst>
          </p:cNvPr>
          <p:cNvCxnSpPr>
            <a:cxnSpLocks/>
          </p:cNvCxnSpPr>
          <p:nvPr/>
        </p:nvCxnSpPr>
        <p:spPr>
          <a:xfrm flipV="1">
            <a:off x="3842077" y="3483112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590">
            <a:extLst>
              <a:ext uri="{FF2B5EF4-FFF2-40B4-BE49-F238E27FC236}">
                <a16:creationId xmlns:a16="http://schemas.microsoft.com/office/drawing/2014/main" id="{87C96077-1F54-46C2-9EF5-8BA6BF7A59E4}"/>
              </a:ext>
            </a:extLst>
          </p:cNvPr>
          <p:cNvCxnSpPr>
            <a:cxnSpLocks/>
          </p:cNvCxnSpPr>
          <p:nvPr/>
        </p:nvCxnSpPr>
        <p:spPr>
          <a:xfrm flipV="1">
            <a:off x="3969076" y="3475598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Connector 591">
            <a:extLst>
              <a:ext uri="{FF2B5EF4-FFF2-40B4-BE49-F238E27FC236}">
                <a16:creationId xmlns:a16="http://schemas.microsoft.com/office/drawing/2014/main" id="{EB3ACA1F-D1AC-4F53-B5C7-314983690F9F}"/>
              </a:ext>
            </a:extLst>
          </p:cNvPr>
          <p:cNvCxnSpPr>
            <a:cxnSpLocks/>
          </p:cNvCxnSpPr>
          <p:nvPr/>
        </p:nvCxnSpPr>
        <p:spPr>
          <a:xfrm flipV="1">
            <a:off x="4093221" y="3478416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B2D6BD55-7003-4BE9-BF42-1527E217DEFD}"/>
              </a:ext>
            </a:extLst>
          </p:cNvPr>
          <p:cNvCxnSpPr>
            <a:cxnSpLocks/>
          </p:cNvCxnSpPr>
          <p:nvPr/>
        </p:nvCxnSpPr>
        <p:spPr>
          <a:xfrm flipV="1">
            <a:off x="4220220" y="3470902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875BFCA3-3BAC-4BFF-A650-A9507E76F920}"/>
              </a:ext>
            </a:extLst>
          </p:cNvPr>
          <p:cNvCxnSpPr>
            <a:cxnSpLocks/>
          </p:cNvCxnSpPr>
          <p:nvPr/>
        </p:nvCxnSpPr>
        <p:spPr>
          <a:xfrm>
            <a:off x="4859556" y="349270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A28EA3DB-23F0-493C-A2F4-7F8032A22313}"/>
              </a:ext>
            </a:extLst>
          </p:cNvPr>
          <p:cNvCxnSpPr>
            <a:cxnSpLocks/>
          </p:cNvCxnSpPr>
          <p:nvPr/>
        </p:nvCxnSpPr>
        <p:spPr>
          <a:xfrm>
            <a:off x="4978936" y="349270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98030470-63E3-406B-AB6E-BB7AF800C541}"/>
              </a:ext>
            </a:extLst>
          </p:cNvPr>
          <p:cNvCxnSpPr>
            <a:cxnSpLocks/>
          </p:cNvCxnSpPr>
          <p:nvPr/>
        </p:nvCxnSpPr>
        <p:spPr>
          <a:xfrm>
            <a:off x="5108476" y="349270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Straight Connector 596">
            <a:extLst>
              <a:ext uri="{FF2B5EF4-FFF2-40B4-BE49-F238E27FC236}">
                <a16:creationId xmlns:a16="http://schemas.microsoft.com/office/drawing/2014/main" id="{5DBB49A9-803F-4D33-9C22-EC6EBBD6FFB8}"/>
              </a:ext>
            </a:extLst>
          </p:cNvPr>
          <p:cNvCxnSpPr>
            <a:cxnSpLocks/>
          </p:cNvCxnSpPr>
          <p:nvPr/>
        </p:nvCxnSpPr>
        <p:spPr>
          <a:xfrm>
            <a:off x="5230396" y="349270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Straight Connector 597">
            <a:extLst>
              <a:ext uri="{FF2B5EF4-FFF2-40B4-BE49-F238E27FC236}">
                <a16:creationId xmlns:a16="http://schemas.microsoft.com/office/drawing/2014/main" id="{ABA324E6-3AC1-457E-9415-59550E0BE75B}"/>
              </a:ext>
            </a:extLst>
          </p:cNvPr>
          <p:cNvCxnSpPr>
            <a:cxnSpLocks/>
          </p:cNvCxnSpPr>
          <p:nvPr/>
        </p:nvCxnSpPr>
        <p:spPr>
          <a:xfrm>
            <a:off x="5359936" y="349270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Straight Connector 598">
            <a:extLst>
              <a:ext uri="{FF2B5EF4-FFF2-40B4-BE49-F238E27FC236}">
                <a16:creationId xmlns:a16="http://schemas.microsoft.com/office/drawing/2014/main" id="{98306113-D9ED-4537-8DC3-AE07114BEC09}"/>
              </a:ext>
            </a:extLst>
          </p:cNvPr>
          <p:cNvCxnSpPr>
            <a:cxnSpLocks/>
          </p:cNvCxnSpPr>
          <p:nvPr/>
        </p:nvCxnSpPr>
        <p:spPr>
          <a:xfrm>
            <a:off x="5486936" y="349270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Straight Connector 599">
            <a:extLst>
              <a:ext uri="{FF2B5EF4-FFF2-40B4-BE49-F238E27FC236}">
                <a16:creationId xmlns:a16="http://schemas.microsoft.com/office/drawing/2014/main" id="{65B60C81-D971-4214-A970-C6FC61890829}"/>
              </a:ext>
            </a:extLst>
          </p:cNvPr>
          <p:cNvCxnSpPr>
            <a:cxnSpLocks/>
          </p:cNvCxnSpPr>
          <p:nvPr/>
        </p:nvCxnSpPr>
        <p:spPr>
          <a:xfrm>
            <a:off x="5613936" y="349270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Connector 600">
            <a:extLst>
              <a:ext uri="{FF2B5EF4-FFF2-40B4-BE49-F238E27FC236}">
                <a16:creationId xmlns:a16="http://schemas.microsoft.com/office/drawing/2014/main" id="{984BA950-3C08-4798-B275-7DD3D6796ED9}"/>
              </a:ext>
            </a:extLst>
          </p:cNvPr>
          <p:cNvCxnSpPr>
            <a:cxnSpLocks/>
          </p:cNvCxnSpPr>
          <p:nvPr/>
        </p:nvCxnSpPr>
        <p:spPr>
          <a:xfrm>
            <a:off x="5743476" y="349270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Connector 601">
            <a:extLst>
              <a:ext uri="{FF2B5EF4-FFF2-40B4-BE49-F238E27FC236}">
                <a16:creationId xmlns:a16="http://schemas.microsoft.com/office/drawing/2014/main" id="{F8497BB2-042E-441C-A1F4-01E86E097FA3}"/>
              </a:ext>
            </a:extLst>
          </p:cNvPr>
          <p:cNvCxnSpPr>
            <a:cxnSpLocks/>
          </p:cNvCxnSpPr>
          <p:nvPr/>
        </p:nvCxnSpPr>
        <p:spPr>
          <a:xfrm flipH="1" flipV="1">
            <a:off x="4856177" y="3495363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Straight Connector 602">
            <a:extLst>
              <a:ext uri="{FF2B5EF4-FFF2-40B4-BE49-F238E27FC236}">
                <a16:creationId xmlns:a16="http://schemas.microsoft.com/office/drawing/2014/main" id="{E6BA910B-8341-4112-8215-3C87C6182490}"/>
              </a:ext>
            </a:extLst>
          </p:cNvPr>
          <p:cNvCxnSpPr>
            <a:cxnSpLocks/>
          </p:cNvCxnSpPr>
          <p:nvPr/>
        </p:nvCxnSpPr>
        <p:spPr>
          <a:xfrm flipH="1" flipV="1">
            <a:off x="4981906" y="3495363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4" name="Straight Connector 603">
            <a:extLst>
              <a:ext uri="{FF2B5EF4-FFF2-40B4-BE49-F238E27FC236}">
                <a16:creationId xmlns:a16="http://schemas.microsoft.com/office/drawing/2014/main" id="{06560E25-F7ED-47F0-B61A-630B3378F07B}"/>
              </a:ext>
            </a:extLst>
          </p:cNvPr>
          <p:cNvCxnSpPr>
            <a:cxnSpLocks/>
          </p:cNvCxnSpPr>
          <p:nvPr/>
        </p:nvCxnSpPr>
        <p:spPr>
          <a:xfrm flipH="1" flipV="1">
            <a:off x="5107729" y="3495363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Connector 604">
            <a:extLst>
              <a:ext uri="{FF2B5EF4-FFF2-40B4-BE49-F238E27FC236}">
                <a16:creationId xmlns:a16="http://schemas.microsoft.com/office/drawing/2014/main" id="{955063D8-AAF4-4679-80EE-A5D7CBC97040}"/>
              </a:ext>
            </a:extLst>
          </p:cNvPr>
          <p:cNvCxnSpPr>
            <a:cxnSpLocks/>
          </p:cNvCxnSpPr>
          <p:nvPr/>
        </p:nvCxnSpPr>
        <p:spPr>
          <a:xfrm flipH="1" flipV="1">
            <a:off x="5232315" y="3492831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6" name="Straight Connector 605">
            <a:extLst>
              <a:ext uri="{FF2B5EF4-FFF2-40B4-BE49-F238E27FC236}">
                <a16:creationId xmlns:a16="http://schemas.microsoft.com/office/drawing/2014/main" id="{AF4D403B-72B0-41E7-9DA8-FFD6A05BA710}"/>
              </a:ext>
            </a:extLst>
          </p:cNvPr>
          <p:cNvCxnSpPr>
            <a:cxnSpLocks/>
          </p:cNvCxnSpPr>
          <p:nvPr/>
        </p:nvCxnSpPr>
        <p:spPr>
          <a:xfrm flipV="1">
            <a:off x="4856006" y="3492703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2B6F0CBB-6BA0-4107-9A72-D955ACCFCAEF}"/>
              </a:ext>
            </a:extLst>
          </p:cNvPr>
          <p:cNvCxnSpPr>
            <a:cxnSpLocks/>
          </p:cNvCxnSpPr>
          <p:nvPr/>
        </p:nvCxnSpPr>
        <p:spPr>
          <a:xfrm flipV="1">
            <a:off x="4983005" y="3485189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Straight Connector 607">
            <a:extLst>
              <a:ext uri="{FF2B5EF4-FFF2-40B4-BE49-F238E27FC236}">
                <a16:creationId xmlns:a16="http://schemas.microsoft.com/office/drawing/2014/main" id="{BA1674E0-25B8-4866-88CD-EB585E82479F}"/>
              </a:ext>
            </a:extLst>
          </p:cNvPr>
          <p:cNvCxnSpPr>
            <a:cxnSpLocks/>
          </p:cNvCxnSpPr>
          <p:nvPr/>
        </p:nvCxnSpPr>
        <p:spPr>
          <a:xfrm flipV="1">
            <a:off x="5107150" y="3488007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Straight Connector 608">
            <a:extLst>
              <a:ext uri="{FF2B5EF4-FFF2-40B4-BE49-F238E27FC236}">
                <a16:creationId xmlns:a16="http://schemas.microsoft.com/office/drawing/2014/main" id="{5545768D-004C-456B-A326-FCA774DDC06C}"/>
              </a:ext>
            </a:extLst>
          </p:cNvPr>
          <p:cNvCxnSpPr>
            <a:cxnSpLocks/>
          </p:cNvCxnSpPr>
          <p:nvPr/>
        </p:nvCxnSpPr>
        <p:spPr>
          <a:xfrm flipV="1">
            <a:off x="5234149" y="3480493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0264BC08-F13E-4ACC-A76D-B063C2E63630}"/>
              </a:ext>
            </a:extLst>
          </p:cNvPr>
          <p:cNvCxnSpPr>
            <a:cxnSpLocks/>
          </p:cNvCxnSpPr>
          <p:nvPr/>
        </p:nvCxnSpPr>
        <p:spPr>
          <a:xfrm>
            <a:off x="5880720" y="348049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6E5A742F-4C26-46F3-9991-62350D49B937}"/>
              </a:ext>
            </a:extLst>
          </p:cNvPr>
          <p:cNvCxnSpPr>
            <a:cxnSpLocks/>
          </p:cNvCxnSpPr>
          <p:nvPr/>
        </p:nvCxnSpPr>
        <p:spPr>
          <a:xfrm>
            <a:off x="6000100" y="348049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611">
            <a:extLst>
              <a:ext uri="{FF2B5EF4-FFF2-40B4-BE49-F238E27FC236}">
                <a16:creationId xmlns:a16="http://schemas.microsoft.com/office/drawing/2014/main" id="{C9FE7DE6-9E29-4A11-A4A9-8BC3E0199D43}"/>
              </a:ext>
            </a:extLst>
          </p:cNvPr>
          <p:cNvCxnSpPr>
            <a:cxnSpLocks/>
          </p:cNvCxnSpPr>
          <p:nvPr/>
        </p:nvCxnSpPr>
        <p:spPr>
          <a:xfrm>
            <a:off x="6129640" y="348049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271FE086-8B92-47A4-AAAE-B63B79D1206A}"/>
              </a:ext>
            </a:extLst>
          </p:cNvPr>
          <p:cNvCxnSpPr>
            <a:cxnSpLocks/>
          </p:cNvCxnSpPr>
          <p:nvPr/>
        </p:nvCxnSpPr>
        <p:spPr>
          <a:xfrm>
            <a:off x="6251560" y="348049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18EB0B10-F1D2-4681-B0B0-C12C75C3277A}"/>
              </a:ext>
            </a:extLst>
          </p:cNvPr>
          <p:cNvCxnSpPr>
            <a:cxnSpLocks/>
          </p:cNvCxnSpPr>
          <p:nvPr/>
        </p:nvCxnSpPr>
        <p:spPr>
          <a:xfrm>
            <a:off x="6381100" y="348049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Straight Connector 614">
            <a:extLst>
              <a:ext uri="{FF2B5EF4-FFF2-40B4-BE49-F238E27FC236}">
                <a16:creationId xmlns:a16="http://schemas.microsoft.com/office/drawing/2014/main" id="{2B0D1159-09E4-4DE9-9FDF-6D11C6D22E80}"/>
              </a:ext>
            </a:extLst>
          </p:cNvPr>
          <p:cNvCxnSpPr>
            <a:cxnSpLocks/>
          </p:cNvCxnSpPr>
          <p:nvPr/>
        </p:nvCxnSpPr>
        <p:spPr>
          <a:xfrm>
            <a:off x="6508100" y="348049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Connector 615">
            <a:extLst>
              <a:ext uri="{FF2B5EF4-FFF2-40B4-BE49-F238E27FC236}">
                <a16:creationId xmlns:a16="http://schemas.microsoft.com/office/drawing/2014/main" id="{5EDB12F8-D342-4B79-84D5-03FF78660DFD}"/>
              </a:ext>
            </a:extLst>
          </p:cNvPr>
          <p:cNvCxnSpPr>
            <a:cxnSpLocks/>
          </p:cNvCxnSpPr>
          <p:nvPr/>
        </p:nvCxnSpPr>
        <p:spPr>
          <a:xfrm>
            <a:off x="6635100" y="348049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616">
            <a:extLst>
              <a:ext uri="{FF2B5EF4-FFF2-40B4-BE49-F238E27FC236}">
                <a16:creationId xmlns:a16="http://schemas.microsoft.com/office/drawing/2014/main" id="{109DC69E-58D4-4B23-AC2D-2723723F0B9E}"/>
              </a:ext>
            </a:extLst>
          </p:cNvPr>
          <p:cNvCxnSpPr>
            <a:cxnSpLocks/>
          </p:cNvCxnSpPr>
          <p:nvPr/>
        </p:nvCxnSpPr>
        <p:spPr>
          <a:xfrm>
            <a:off x="6764640" y="348049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617">
            <a:extLst>
              <a:ext uri="{FF2B5EF4-FFF2-40B4-BE49-F238E27FC236}">
                <a16:creationId xmlns:a16="http://schemas.microsoft.com/office/drawing/2014/main" id="{3F12CE0D-8350-4D5D-80F8-5C76992462BE}"/>
              </a:ext>
            </a:extLst>
          </p:cNvPr>
          <p:cNvCxnSpPr>
            <a:cxnSpLocks/>
          </p:cNvCxnSpPr>
          <p:nvPr/>
        </p:nvCxnSpPr>
        <p:spPr>
          <a:xfrm flipH="1" flipV="1">
            <a:off x="5877341" y="3483153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Connector 618">
            <a:extLst>
              <a:ext uri="{FF2B5EF4-FFF2-40B4-BE49-F238E27FC236}">
                <a16:creationId xmlns:a16="http://schemas.microsoft.com/office/drawing/2014/main" id="{66FF3768-ACFE-4136-B459-0E36846F4F9A}"/>
              </a:ext>
            </a:extLst>
          </p:cNvPr>
          <p:cNvCxnSpPr>
            <a:cxnSpLocks/>
          </p:cNvCxnSpPr>
          <p:nvPr/>
        </p:nvCxnSpPr>
        <p:spPr>
          <a:xfrm flipH="1" flipV="1">
            <a:off x="6003070" y="3483153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C63906B7-E4B1-4E4C-8151-91065D6B0695}"/>
              </a:ext>
            </a:extLst>
          </p:cNvPr>
          <p:cNvCxnSpPr>
            <a:cxnSpLocks/>
          </p:cNvCxnSpPr>
          <p:nvPr/>
        </p:nvCxnSpPr>
        <p:spPr>
          <a:xfrm flipH="1" flipV="1">
            <a:off x="6128893" y="3483153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99DE8CA1-65B3-4A10-85A5-53CFA94F5859}"/>
              </a:ext>
            </a:extLst>
          </p:cNvPr>
          <p:cNvCxnSpPr>
            <a:cxnSpLocks/>
          </p:cNvCxnSpPr>
          <p:nvPr/>
        </p:nvCxnSpPr>
        <p:spPr>
          <a:xfrm flipH="1" flipV="1">
            <a:off x="6253479" y="3480621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53C171E2-55CA-4E97-9132-7D3BCA9E3BF4}"/>
              </a:ext>
            </a:extLst>
          </p:cNvPr>
          <p:cNvCxnSpPr>
            <a:cxnSpLocks/>
          </p:cNvCxnSpPr>
          <p:nvPr/>
        </p:nvCxnSpPr>
        <p:spPr>
          <a:xfrm flipV="1">
            <a:off x="5877170" y="3480493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622">
            <a:extLst>
              <a:ext uri="{FF2B5EF4-FFF2-40B4-BE49-F238E27FC236}">
                <a16:creationId xmlns:a16="http://schemas.microsoft.com/office/drawing/2014/main" id="{F5E476B7-98D7-4074-9765-F0904BC94F6F}"/>
              </a:ext>
            </a:extLst>
          </p:cNvPr>
          <p:cNvCxnSpPr>
            <a:cxnSpLocks/>
          </p:cNvCxnSpPr>
          <p:nvPr/>
        </p:nvCxnSpPr>
        <p:spPr>
          <a:xfrm flipV="1">
            <a:off x="6004169" y="3472979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A2DE99A6-FEBC-4E4D-9A5A-FDAE31E5DCDF}"/>
              </a:ext>
            </a:extLst>
          </p:cNvPr>
          <p:cNvCxnSpPr>
            <a:cxnSpLocks/>
          </p:cNvCxnSpPr>
          <p:nvPr/>
        </p:nvCxnSpPr>
        <p:spPr>
          <a:xfrm flipV="1">
            <a:off x="6128314" y="3475797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Connector 624">
            <a:extLst>
              <a:ext uri="{FF2B5EF4-FFF2-40B4-BE49-F238E27FC236}">
                <a16:creationId xmlns:a16="http://schemas.microsoft.com/office/drawing/2014/main" id="{948FAA6D-D1F9-43AD-8B58-C47DB2F1D181}"/>
              </a:ext>
            </a:extLst>
          </p:cNvPr>
          <p:cNvCxnSpPr>
            <a:cxnSpLocks/>
          </p:cNvCxnSpPr>
          <p:nvPr/>
        </p:nvCxnSpPr>
        <p:spPr>
          <a:xfrm flipV="1">
            <a:off x="6255313" y="3468283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625">
            <a:extLst>
              <a:ext uri="{FF2B5EF4-FFF2-40B4-BE49-F238E27FC236}">
                <a16:creationId xmlns:a16="http://schemas.microsoft.com/office/drawing/2014/main" id="{CDF6D985-E655-4D3E-A5A2-F54646407992}"/>
              </a:ext>
            </a:extLst>
          </p:cNvPr>
          <p:cNvCxnSpPr>
            <a:cxnSpLocks/>
          </p:cNvCxnSpPr>
          <p:nvPr/>
        </p:nvCxnSpPr>
        <p:spPr>
          <a:xfrm>
            <a:off x="6894649" y="3490084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D8A4010D-0612-4189-ABAA-7B33BD4B7860}"/>
              </a:ext>
            </a:extLst>
          </p:cNvPr>
          <p:cNvCxnSpPr>
            <a:cxnSpLocks/>
          </p:cNvCxnSpPr>
          <p:nvPr/>
        </p:nvCxnSpPr>
        <p:spPr>
          <a:xfrm>
            <a:off x="7014029" y="3490084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Straight Connector 627">
            <a:extLst>
              <a:ext uri="{FF2B5EF4-FFF2-40B4-BE49-F238E27FC236}">
                <a16:creationId xmlns:a16="http://schemas.microsoft.com/office/drawing/2014/main" id="{F2422E06-1D3C-4320-B184-8189E580D820}"/>
              </a:ext>
            </a:extLst>
          </p:cNvPr>
          <p:cNvCxnSpPr>
            <a:cxnSpLocks/>
          </p:cNvCxnSpPr>
          <p:nvPr/>
        </p:nvCxnSpPr>
        <p:spPr>
          <a:xfrm>
            <a:off x="7143569" y="3490084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Straight Connector 628">
            <a:extLst>
              <a:ext uri="{FF2B5EF4-FFF2-40B4-BE49-F238E27FC236}">
                <a16:creationId xmlns:a16="http://schemas.microsoft.com/office/drawing/2014/main" id="{A131AD13-4681-412C-B9D5-33DB40118EF3}"/>
              </a:ext>
            </a:extLst>
          </p:cNvPr>
          <p:cNvCxnSpPr>
            <a:cxnSpLocks/>
          </p:cNvCxnSpPr>
          <p:nvPr/>
        </p:nvCxnSpPr>
        <p:spPr>
          <a:xfrm>
            <a:off x="7265489" y="3490084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629">
            <a:extLst>
              <a:ext uri="{FF2B5EF4-FFF2-40B4-BE49-F238E27FC236}">
                <a16:creationId xmlns:a16="http://schemas.microsoft.com/office/drawing/2014/main" id="{696C476F-37E6-4610-8862-4B1DFA66A902}"/>
              </a:ext>
            </a:extLst>
          </p:cNvPr>
          <p:cNvCxnSpPr>
            <a:cxnSpLocks/>
          </p:cNvCxnSpPr>
          <p:nvPr/>
        </p:nvCxnSpPr>
        <p:spPr>
          <a:xfrm>
            <a:off x="7395029" y="3490084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Straight Connector 630">
            <a:extLst>
              <a:ext uri="{FF2B5EF4-FFF2-40B4-BE49-F238E27FC236}">
                <a16:creationId xmlns:a16="http://schemas.microsoft.com/office/drawing/2014/main" id="{AC421C57-B5B9-4A98-976B-E0E69ADDA9EE}"/>
              </a:ext>
            </a:extLst>
          </p:cNvPr>
          <p:cNvCxnSpPr>
            <a:cxnSpLocks/>
          </p:cNvCxnSpPr>
          <p:nvPr/>
        </p:nvCxnSpPr>
        <p:spPr>
          <a:xfrm>
            <a:off x="7522029" y="3490084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Straight Connector 631">
            <a:extLst>
              <a:ext uri="{FF2B5EF4-FFF2-40B4-BE49-F238E27FC236}">
                <a16:creationId xmlns:a16="http://schemas.microsoft.com/office/drawing/2014/main" id="{18C68DE6-6AE4-4461-809D-D426F13B23C0}"/>
              </a:ext>
            </a:extLst>
          </p:cNvPr>
          <p:cNvCxnSpPr>
            <a:cxnSpLocks/>
          </p:cNvCxnSpPr>
          <p:nvPr/>
        </p:nvCxnSpPr>
        <p:spPr>
          <a:xfrm>
            <a:off x="7649029" y="3490084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3" name="Straight Connector 632">
            <a:extLst>
              <a:ext uri="{FF2B5EF4-FFF2-40B4-BE49-F238E27FC236}">
                <a16:creationId xmlns:a16="http://schemas.microsoft.com/office/drawing/2014/main" id="{4ABBE309-4FEB-4AAA-AEB4-354F152E24BE}"/>
              </a:ext>
            </a:extLst>
          </p:cNvPr>
          <p:cNvCxnSpPr>
            <a:cxnSpLocks/>
          </p:cNvCxnSpPr>
          <p:nvPr/>
        </p:nvCxnSpPr>
        <p:spPr>
          <a:xfrm>
            <a:off x="7778569" y="3490084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Straight Connector 633">
            <a:extLst>
              <a:ext uri="{FF2B5EF4-FFF2-40B4-BE49-F238E27FC236}">
                <a16:creationId xmlns:a16="http://schemas.microsoft.com/office/drawing/2014/main" id="{541AB79B-960B-4CF2-9AED-323974D744B8}"/>
              </a:ext>
            </a:extLst>
          </p:cNvPr>
          <p:cNvCxnSpPr>
            <a:cxnSpLocks/>
          </p:cNvCxnSpPr>
          <p:nvPr/>
        </p:nvCxnSpPr>
        <p:spPr>
          <a:xfrm flipH="1" flipV="1">
            <a:off x="6891270" y="3492744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Connector 634">
            <a:extLst>
              <a:ext uri="{FF2B5EF4-FFF2-40B4-BE49-F238E27FC236}">
                <a16:creationId xmlns:a16="http://schemas.microsoft.com/office/drawing/2014/main" id="{5CA27340-C025-4C68-A5A7-00D7FEC8509B}"/>
              </a:ext>
            </a:extLst>
          </p:cNvPr>
          <p:cNvCxnSpPr>
            <a:cxnSpLocks/>
          </p:cNvCxnSpPr>
          <p:nvPr/>
        </p:nvCxnSpPr>
        <p:spPr>
          <a:xfrm flipH="1" flipV="1">
            <a:off x="7016999" y="3492744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9F31F4D6-F3A6-489D-9AD5-9B831EA53BEE}"/>
              </a:ext>
            </a:extLst>
          </p:cNvPr>
          <p:cNvCxnSpPr>
            <a:cxnSpLocks/>
          </p:cNvCxnSpPr>
          <p:nvPr/>
        </p:nvCxnSpPr>
        <p:spPr>
          <a:xfrm flipH="1" flipV="1">
            <a:off x="7142822" y="3492744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Straight Connector 636">
            <a:extLst>
              <a:ext uri="{FF2B5EF4-FFF2-40B4-BE49-F238E27FC236}">
                <a16:creationId xmlns:a16="http://schemas.microsoft.com/office/drawing/2014/main" id="{D7054A63-DB9C-4524-8FE3-991E9F3CDE3F}"/>
              </a:ext>
            </a:extLst>
          </p:cNvPr>
          <p:cNvCxnSpPr>
            <a:cxnSpLocks/>
          </p:cNvCxnSpPr>
          <p:nvPr/>
        </p:nvCxnSpPr>
        <p:spPr>
          <a:xfrm flipH="1" flipV="1">
            <a:off x="7267408" y="3490212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8" name="Straight Connector 637">
            <a:extLst>
              <a:ext uri="{FF2B5EF4-FFF2-40B4-BE49-F238E27FC236}">
                <a16:creationId xmlns:a16="http://schemas.microsoft.com/office/drawing/2014/main" id="{29D41594-E661-42F7-BC4B-44BC0A7BCEFD}"/>
              </a:ext>
            </a:extLst>
          </p:cNvPr>
          <p:cNvCxnSpPr>
            <a:cxnSpLocks/>
          </p:cNvCxnSpPr>
          <p:nvPr/>
        </p:nvCxnSpPr>
        <p:spPr>
          <a:xfrm flipV="1">
            <a:off x="6891099" y="3490084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9" name="Straight Connector 638">
            <a:extLst>
              <a:ext uri="{FF2B5EF4-FFF2-40B4-BE49-F238E27FC236}">
                <a16:creationId xmlns:a16="http://schemas.microsoft.com/office/drawing/2014/main" id="{8DEA173D-4050-43CC-B5BF-E2C05611B8C8}"/>
              </a:ext>
            </a:extLst>
          </p:cNvPr>
          <p:cNvCxnSpPr>
            <a:cxnSpLocks/>
          </p:cNvCxnSpPr>
          <p:nvPr/>
        </p:nvCxnSpPr>
        <p:spPr>
          <a:xfrm flipV="1">
            <a:off x="7018098" y="3482570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0" name="Straight Connector 639">
            <a:extLst>
              <a:ext uri="{FF2B5EF4-FFF2-40B4-BE49-F238E27FC236}">
                <a16:creationId xmlns:a16="http://schemas.microsoft.com/office/drawing/2014/main" id="{4ACE7B13-5010-48D4-97C5-661ACEC1F71F}"/>
              </a:ext>
            </a:extLst>
          </p:cNvPr>
          <p:cNvCxnSpPr>
            <a:cxnSpLocks/>
          </p:cNvCxnSpPr>
          <p:nvPr/>
        </p:nvCxnSpPr>
        <p:spPr>
          <a:xfrm flipV="1">
            <a:off x="7142243" y="3485388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Straight Connector 640">
            <a:extLst>
              <a:ext uri="{FF2B5EF4-FFF2-40B4-BE49-F238E27FC236}">
                <a16:creationId xmlns:a16="http://schemas.microsoft.com/office/drawing/2014/main" id="{B4EC827D-42F3-4F3B-AB79-DD6D915E1D81}"/>
              </a:ext>
            </a:extLst>
          </p:cNvPr>
          <p:cNvCxnSpPr>
            <a:cxnSpLocks/>
          </p:cNvCxnSpPr>
          <p:nvPr/>
        </p:nvCxnSpPr>
        <p:spPr>
          <a:xfrm flipV="1">
            <a:off x="7269242" y="3477874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2" name="Straight Connector 641">
            <a:extLst>
              <a:ext uri="{FF2B5EF4-FFF2-40B4-BE49-F238E27FC236}">
                <a16:creationId xmlns:a16="http://schemas.microsoft.com/office/drawing/2014/main" id="{A8C3437A-E950-4EF5-A484-848A53ACECC1}"/>
              </a:ext>
            </a:extLst>
          </p:cNvPr>
          <p:cNvCxnSpPr>
            <a:cxnSpLocks/>
          </p:cNvCxnSpPr>
          <p:nvPr/>
        </p:nvCxnSpPr>
        <p:spPr>
          <a:xfrm>
            <a:off x="7899145" y="3476900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" name="Straight Connector 642">
            <a:extLst>
              <a:ext uri="{FF2B5EF4-FFF2-40B4-BE49-F238E27FC236}">
                <a16:creationId xmlns:a16="http://schemas.microsoft.com/office/drawing/2014/main" id="{249463C5-0CAF-48FA-BFB6-E9E4196F3134}"/>
              </a:ext>
            </a:extLst>
          </p:cNvPr>
          <p:cNvCxnSpPr>
            <a:cxnSpLocks/>
          </p:cNvCxnSpPr>
          <p:nvPr/>
        </p:nvCxnSpPr>
        <p:spPr>
          <a:xfrm>
            <a:off x="8018525" y="3476900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" name="Straight Connector 643">
            <a:extLst>
              <a:ext uri="{FF2B5EF4-FFF2-40B4-BE49-F238E27FC236}">
                <a16:creationId xmlns:a16="http://schemas.microsoft.com/office/drawing/2014/main" id="{42963310-6F41-44A7-A667-A0D9DBA0327D}"/>
              </a:ext>
            </a:extLst>
          </p:cNvPr>
          <p:cNvCxnSpPr>
            <a:cxnSpLocks/>
          </p:cNvCxnSpPr>
          <p:nvPr/>
        </p:nvCxnSpPr>
        <p:spPr>
          <a:xfrm>
            <a:off x="8148065" y="3476900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Straight Connector 644">
            <a:extLst>
              <a:ext uri="{FF2B5EF4-FFF2-40B4-BE49-F238E27FC236}">
                <a16:creationId xmlns:a16="http://schemas.microsoft.com/office/drawing/2014/main" id="{A5D7F5B3-DBAA-40AB-9407-284BB1342FB9}"/>
              </a:ext>
            </a:extLst>
          </p:cNvPr>
          <p:cNvCxnSpPr>
            <a:cxnSpLocks/>
          </p:cNvCxnSpPr>
          <p:nvPr/>
        </p:nvCxnSpPr>
        <p:spPr>
          <a:xfrm>
            <a:off x="8269985" y="3476900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Connector 645">
            <a:extLst>
              <a:ext uri="{FF2B5EF4-FFF2-40B4-BE49-F238E27FC236}">
                <a16:creationId xmlns:a16="http://schemas.microsoft.com/office/drawing/2014/main" id="{2CDB0F1A-9DE0-407D-BDFF-040AFC2389BA}"/>
              </a:ext>
            </a:extLst>
          </p:cNvPr>
          <p:cNvCxnSpPr>
            <a:cxnSpLocks/>
          </p:cNvCxnSpPr>
          <p:nvPr/>
        </p:nvCxnSpPr>
        <p:spPr>
          <a:xfrm>
            <a:off x="8399525" y="3476900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Straight Connector 646">
            <a:extLst>
              <a:ext uri="{FF2B5EF4-FFF2-40B4-BE49-F238E27FC236}">
                <a16:creationId xmlns:a16="http://schemas.microsoft.com/office/drawing/2014/main" id="{06707867-4F0F-4992-81C8-DCDD507795A0}"/>
              </a:ext>
            </a:extLst>
          </p:cNvPr>
          <p:cNvCxnSpPr>
            <a:cxnSpLocks/>
          </p:cNvCxnSpPr>
          <p:nvPr/>
        </p:nvCxnSpPr>
        <p:spPr>
          <a:xfrm>
            <a:off x="8526525" y="3476900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Connector 647">
            <a:extLst>
              <a:ext uri="{FF2B5EF4-FFF2-40B4-BE49-F238E27FC236}">
                <a16:creationId xmlns:a16="http://schemas.microsoft.com/office/drawing/2014/main" id="{5CBC0F36-73BD-4435-9EA3-CB1CDE1E110A}"/>
              </a:ext>
            </a:extLst>
          </p:cNvPr>
          <p:cNvCxnSpPr>
            <a:cxnSpLocks/>
          </p:cNvCxnSpPr>
          <p:nvPr/>
        </p:nvCxnSpPr>
        <p:spPr>
          <a:xfrm>
            <a:off x="8653525" y="3476900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Straight Connector 648">
            <a:extLst>
              <a:ext uri="{FF2B5EF4-FFF2-40B4-BE49-F238E27FC236}">
                <a16:creationId xmlns:a16="http://schemas.microsoft.com/office/drawing/2014/main" id="{08C1EA0C-33EB-403B-B75F-A52432900CDE}"/>
              </a:ext>
            </a:extLst>
          </p:cNvPr>
          <p:cNvCxnSpPr>
            <a:cxnSpLocks/>
          </p:cNvCxnSpPr>
          <p:nvPr/>
        </p:nvCxnSpPr>
        <p:spPr>
          <a:xfrm>
            <a:off x="8783065" y="3476900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Connector 649">
            <a:extLst>
              <a:ext uri="{FF2B5EF4-FFF2-40B4-BE49-F238E27FC236}">
                <a16:creationId xmlns:a16="http://schemas.microsoft.com/office/drawing/2014/main" id="{48D87120-5097-4E44-9885-F3115EDE86F9}"/>
              </a:ext>
            </a:extLst>
          </p:cNvPr>
          <p:cNvCxnSpPr>
            <a:cxnSpLocks/>
          </p:cNvCxnSpPr>
          <p:nvPr/>
        </p:nvCxnSpPr>
        <p:spPr>
          <a:xfrm flipH="1" flipV="1">
            <a:off x="7895766" y="3479560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Connector 650">
            <a:extLst>
              <a:ext uri="{FF2B5EF4-FFF2-40B4-BE49-F238E27FC236}">
                <a16:creationId xmlns:a16="http://schemas.microsoft.com/office/drawing/2014/main" id="{F6BE0CDC-A3F5-4293-9617-64BCC3138630}"/>
              </a:ext>
            </a:extLst>
          </p:cNvPr>
          <p:cNvCxnSpPr>
            <a:cxnSpLocks/>
          </p:cNvCxnSpPr>
          <p:nvPr/>
        </p:nvCxnSpPr>
        <p:spPr>
          <a:xfrm flipH="1" flipV="1">
            <a:off x="8021495" y="3479560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Connector 651">
            <a:extLst>
              <a:ext uri="{FF2B5EF4-FFF2-40B4-BE49-F238E27FC236}">
                <a16:creationId xmlns:a16="http://schemas.microsoft.com/office/drawing/2014/main" id="{1BDD503E-A179-4537-A9B0-83977FAF41C1}"/>
              </a:ext>
            </a:extLst>
          </p:cNvPr>
          <p:cNvCxnSpPr>
            <a:cxnSpLocks/>
          </p:cNvCxnSpPr>
          <p:nvPr/>
        </p:nvCxnSpPr>
        <p:spPr>
          <a:xfrm flipH="1" flipV="1">
            <a:off x="8147318" y="3479560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Connector 652">
            <a:extLst>
              <a:ext uri="{FF2B5EF4-FFF2-40B4-BE49-F238E27FC236}">
                <a16:creationId xmlns:a16="http://schemas.microsoft.com/office/drawing/2014/main" id="{48FDDDA4-B2BE-4DFC-9681-9395C98F6A28}"/>
              </a:ext>
            </a:extLst>
          </p:cNvPr>
          <p:cNvCxnSpPr>
            <a:cxnSpLocks/>
          </p:cNvCxnSpPr>
          <p:nvPr/>
        </p:nvCxnSpPr>
        <p:spPr>
          <a:xfrm flipH="1" flipV="1">
            <a:off x="8271904" y="3477028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Straight Connector 653">
            <a:extLst>
              <a:ext uri="{FF2B5EF4-FFF2-40B4-BE49-F238E27FC236}">
                <a16:creationId xmlns:a16="http://schemas.microsoft.com/office/drawing/2014/main" id="{9AC6D1EA-2E92-4709-B8EE-06CA2EEF8507}"/>
              </a:ext>
            </a:extLst>
          </p:cNvPr>
          <p:cNvCxnSpPr>
            <a:cxnSpLocks/>
          </p:cNvCxnSpPr>
          <p:nvPr/>
        </p:nvCxnSpPr>
        <p:spPr>
          <a:xfrm flipV="1">
            <a:off x="7895595" y="3476900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Straight Connector 654">
            <a:extLst>
              <a:ext uri="{FF2B5EF4-FFF2-40B4-BE49-F238E27FC236}">
                <a16:creationId xmlns:a16="http://schemas.microsoft.com/office/drawing/2014/main" id="{491A90FE-73C8-4462-BFBC-EC984154BDE5}"/>
              </a:ext>
            </a:extLst>
          </p:cNvPr>
          <p:cNvCxnSpPr>
            <a:cxnSpLocks/>
          </p:cNvCxnSpPr>
          <p:nvPr/>
        </p:nvCxnSpPr>
        <p:spPr>
          <a:xfrm flipV="1">
            <a:off x="8022594" y="3469386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6" name="Straight Connector 655">
            <a:extLst>
              <a:ext uri="{FF2B5EF4-FFF2-40B4-BE49-F238E27FC236}">
                <a16:creationId xmlns:a16="http://schemas.microsoft.com/office/drawing/2014/main" id="{CF520B89-1A17-4E9D-AA44-CD69EB3BB266}"/>
              </a:ext>
            </a:extLst>
          </p:cNvPr>
          <p:cNvCxnSpPr>
            <a:cxnSpLocks/>
          </p:cNvCxnSpPr>
          <p:nvPr/>
        </p:nvCxnSpPr>
        <p:spPr>
          <a:xfrm flipV="1">
            <a:off x="8146739" y="3472204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" name="Straight Connector 656">
            <a:extLst>
              <a:ext uri="{FF2B5EF4-FFF2-40B4-BE49-F238E27FC236}">
                <a16:creationId xmlns:a16="http://schemas.microsoft.com/office/drawing/2014/main" id="{9F6502EE-35DF-4EB8-9413-E88F156EE2C1}"/>
              </a:ext>
            </a:extLst>
          </p:cNvPr>
          <p:cNvCxnSpPr>
            <a:cxnSpLocks/>
          </p:cNvCxnSpPr>
          <p:nvPr/>
        </p:nvCxnSpPr>
        <p:spPr>
          <a:xfrm flipV="1">
            <a:off x="8273738" y="3464690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Straight Connector 657">
            <a:extLst>
              <a:ext uri="{FF2B5EF4-FFF2-40B4-BE49-F238E27FC236}">
                <a16:creationId xmlns:a16="http://schemas.microsoft.com/office/drawing/2014/main" id="{3641D2A9-5F99-4C82-93A3-1D79A2B81FED}"/>
              </a:ext>
            </a:extLst>
          </p:cNvPr>
          <p:cNvCxnSpPr>
            <a:cxnSpLocks/>
          </p:cNvCxnSpPr>
          <p:nvPr/>
        </p:nvCxnSpPr>
        <p:spPr>
          <a:xfrm>
            <a:off x="8913074" y="3486491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Straight Connector 658">
            <a:extLst>
              <a:ext uri="{FF2B5EF4-FFF2-40B4-BE49-F238E27FC236}">
                <a16:creationId xmlns:a16="http://schemas.microsoft.com/office/drawing/2014/main" id="{37323608-E164-4F4A-97E0-484C100D5951}"/>
              </a:ext>
            </a:extLst>
          </p:cNvPr>
          <p:cNvCxnSpPr>
            <a:cxnSpLocks/>
          </p:cNvCxnSpPr>
          <p:nvPr/>
        </p:nvCxnSpPr>
        <p:spPr>
          <a:xfrm>
            <a:off x="9032454" y="3486491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Straight Connector 659">
            <a:extLst>
              <a:ext uri="{FF2B5EF4-FFF2-40B4-BE49-F238E27FC236}">
                <a16:creationId xmlns:a16="http://schemas.microsoft.com/office/drawing/2014/main" id="{5364CC5B-01A2-4274-994C-0E3E061A9F81}"/>
              </a:ext>
            </a:extLst>
          </p:cNvPr>
          <p:cNvCxnSpPr>
            <a:cxnSpLocks/>
          </p:cNvCxnSpPr>
          <p:nvPr/>
        </p:nvCxnSpPr>
        <p:spPr>
          <a:xfrm>
            <a:off x="9161994" y="3486491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Straight Connector 660">
            <a:extLst>
              <a:ext uri="{FF2B5EF4-FFF2-40B4-BE49-F238E27FC236}">
                <a16:creationId xmlns:a16="http://schemas.microsoft.com/office/drawing/2014/main" id="{30249BAB-73D8-418C-A4FC-689D6D9AECB5}"/>
              </a:ext>
            </a:extLst>
          </p:cNvPr>
          <p:cNvCxnSpPr>
            <a:cxnSpLocks/>
          </p:cNvCxnSpPr>
          <p:nvPr/>
        </p:nvCxnSpPr>
        <p:spPr>
          <a:xfrm>
            <a:off x="9283914" y="3486491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2" name="Straight Connector 661">
            <a:extLst>
              <a:ext uri="{FF2B5EF4-FFF2-40B4-BE49-F238E27FC236}">
                <a16:creationId xmlns:a16="http://schemas.microsoft.com/office/drawing/2014/main" id="{83549064-A2AC-4E3F-9223-4518997B983D}"/>
              </a:ext>
            </a:extLst>
          </p:cNvPr>
          <p:cNvCxnSpPr>
            <a:cxnSpLocks/>
          </p:cNvCxnSpPr>
          <p:nvPr/>
        </p:nvCxnSpPr>
        <p:spPr>
          <a:xfrm>
            <a:off x="9413454" y="3486491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3" name="Straight Connector 662">
            <a:extLst>
              <a:ext uri="{FF2B5EF4-FFF2-40B4-BE49-F238E27FC236}">
                <a16:creationId xmlns:a16="http://schemas.microsoft.com/office/drawing/2014/main" id="{CB4C99A1-DEC5-4BB0-BB44-3D0B92317203}"/>
              </a:ext>
            </a:extLst>
          </p:cNvPr>
          <p:cNvCxnSpPr>
            <a:cxnSpLocks/>
          </p:cNvCxnSpPr>
          <p:nvPr/>
        </p:nvCxnSpPr>
        <p:spPr>
          <a:xfrm>
            <a:off x="9540454" y="3486491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Straight Connector 663">
            <a:extLst>
              <a:ext uri="{FF2B5EF4-FFF2-40B4-BE49-F238E27FC236}">
                <a16:creationId xmlns:a16="http://schemas.microsoft.com/office/drawing/2014/main" id="{7EDAD6FF-2D1D-4C14-A038-70B63F107215}"/>
              </a:ext>
            </a:extLst>
          </p:cNvPr>
          <p:cNvCxnSpPr>
            <a:cxnSpLocks/>
          </p:cNvCxnSpPr>
          <p:nvPr/>
        </p:nvCxnSpPr>
        <p:spPr>
          <a:xfrm>
            <a:off x="9667454" y="3486491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D514CD86-BFC5-4AD5-BCBD-4508C6333B59}"/>
              </a:ext>
            </a:extLst>
          </p:cNvPr>
          <p:cNvCxnSpPr>
            <a:cxnSpLocks/>
          </p:cNvCxnSpPr>
          <p:nvPr/>
        </p:nvCxnSpPr>
        <p:spPr>
          <a:xfrm>
            <a:off x="9796994" y="3486491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Straight Connector 665">
            <a:extLst>
              <a:ext uri="{FF2B5EF4-FFF2-40B4-BE49-F238E27FC236}">
                <a16:creationId xmlns:a16="http://schemas.microsoft.com/office/drawing/2014/main" id="{886057EC-069A-42D7-BC25-BD79F4EE17D2}"/>
              </a:ext>
            </a:extLst>
          </p:cNvPr>
          <p:cNvCxnSpPr>
            <a:cxnSpLocks/>
          </p:cNvCxnSpPr>
          <p:nvPr/>
        </p:nvCxnSpPr>
        <p:spPr>
          <a:xfrm flipH="1" flipV="1">
            <a:off x="8909695" y="3489151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7" name="Straight Connector 666">
            <a:extLst>
              <a:ext uri="{FF2B5EF4-FFF2-40B4-BE49-F238E27FC236}">
                <a16:creationId xmlns:a16="http://schemas.microsoft.com/office/drawing/2014/main" id="{6A5ED919-5A5C-48D1-8C5C-6AD40FB408E8}"/>
              </a:ext>
            </a:extLst>
          </p:cNvPr>
          <p:cNvCxnSpPr>
            <a:cxnSpLocks/>
          </p:cNvCxnSpPr>
          <p:nvPr/>
        </p:nvCxnSpPr>
        <p:spPr>
          <a:xfrm flipH="1" flipV="1">
            <a:off x="9035424" y="3489151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Straight Connector 667">
            <a:extLst>
              <a:ext uri="{FF2B5EF4-FFF2-40B4-BE49-F238E27FC236}">
                <a16:creationId xmlns:a16="http://schemas.microsoft.com/office/drawing/2014/main" id="{E8786AE7-58B6-4271-9AEB-23FFEF3DD8B8}"/>
              </a:ext>
            </a:extLst>
          </p:cNvPr>
          <p:cNvCxnSpPr>
            <a:cxnSpLocks/>
          </p:cNvCxnSpPr>
          <p:nvPr/>
        </p:nvCxnSpPr>
        <p:spPr>
          <a:xfrm flipH="1" flipV="1">
            <a:off x="9161247" y="3489151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9" name="Straight Connector 668">
            <a:extLst>
              <a:ext uri="{FF2B5EF4-FFF2-40B4-BE49-F238E27FC236}">
                <a16:creationId xmlns:a16="http://schemas.microsoft.com/office/drawing/2014/main" id="{ED8D4D21-D326-4C90-A4A3-46BFEDBABBEC}"/>
              </a:ext>
            </a:extLst>
          </p:cNvPr>
          <p:cNvCxnSpPr>
            <a:cxnSpLocks/>
          </p:cNvCxnSpPr>
          <p:nvPr/>
        </p:nvCxnSpPr>
        <p:spPr>
          <a:xfrm flipH="1" flipV="1">
            <a:off x="9285833" y="3486619"/>
            <a:ext cx="500818" cy="6570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0" name="Straight Connector 669">
            <a:extLst>
              <a:ext uri="{FF2B5EF4-FFF2-40B4-BE49-F238E27FC236}">
                <a16:creationId xmlns:a16="http://schemas.microsoft.com/office/drawing/2014/main" id="{57562FC5-9433-473A-9391-F70814A17AC3}"/>
              </a:ext>
            </a:extLst>
          </p:cNvPr>
          <p:cNvCxnSpPr>
            <a:cxnSpLocks/>
          </p:cNvCxnSpPr>
          <p:nvPr/>
        </p:nvCxnSpPr>
        <p:spPr>
          <a:xfrm flipV="1">
            <a:off x="8909524" y="3486491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Straight Connector 670">
            <a:extLst>
              <a:ext uri="{FF2B5EF4-FFF2-40B4-BE49-F238E27FC236}">
                <a16:creationId xmlns:a16="http://schemas.microsoft.com/office/drawing/2014/main" id="{5B4C36A0-B081-4767-8120-005ABC81AEFC}"/>
              </a:ext>
            </a:extLst>
          </p:cNvPr>
          <p:cNvCxnSpPr>
            <a:cxnSpLocks/>
          </p:cNvCxnSpPr>
          <p:nvPr/>
        </p:nvCxnSpPr>
        <p:spPr>
          <a:xfrm flipV="1">
            <a:off x="9036523" y="3478977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2" name="Straight Connector 671">
            <a:extLst>
              <a:ext uri="{FF2B5EF4-FFF2-40B4-BE49-F238E27FC236}">
                <a16:creationId xmlns:a16="http://schemas.microsoft.com/office/drawing/2014/main" id="{F1D0118F-9384-4049-8FE8-B7FC158978DB}"/>
              </a:ext>
            </a:extLst>
          </p:cNvPr>
          <p:cNvCxnSpPr>
            <a:cxnSpLocks/>
          </p:cNvCxnSpPr>
          <p:nvPr/>
        </p:nvCxnSpPr>
        <p:spPr>
          <a:xfrm flipV="1">
            <a:off x="9160668" y="3481795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3" name="Straight Connector 672">
            <a:extLst>
              <a:ext uri="{FF2B5EF4-FFF2-40B4-BE49-F238E27FC236}">
                <a16:creationId xmlns:a16="http://schemas.microsoft.com/office/drawing/2014/main" id="{13E81EA7-7C41-421B-932A-1ED05B89CB56}"/>
              </a:ext>
            </a:extLst>
          </p:cNvPr>
          <p:cNvCxnSpPr>
            <a:cxnSpLocks/>
          </p:cNvCxnSpPr>
          <p:nvPr/>
        </p:nvCxnSpPr>
        <p:spPr>
          <a:xfrm flipV="1">
            <a:off x="9287667" y="3474281"/>
            <a:ext cx="506872" cy="65975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4" name="Straight Connector 673">
            <a:extLst>
              <a:ext uri="{FF2B5EF4-FFF2-40B4-BE49-F238E27FC236}">
                <a16:creationId xmlns:a16="http://schemas.microsoft.com/office/drawing/2014/main" id="{CFB18421-E137-47CC-8AAA-71F5820EC3A9}"/>
              </a:ext>
            </a:extLst>
          </p:cNvPr>
          <p:cNvCxnSpPr>
            <a:cxnSpLocks/>
          </p:cNvCxnSpPr>
          <p:nvPr/>
        </p:nvCxnSpPr>
        <p:spPr>
          <a:xfrm flipV="1">
            <a:off x="1826090" y="4293592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7" name="Straight Connector 676">
            <a:extLst>
              <a:ext uri="{FF2B5EF4-FFF2-40B4-BE49-F238E27FC236}">
                <a16:creationId xmlns:a16="http://schemas.microsoft.com/office/drawing/2014/main" id="{0189CED7-CE6E-4165-890F-D5ADDCF4E618}"/>
              </a:ext>
            </a:extLst>
          </p:cNvPr>
          <p:cNvCxnSpPr>
            <a:cxnSpLocks/>
          </p:cNvCxnSpPr>
          <p:nvPr/>
        </p:nvCxnSpPr>
        <p:spPr>
          <a:xfrm flipV="1">
            <a:off x="1942117" y="4303259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8" name="Straight Connector 677">
            <a:extLst>
              <a:ext uri="{FF2B5EF4-FFF2-40B4-BE49-F238E27FC236}">
                <a16:creationId xmlns:a16="http://schemas.microsoft.com/office/drawing/2014/main" id="{FB1EC8E3-5CEA-46E5-9839-FCB89B51A160}"/>
              </a:ext>
            </a:extLst>
          </p:cNvPr>
          <p:cNvCxnSpPr>
            <a:cxnSpLocks/>
          </p:cNvCxnSpPr>
          <p:nvPr/>
        </p:nvCxnSpPr>
        <p:spPr>
          <a:xfrm flipH="1" flipV="1">
            <a:off x="1826792" y="4297102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Straight Connector 679">
            <a:extLst>
              <a:ext uri="{FF2B5EF4-FFF2-40B4-BE49-F238E27FC236}">
                <a16:creationId xmlns:a16="http://schemas.microsoft.com/office/drawing/2014/main" id="{A331FA5B-1E66-4298-A697-BBA7ECDDE704}"/>
              </a:ext>
            </a:extLst>
          </p:cNvPr>
          <p:cNvCxnSpPr>
            <a:cxnSpLocks/>
          </p:cNvCxnSpPr>
          <p:nvPr/>
        </p:nvCxnSpPr>
        <p:spPr>
          <a:xfrm flipH="1" flipV="1">
            <a:off x="1945107" y="4297981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Straight Connector 680">
            <a:extLst>
              <a:ext uri="{FF2B5EF4-FFF2-40B4-BE49-F238E27FC236}">
                <a16:creationId xmlns:a16="http://schemas.microsoft.com/office/drawing/2014/main" id="{A2084C26-6E20-48EB-A519-2A118C776245}"/>
              </a:ext>
            </a:extLst>
          </p:cNvPr>
          <p:cNvCxnSpPr>
            <a:cxnSpLocks/>
          </p:cNvCxnSpPr>
          <p:nvPr/>
        </p:nvCxnSpPr>
        <p:spPr>
          <a:xfrm>
            <a:off x="2328401" y="4295024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Straight Connector 681">
            <a:extLst>
              <a:ext uri="{FF2B5EF4-FFF2-40B4-BE49-F238E27FC236}">
                <a16:creationId xmlns:a16="http://schemas.microsoft.com/office/drawing/2014/main" id="{04CCB0FB-A062-464F-A03C-28BD3BCD3939}"/>
              </a:ext>
            </a:extLst>
          </p:cNvPr>
          <p:cNvCxnSpPr>
            <a:cxnSpLocks/>
          </p:cNvCxnSpPr>
          <p:nvPr/>
        </p:nvCxnSpPr>
        <p:spPr>
          <a:xfrm>
            <a:off x="2447781" y="4295024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" name="Straight Connector 682">
            <a:extLst>
              <a:ext uri="{FF2B5EF4-FFF2-40B4-BE49-F238E27FC236}">
                <a16:creationId xmlns:a16="http://schemas.microsoft.com/office/drawing/2014/main" id="{3242C880-58BF-4C50-8E83-A4F7613079F5}"/>
              </a:ext>
            </a:extLst>
          </p:cNvPr>
          <p:cNvCxnSpPr>
            <a:cxnSpLocks/>
          </p:cNvCxnSpPr>
          <p:nvPr/>
        </p:nvCxnSpPr>
        <p:spPr>
          <a:xfrm>
            <a:off x="2577321" y="4295024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4" name="Straight Connector 683">
            <a:extLst>
              <a:ext uri="{FF2B5EF4-FFF2-40B4-BE49-F238E27FC236}">
                <a16:creationId xmlns:a16="http://schemas.microsoft.com/office/drawing/2014/main" id="{A265BABE-C7B4-4A21-9361-7E7D610CC31D}"/>
              </a:ext>
            </a:extLst>
          </p:cNvPr>
          <p:cNvCxnSpPr>
            <a:cxnSpLocks/>
          </p:cNvCxnSpPr>
          <p:nvPr/>
        </p:nvCxnSpPr>
        <p:spPr>
          <a:xfrm>
            <a:off x="2699241" y="4295024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5" name="Straight Connector 684">
            <a:extLst>
              <a:ext uri="{FF2B5EF4-FFF2-40B4-BE49-F238E27FC236}">
                <a16:creationId xmlns:a16="http://schemas.microsoft.com/office/drawing/2014/main" id="{24379E0A-2D1B-4C6B-966E-907F0834C8EE}"/>
              </a:ext>
            </a:extLst>
          </p:cNvPr>
          <p:cNvCxnSpPr>
            <a:cxnSpLocks/>
          </p:cNvCxnSpPr>
          <p:nvPr/>
        </p:nvCxnSpPr>
        <p:spPr>
          <a:xfrm flipV="1">
            <a:off x="2327289" y="4289111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Straight Connector 685">
            <a:extLst>
              <a:ext uri="{FF2B5EF4-FFF2-40B4-BE49-F238E27FC236}">
                <a16:creationId xmlns:a16="http://schemas.microsoft.com/office/drawing/2014/main" id="{D46E87AA-8601-421F-88EF-870C61A033C6}"/>
              </a:ext>
            </a:extLst>
          </p:cNvPr>
          <p:cNvCxnSpPr>
            <a:cxnSpLocks/>
          </p:cNvCxnSpPr>
          <p:nvPr/>
        </p:nvCxnSpPr>
        <p:spPr>
          <a:xfrm flipV="1">
            <a:off x="2443316" y="4298778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Straight Connector 686">
            <a:extLst>
              <a:ext uri="{FF2B5EF4-FFF2-40B4-BE49-F238E27FC236}">
                <a16:creationId xmlns:a16="http://schemas.microsoft.com/office/drawing/2014/main" id="{219214B8-1C1B-4F79-A63C-AD6C5E42EE92}"/>
              </a:ext>
            </a:extLst>
          </p:cNvPr>
          <p:cNvCxnSpPr>
            <a:cxnSpLocks/>
          </p:cNvCxnSpPr>
          <p:nvPr/>
        </p:nvCxnSpPr>
        <p:spPr>
          <a:xfrm flipH="1" flipV="1">
            <a:off x="2327991" y="4292621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8" name="Straight Connector 687">
            <a:extLst>
              <a:ext uri="{FF2B5EF4-FFF2-40B4-BE49-F238E27FC236}">
                <a16:creationId xmlns:a16="http://schemas.microsoft.com/office/drawing/2014/main" id="{8C626AAC-6AC9-4576-8BB3-CC0C3797038B}"/>
              </a:ext>
            </a:extLst>
          </p:cNvPr>
          <p:cNvCxnSpPr>
            <a:cxnSpLocks/>
          </p:cNvCxnSpPr>
          <p:nvPr/>
        </p:nvCxnSpPr>
        <p:spPr>
          <a:xfrm flipH="1" flipV="1">
            <a:off x="2446306" y="4293500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9" name="Straight Connector 688">
            <a:extLst>
              <a:ext uri="{FF2B5EF4-FFF2-40B4-BE49-F238E27FC236}">
                <a16:creationId xmlns:a16="http://schemas.microsoft.com/office/drawing/2014/main" id="{348E73CD-592A-472F-9CE7-27327100240E}"/>
              </a:ext>
            </a:extLst>
          </p:cNvPr>
          <p:cNvCxnSpPr>
            <a:cxnSpLocks/>
          </p:cNvCxnSpPr>
          <p:nvPr/>
        </p:nvCxnSpPr>
        <p:spPr>
          <a:xfrm>
            <a:off x="2840672" y="430059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0" name="Straight Connector 689">
            <a:extLst>
              <a:ext uri="{FF2B5EF4-FFF2-40B4-BE49-F238E27FC236}">
                <a16:creationId xmlns:a16="http://schemas.microsoft.com/office/drawing/2014/main" id="{5DC60B12-E5C3-49BF-9220-6E6897BE0311}"/>
              </a:ext>
            </a:extLst>
          </p:cNvPr>
          <p:cNvCxnSpPr>
            <a:cxnSpLocks/>
          </p:cNvCxnSpPr>
          <p:nvPr/>
        </p:nvCxnSpPr>
        <p:spPr>
          <a:xfrm>
            <a:off x="2960052" y="430059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1" name="Straight Connector 690">
            <a:extLst>
              <a:ext uri="{FF2B5EF4-FFF2-40B4-BE49-F238E27FC236}">
                <a16:creationId xmlns:a16="http://schemas.microsoft.com/office/drawing/2014/main" id="{785BFB5E-C319-4B11-A9D8-C4B7BC10E7E9}"/>
              </a:ext>
            </a:extLst>
          </p:cNvPr>
          <p:cNvCxnSpPr>
            <a:cxnSpLocks/>
          </p:cNvCxnSpPr>
          <p:nvPr/>
        </p:nvCxnSpPr>
        <p:spPr>
          <a:xfrm>
            <a:off x="3089592" y="430059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2" name="Straight Connector 691">
            <a:extLst>
              <a:ext uri="{FF2B5EF4-FFF2-40B4-BE49-F238E27FC236}">
                <a16:creationId xmlns:a16="http://schemas.microsoft.com/office/drawing/2014/main" id="{8A8F0855-14F7-4DF3-841B-E297506347FB}"/>
              </a:ext>
            </a:extLst>
          </p:cNvPr>
          <p:cNvCxnSpPr>
            <a:cxnSpLocks/>
          </p:cNvCxnSpPr>
          <p:nvPr/>
        </p:nvCxnSpPr>
        <p:spPr>
          <a:xfrm>
            <a:off x="3211512" y="430059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Straight Connector 692">
            <a:extLst>
              <a:ext uri="{FF2B5EF4-FFF2-40B4-BE49-F238E27FC236}">
                <a16:creationId xmlns:a16="http://schemas.microsoft.com/office/drawing/2014/main" id="{B8D7B2A9-6013-4224-9BCC-DE54AECD4FFD}"/>
              </a:ext>
            </a:extLst>
          </p:cNvPr>
          <p:cNvCxnSpPr>
            <a:cxnSpLocks/>
          </p:cNvCxnSpPr>
          <p:nvPr/>
        </p:nvCxnSpPr>
        <p:spPr>
          <a:xfrm flipV="1">
            <a:off x="2839560" y="4294680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4" name="Straight Connector 693">
            <a:extLst>
              <a:ext uri="{FF2B5EF4-FFF2-40B4-BE49-F238E27FC236}">
                <a16:creationId xmlns:a16="http://schemas.microsoft.com/office/drawing/2014/main" id="{1572B2FB-7DC3-4C06-930E-5E3C8C056664}"/>
              </a:ext>
            </a:extLst>
          </p:cNvPr>
          <p:cNvCxnSpPr>
            <a:cxnSpLocks/>
          </p:cNvCxnSpPr>
          <p:nvPr/>
        </p:nvCxnSpPr>
        <p:spPr>
          <a:xfrm flipV="1">
            <a:off x="2955587" y="4304347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Straight Connector 694">
            <a:extLst>
              <a:ext uri="{FF2B5EF4-FFF2-40B4-BE49-F238E27FC236}">
                <a16:creationId xmlns:a16="http://schemas.microsoft.com/office/drawing/2014/main" id="{44082179-B2B5-408F-A540-40D9EDB14AA2}"/>
              </a:ext>
            </a:extLst>
          </p:cNvPr>
          <p:cNvCxnSpPr>
            <a:cxnSpLocks/>
          </p:cNvCxnSpPr>
          <p:nvPr/>
        </p:nvCxnSpPr>
        <p:spPr>
          <a:xfrm flipH="1" flipV="1">
            <a:off x="2840262" y="4298190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Straight Connector 695">
            <a:extLst>
              <a:ext uri="{FF2B5EF4-FFF2-40B4-BE49-F238E27FC236}">
                <a16:creationId xmlns:a16="http://schemas.microsoft.com/office/drawing/2014/main" id="{7E2769C8-C1E3-4A70-A02B-4ECDACD9E691}"/>
              </a:ext>
            </a:extLst>
          </p:cNvPr>
          <p:cNvCxnSpPr>
            <a:cxnSpLocks/>
          </p:cNvCxnSpPr>
          <p:nvPr/>
        </p:nvCxnSpPr>
        <p:spPr>
          <a:xfrm flipH="1" flipV="1">
            <a:off x="2958577" y="4299069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7" name="Straight Connector 696">
            <a:extLst>
              <a:ext uri="{FF2B5EF4-FFF2-40B4-BE49-F238E27FC236}">
                <a16:creationId xmlns:a16="http://schemas.microsoft.com/office/drawing/2014/main" id="{7AA58C2C-B86C-4F77-91C2-3BF15DCF413A}"/>
              </a:ext>
            </a:extLst>
          </p:cNvPr>
          <p:cNvCxnSpPr>
            <a:cxnSpLocks/>
          </p:cNvCxnSpPr>
          <p:nvPr/>
        </p:nvCxnSpPr>
        <p:spPr>
          <a:xfrm>
            <a:off x="3341871" y="4296112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8" name="Straight Connector 697">
            <a:extLst>
              <a:ext uri="{FF2B5EF4-FFF2-40B4-BE49-F238E27FC236}">
                <a16:creationId xmlns:a16="http://schemas.microsoft.com/office/drawing/2014/main" id="{C895F9DE-C7E2-48C7-A3D9-06254A0C626A}"/>
              </a:ext>
            </a:extLst>
          </p:cNvPr>
          <p:cNvCxnSpPr>
            <a:cxnSpLocks/>
          </p:cNvCxnSpPr>
          <p:nvPr/>
        </p:nvCxnSpPr>
        <p:spPr>
          <a:xfrm>
            <a:off x="3461251" y="4296112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Straight Connector 698">
            <a:extLst>
              <a:ext uri="{FF2B5EF4-FFF2-40B4-BE49-F238E27FC236}">
                <a16:creationId xmlns:a16="http://schemas.microsoft.com/office/drawing/2014/main" id="{A79AB999-1B24-4952-A0C9-8B3C1DDE40DB}"/>
              </a:ext>
            </a:extLst>
          </p:cNvPr>
          <p:cNvCxnSpPr>
            <a:cxnSpLocks/>
          </p:cNvCxnSpPr>
          <p:nvPr/>
        </p:nvCxnSpPr>
        <p:spPr>
          <a:xfrm>
            <a:off x="3590791" y="4296112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0" name="Straight Connector 699">
            <a:extLst>
              <a:ext uri="{FF2B5EF4-FFF2-40B4-BE49-F238E27FC236}">
                <a16:creationId xmlns:a16="http://schemas.microsoft.com/office/drawing/2014/main" id="{506AEA32-2C9D-4F20-9374-469A05150C14}"/>
              </a:ext>
            </a:extLst>
          </p:cNvPr>
          <p:cNvCxnSpPr>
            <a:cxnSpLocks/>
          </p:cNvCxnSpPr>
          <p:nvPr/>
        </p:nvCxnSpPr>
        <p:spPr>
          <a:xfrm>
            <a:off x="3712711" y="4296112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E082DF3E-7510-43EA-B404-58AB4EA8E47D}"/>
              </a:ext>
            </a:extLst>
          </p:cNvPr>
          <p:cNvCxnSpPr>
            <a:cxnSpLocks/>
          </p:cNvCxnSpPr>
          <p:nvPr/>
        </p:nvCxnSpPr>
        <p:spPr>
          <a:xfrm flipV="1">
            <a:off x="3340759" y="4290199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2" name="Straight Connector 701">
            <a:extLst>
              <a:ext uri="{FF2B5EF4-FFF2-40B4-BE49-F238E27FC236}">
                <a16:creationId xmlns:a16="http://schemas.microsoft.com/office/drawing/2014/main" id="{C86F0FF1-5F6C-453C-886F-8B38EE0013CE}"/>
              </a:ext>
            </a:extLst>
          </p:cNvPr>
          <p:cNvCxnSpPr>
            <a:cxnSpLocks/>
          </p:cNvCxnSpPr>
          <p:nvPr/>
        </p:nvCxnSpPr>
        <p:spPr>
          <a:xfrm flipV="1">
            <a:off x="3456786" y="4299866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3" name="Straight Connector 702">
            <a:extLst>
              <a:ext uri="{FF2B5EF4-FFF2-40B4-BE49-F238E27FC236}">
                <a16:creationId xmlns:a16="http://schemas.microsoft.com/office/drawing/2014/main" id="{A41F5E5E-19EB-44A3-B00E-44954D8B5414}"/>
              </a:ext>
            </a:extLst>
          </p:cNvPr>
          <p:cNvCxnSpPr>
            <a:cxnSpLocks/>
          </p:cNvCxnSpPr>
          <p:nvPr/>
        </p:nvCxnSpPr>
        <p:spPr>
          <a:xfrm flipH="1" flipV="1">
            <a:off x="3341461" y="4293709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4" name="Straight Connector 703">
            <a:extLst>
              <a:ext uri="{FF2B5EF4-FFF2-40B4-BE49-F238E27FC236}">
                <a16:creationId xmlns:a16="http://schemas.microsoft.com/office/drawing/2014/main" id="{071CCFEA-C379-4136-82E9-EA572AA4806A}"/>
              </a:ext>
            </a:extLst>
          </p:cNvPr>
          <p:cNvCxnSpPr>
            <a:cxnSpLocks/>
          </p:cNvCxnSpPr>
          <p:nvPr/>
        </p:nvCxnSpPr>
        <p:spPr>
          <a:xfrm flipH="1" flipV="1">
            <a:off x="3459776" y="4294588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5" name="Straight Connector 704">
            <a:extLst>
              <a:ext uri="{FF2B5EF4-FFF2-40B4-BE49-F238E27FC236}">
                <a16:creationId xmlns:a16="http://schemas.microsoft.com/office/drawing/2014/main" id="{4A644F94-0292-40A9-B96E-7C068DA5ACB5}"/>
              </a:ext>
            </a:extLst>
          </p:cNvPr>
          <p:cNvCxnSpPr>
            <a:cxnSpLocks/>
          </p:cNvCxnSpPr>
          <p:nvPr/>
        </p:nvCxnSpPr>
        <p:spPr>
          <a:xfrm>
            <a:off x="3845627" y="4292240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Straight Connector 705">
            <a:extLst>
              <a:ext uri="{FF2B5EF4-FFF2-40B4-BE49-F238E27FC236}">
                <a16:creationId xmlns:a16="http://schemas.microsoft.com/office/drawing/2014/main" id="{117347A8-BF01-4522-BF71-D3B60901A7A2}"/>
              </a:ext>
            </a:extLst>
          </p:cNvPr>
          <p:cNvCxnSpPr>
            <a:cxnSpLocks/>
          </p:cNvCxnSpPr>
          <p:nvPr/>
        </p:nvCxnSpPr>
        <p:spPr>
          <a:xfrm>
            <a:off x="3965007" y="4292240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7" name="Straight Connector 706">
            <a:extLst>
              <a:ext uri="{FF2B5EF4-FFF2-40B4-BE49-F238E27FC236}">
                <a16:creationId xmlns:a16="http://schemas.microsoft.com/office/drawing/2014/main" id="{9FCA3455-2284-4A65-AE78-ED45835F8DD8}"/>
              </a:ext>
            </a:extLst>
          </p:cNvPr>
          <p:cNvCxnSpPr>
            <a:cxnSpLocks/>
          </p:cNvCxnSpPr>
          <p:nvPr/>
        </p:nvCxnSpPr>
        <p:spPr>
          <a:xfrm>
            <a:off x="4094547" y="4292240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Straight Connector 707">
            <a:extLst>
              <a:ext uri="{FF2B5EF4-FFF2-40B4-BE49-F238E27FC236}">
                <a16:creationId xmlns:a16="http://schemas.microsoft.com/office/drawing/2014/main" id="{DA635273-8636-49D7-BDBC-5626732BC684}"/>
              </a:ext>
            </a:extLst>
          </p:cNvPr>
          <p:cNvCxnSpPr>
            <a:cxnSpLocks/>
          </p:cNvCxnSpPr>
          <p:nvPr/>
        </p:nvCxnSpPr>
        <p:spPr>
          <a:xfrm>
            <a:off x="4216467" y="4292240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Straight Connector 708">
            <a:extLst>
              <a:ext uri="{FF2B5EF4-FFF2-40B4-BE49-F238E27FC236}">
                <a16:creationId xmlns:a16="http://schemas.microsoft.com/office/drawing/2014/main" id="{2698026B-A2A1-42BF-9154-832C2F515091}"/>
              </a:ext>
            </a:extLst>
          </p:cNvPr>
          <p:cNvCxnSpPr>
            <a:cxnSpLocks/>
          </p:cNvCxnSpPr>
          <p:nvPr/>
        </p:nvCxnSpPr>
        <p:spPr>
          <a:xfrm flipV="1">
            <a:off x="3844515" y="4286327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Straight Connector 709">
            <a:extLst>
              <a:ext uri="{FF2B5EF4-FFF2-40B4-BE49-F238E27FC236}">
                <a16:creationId xmlns:a16="http://schemas.microsoft.com/office/drawing/2014/main" id="{828496D5-3B32-4FA9-9064-1B4AF9EC844A}"/>
              </a:ext>
            </a:extLst>
          </p:cNvPr>
          <p:cNvCxnSpPr>
            <a:cxnSpLocks/>
          </p:cNvCxnSpPr>
          <p:nvPr/>
        </p:nvCxnSpPr>
        <p:spPr>
          <a:xfrm flipV="1">
            <a:off x="3960542" y="4295994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Straight Connector 710">
            <a:extLst>
              <a:ext uri="{FF2B5EF4-FFF2-40B4-BE49-F238E27FC236}">
                <a16:creationId xmlns:a16="http://schemas.microsoft.com/office/drawing/2014/main" id="{39A10317-0B33-468B-9335-4EB6CA586DAE}"/>
              </a:ext>
            </a:extLst>
          </p:cNvPr>
          <p:cNvCxnSpPr>
            <a:cxnSpLocks/>
          </p:cNvCxnSpPr>
          <p:nvPr/>
        </p:nvCxnSpPr>
        <p:spPr>
          <a:xfrm flipH="1" flipV="1">
            <a:off x="3845217" y="4289837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2" name="Straight Connector 711">
            <a:extLst>
              <a:ext uri="{FF2B5EF4-FFF2-40B4-BE49-F238E27FC236}">
                <a16:creationId xmlns:a16="http://schemas.microsoft.com/office/drawing/2014/main" id="{8E4A100B-374F-465A-B986-112585487FD8}"/>
              </a:ext>
            </a:extLst>
          </p:cNvPr>
          <p:cNvCxnSpPr>
            <a:cxnSpLocks/>
          </p:cNvCxnSpPr>
          <p:nvPr/>
        </p:nvCxnSpPr>
        <p:spPr>
          <a:xfrm flipH="1" flipV="1">
            <a:off x="3963532" y="4290716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3" name="Straight Connector 712">
            <a:extLst>
              <a:ext uri="{FF2B5EF4-FFF2-40B4-BE49-F238E27FC236}">
                <a16:creationId xmlns:a16="http://schemas.microsoft.com/office/drawing/2014/main" id="{4B8CB365-A991-492D-BFCE-B3193233F12E}"/>
              </a:ext>
            </a:extLst>
          </p:cNvPr>
          <p:cNvCxnSpPr>
            <a:cxnSpLocks/>
          </p:cNvCxnSpPr>
          <p:nvPr/>
        </p:nvCxnSpPr>
        <p:spPr>
          <a:xfrm>
            <a:off x="4346826" y="428775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" name="Straight Connector 713">
            <a:extLst>
              <a:ext uri="{FF2B5EF4-FFF2-40B4-BE49-F238E27FC236}">
                <a16:creationId xmlns:a16="http://schemas.microsoft.com/office/drawing/2014/main" id="{9F6252BD-3625-4B85-972C-F9CF1E8BC17A}"/>
              </a:ext>
            </a:extLst>
          </p:cNvPr>
          <p:cNvCxnSpPr>
            <a:cxnSpLocks/>
          </p:cNvCxnSpPr>
          <p:nvPr/>
        </p:nvCxnSpPr>
        <p:spPr>
          <a:xfrm>
            <a:off x="4466206" y="428775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Straight Connector 714">
            <a:extLst>
              <a:ext uri="{FF2B5EF4-FFF2-40B4-BE49-F238E27FC236}">
                <a16:creationId xmlns:a16="http://schemas.microsoft.com/office/drawing/2014/main" id="{7C85E2B3-8059-4C23-99B7-8BF8F65BFC8E}"/>
              </a:ext>
            </a:extLst>
          </p:cNvPr>
          <p:cNvCxnSpPr>
            <a:cxnSpLocks/>
          </p:cNvCxnSpPr>
          <p:nvPr/>
        </p:nvCxnSpPr>
        <p:spPr>
          <a:xfrm>
            <a:off x="4595746" y="428775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" name="Straight Connector 715">
            <a:extLst>
              <a:ext uri="{FF2B5EF4-FFF2-40B4-BE49-F238E27FC236}">
                <a16:creationId xmlns:a16="http://schemas.microsoft.com/office/drawing/2014/main" id="{1CD18627-2097-45B3-86CE-5DE77B9A0E20}"/>
              </a:ext>
            </a:extLst>
          </p:cNvPr>
          <p:cNvCxnSpPr>
            <a:cxnSpLocks/>
          </p:cNvCxnSpPr>
          <p:nvPr/>
        </p:nvCxnSpPr>
        <p:spPr>
          <a:xfrm>
            <a:off x="4717666" y="428775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" name="Straight Connector 716">
            <a:extLst>
              <a:ext uri="{FF2B5EF4-FFF2-40B4-BE49-F238E27FC236}">
                <a16:creationId xmlns:a16="http://schemas.microsoft.com/office/drawing/2014/main" id="{D21C9D8C-74D0-48D6-834B-CFEA6347D1C0}"/>
              </a:ext>
            </a:extLst>
          </p:cNvPr>
          <p:cNvCxnSpPr>
            <a:cxnSpLocks/>
          </p:cNvCxnSpPr>
          <p:nvPr/>
        </p:nvCxnSpPr>
        <p:spPr>
          <a:xfrm flipV="1">
            <a:off x="4345714" y="4281846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Straight Connector 717">
            <a:extLst>
              <a:ext uri="{FF2B5EF4-FFF2-40B4-BE49-F238E27FC236}">
                <a16:creationId xmlns:a16="http://schemas.microsoft.com/office/drawing/2014/main" id="{AB551914-609B-46EA-9029-7B683C8F2803}"/>
              </a:ext>
            </a:extLst>
          </p:cNvPr>
          <p:cNvCxnSpPr>
            <a:cxnSpLocks/>
          </p:cNvCxnSpPr>
          <p:nvPr/>
        </p:nvCxnSpPr>
        <p:spPr>
          <a:xfrm flipV="1">
            <a:off x="4461741" y="4291513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Straight Connector 718">
            <a:extLst>
              <a:ext uri="{FF2B5EF4-FFF2-40B4-BE49-F238E27FC236}">
                <a16:creationId xmlns:a16="http://schemas.microsoft.com/office/drawing/2014/main" id="{36932622-1E6B-4F9F-A6B1-00D564FBC8B1}"/>
              </a:ext>
            </a:extLst>
          </p:cNvPr>
          <p:cNvCxnSpPr>
            <a:cxnSpLocks/>
          </p:cNvCxnSpPr>
          <p:nvPr/>
        </p:nvCxnSpPr>
        <p:spPr>
          <a:xfrm flipH="1" flipV="1">
            <a:off x="4346416" y="4285356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Straight Connector 719">
            <a:extLst>
              <a:ext uri="{FF2B5EF4-FFF2-40B4-BE49-F238E27FC236}">
                <a16:creationId xmlns:a16="http://schemas.microsoft.com/office/drawing/2014/main" id="{85137DCB-560D-4F3A-89B9-47BA53CCD122}"/>
              </a:ext>
            </a:extLst>
          </p:cNvPr>
          <p:cNvCxnSpPr>
            <a:cxnSpLocks/>
          </p:cNvCxnSpPr>
          <p:nvPr/>
        </p:nvCxnSpPr>
        <p:spPr>
          <a:xfrm flipH="1" flipV="1">
            <a:off x="4464731" y="4286235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Straight Connector 720">
            <a:extLst>
              <a:ext uri="{FF2B5EF4-FFF2-40B4-BE49-F238E27FC236}">
                <a16:creationId xmlns:a16="http://schemas.microsoft.com/office/drawing/2014/main" id="{B7A2152D-75B4-4763-8D57-4EF7B1FAC092}"/>
              </a:ext>
            </a:extLst>
          </p:cNvPr>
          <p:cNvCxnSpPr>
            <a:cxnSpLocks/>
          </p:cNvCxnSpPr>
          <p:nvPr/>
        </p:nvCxnSpPr>
        <p:spPr>
          <a:xfrm>
            <a:off x="4859097" y="4293328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Straight Connector 721">
            <a:extLst>
              <a:ext uri="{FF2B5EF4-FFF2-40B4-BE49-F238E27FC236}">
                <a16:creationId xmlns:a16="http://schemas.microsoft.com/office/drawing/2014/main" id="{54F8D26B-7582-442E-8DC8-09E742CD26AE}"/>
              </a:ext>
            </a:extLst>
          </p:cNvPr>
          <p:cNvCxnSpPr>
            <a:cxnSpLocks/>
          </p:cNvCxnSpPr>
          <p:nvPr/>
        </p:nvCxnSpPr>
        <p:spPr>
          <a:xfrm>
            <a:off x="4978477" y="4293328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Straight Connector 722">
            <a:extLst>
              <a:ext uri="{FF2B5EF4-FFF2-40B4-BE49-F238E27FC236}">
                <a16:creationId xmlns:a16="http://schemas.microsoft.com/office/drawing/2014/main" id="{6C2E02E3-C49E-40F6-8F28-171051DD6F6C}"/>
              </a:ext>
            </a:extLst>
          </p:cNvPr>
          <p:cNvCxnSpPr>
            <a:cxnSpLocks/>
          </p:cNvCxnSpPr>
          <p:nvPr/>
        </p:nvCxnSpPr>
        <p:spPr>
          <a:xfrm>
            <a:off x="5108017" y="4293328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Straight Connector 723">
            <a:extLst>
              <a:ext uri="{FF2B5EF4-FFF2-40B4-BE49-F238E27FC236}">
                <a16:creationId xmlns:a16="http://schemas.microsoft.com/office/drawing/2014/main" id="{66516DFD-E7C7-4795-B8BC-42670EC917BB}"/>
              </a:ext>
            </a:extLst>
          </p:cNvPr>
          <p:cNvCxnSpPr>
            <a:cxnSpLocks/>
          </p:cNvCxnSpPr>
          <p:nvPr/>
        </p:nvCxnSpPr>
        <p:spPr>
          <a:xfrm>
            <a:off x="5229937" y="4293328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Straight Connector 724">
            <a:extLst>
              <a:ext uri="{FF2B5EF4-FFF2-40B4-BE49-F238E27FC236}">
                <a16:creationId xmlns:a16="http://schemas.microsoft.com/office/drawing/2014/main" id="{A45D2548-00F2-4199-9244-37CD5CDE9830}"/>
              </a:ext>
            </a:extLst>
          </p:cNvPr>
          <p:cNvCxnSpPr>
            <a:cxnSpLocks/>
          </p:cNvCxnSpPr>
          <p:nvPr/>
        </p:nvCxnSpPr>
        <p:spPr>
          <a:xfrm flipV="1">
            <a:off x="4857985" y="4287415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Straight Connector 725">
            <a:extLst>
              <a:ext uri="{FF2B5EF4-FFF2-40B4-BE49-F238E27FC236}">
                <a16:creationId xmlns:a16="http://schemas.microsoft.com/office/drawing/2014/main" id="{D6310674-53F4-4E92-96D1-118C489C38DA}"/>
              </a:ext>
            </a:extLst>
          </p:cNvPr>
          <p:cNvCxnSpPr>
            <a:cxnSpLocks/>
          </p:cNvCxnSpPr>
          <p:nvPr/>
        </p:nvCxnSpPr>
        <p:spPr>
          <a:xfrm flipV="1">
            <a:off x="4974012" y="4297082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7" name="Straight Connector 726">
            <a:extLst>
              <a:ext uri="{FF2B5EF4-FFF2-40B4-BE49-F238E27FC236}">
                <a16:creationId xmlns:a16="http://schemas.microsoft.com/office/drawing/2014/main" id="{20EC6D56-5F3A-454F-8C1D-0BA25353243A}"/>
              </a:ext>
            </a:extLst>
          </p:cNvPr>
          <p:cNvCxnSpPr>
            <a:cxnSpLocks/>
          </p:cNvCxnSpPr>
          <p:nvPr/>
        </p:nvCxnSpPr>
        <p:spPr>
          <a:xfrm flipH="1" flipV="1">
            <a:off x="4858687" y="4290925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Straight Connector 727">
            <a:extLst>
              <a:ext uri="{FF2B5EF4-FFF2-40B4-BE49-F238E27FC236}">
                <a16:creationId xmlns:a16="http://schemas.microsoft.com/office/drawing/2014/main" id="{3B265E67-5A60-463C-8BEF-D1C16AFF6E41}"/>
              </a:ext>
            </a:extLst>
          </p:cNvPr>
          <p:cNvCxnSpPr>
            <a:cxnSpLocks/>
          </p:cNvCxnSpPr>
          <p:nvPr/>
        </p:nvCxnSpPr>
        <p:spPr>
          <a:xfrm flipH="1" flipV="1">
            <a:off x="4977002" y="4291804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" name="Straight Connector 728">
            <a:extLst>
              <a:ext uri="{FF2B5EF4-FFF2-40B4-BE49-F238E27FC236}">
                <a16:creationId xmlns:a16="http://schemas.microsoft.com/office/drawing/2014/main" id="{998B3DB7-BEB9-4925-83CF-77C15B26F53E}"/>
              </a:ext>
            </a:extLst>
          </p:cNvPr>
          <p:cNvCxnSpPr>
            <a:cxnSpLocks/>
          </p:cNvCxnSpPr>
          <p:nvPr/>
        </p:nvCxnSpPr>
        <p:spPr>
          <a:xfrm>
            <a:off x="5360296" y="428884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78F15246-9340-4893-9C5F-7C5E20889193}"/>
              </a:ext>
            </a:extLst>
          </p:cNvPr>
          <p:cNvCxnSpPr>
            <a:cxnSpLocks/>
          </p:cNvCxnSpPr>
          <p:nvPr/>
        </p:nvCxnSpPr>
        <p:spPr>
          <a:xfrm>
            <a:off x="5479676" y="428884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Straight Connector 730">
            <a:extLst>
              <a:ext uri="{FF2B5EF4-FFF2-40B4-BE49-F238E27FC236}">
                <a16:creationId xmlns:a16="http://schemas.microsoft.com/office/drawing/2014/main" id="{644523AD-5813-434E-9BEC-D6FC800BD2A8}"/>
              </a:ext>
            </a:extLst>
          </p:cNvPr>
          <p:cNvCxnSpPr>
            <a:cxnSpLocks/>
          </p:cNvCxnSpPr>
          <p:nvPr/>
        </p:nvCxnSpPr>
        <p:spPr>
          <a:xfrm>
            <a:off x="5609216" y="428884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2" name="Straight Connector 731">
            <a:extLst>
              <a:ext uri="{FF2B5EF4-FFF2-40B4-BE49-F238E27FC236}">
                <a16:creationId xmlns:a16="http://schemas.microsoft.com/office/drawing/2014/main" id="{A2C26083-DB34-4796-93A2-D70FE46E6627}"/>
              </a:ext>
            </a:extLst>
          </p:cNvPr>
          <p:cNvCxnSpPr>
            <a:cxnSpLocks/>
          </p:cNvCxnSpPr>
          <p:nvPr/>
        </p:nvCxnSpPr>
        <p:spPr>
          <a:xfrm>
            <a:off x="5731136" y="428884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3" name="Straight Connector 732">
            <a:extLst>
              <a:ext uri="{FF2B5EF4-FFF2-40B4-BE49-F238E27FC236}">
                <a16:creationId xmlns:a16="http://schemas.microsoft.com/office/drawing/2014/main" id="{7E0B30FA-3B63-4A7F-A1F1-7E125C1C0EC1}"/>
              </a:ext>
            </a:extLst>
          </p:cNvPr>
          <p:cNvCxnSpPr>
            <a:cxnSpLocks/>
          </p:cNvCxnSpPr>
          <p:nvPr/>
        </p:nvCxnSpPr>
        <p:spPr>
          <a:xfrm flipV="1">
            <a:off x="5359184" y="4282934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4" name="Straight Connector 733">
            <a:extLst>
              <a:ext uri="{FF2B5EF4-FFF2-40B4-BE49-F238E27FC236}">
                <a16:creationId xmlns:a16="http://schemas.microsoft.com/office/drawing/2014/main" id="{AEAF6EC3-A920-4258-BD4F-0D471CB02D1A}"/>
              </a:ext>
            </a:extLst>
          </p:cNvPr>
          <p:cNvCxnSpPr>
            <a:cxnSpLocks/>
          </p:cNvCxnSpPr>
          <p:nvPr/>
        </p:nvCxnSpPr>
        <p:spPr>
          <a:xfrm flipV="1">
            <a:off x="5475211" y="4292601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5" name="Straight Connector 734">
            <a:extLst>
              <a:ext uri="{FF2B5EF4-FFF2-40B4-BE49-F238E27FC236}">
                <a16:creationId xmlns:a16="http://schemas.microsoft.com/office/drawing/2014/main" id="{BDD872B9-283E-4E7F-B259-7B09DE201B88}"/>
              </a:ext>
            </a:extLst>
          </p:cNvPr>
          <p:cNvCxnSpPr>
            <a:cxnSpLocks/>
          </p:cNvCxnSpPr>
          <p:nvPr/>
        </p:nvCxnSpPr>
        <p:spPr>
          <a:xfrm flipH="1" flipV="1">
            <a:off x="5359886" y="4286444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6" name="Straight Connector 735">
            <a:extLst>
              <a:ext uri="{FF2B5EF4-FFF2-40B4-BE49-F238E27FC236}">
                <a16:creationId xmlns:a16="http://schemas.microsoft.com/office/drawing/2014/main" id="{FD602784-16B7-4762-BDC6-D09344529A7F}"/>
              </a:ext>
            </a:extLst>
          </p:cNvPr>
          <p:cNvCxnSpPr>
            <a:cxnSpLocks/>
          </p:cNvCxnSpPr>
          <p:nvPr/>
        </p:nvCxnSpPr>
        <p:spPr>
          <a:xfrm flipH="1" flipV="1">
            <a:off x="5478201" y="4287323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Straight Connector 801">
            <a:extLst>
              <a:ext uri="{FF2B5EF4-FFF2-40B4-BE49-F238E27FC236}">
                <a16:creationId xmlns:a16="http://schemas.microsoft.com/office/drawing/2014/main" id="{4E066CFE-89C7-42F6-9E37-923F41351562}"/>
              </a:ext>
            </a:extLst>
          </p:cNvPr>
          <p:cNvCxnSpPr>
            <a:cxnSpLocks/>
          </p:cNvCxnSpPr>
          <p:nvPr/>
        </p:nvCxnSpPr>
        <p:spPr>
          <a:xfrm>
            <a:off x="5888924" y="4304590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3" name="Straight Connector 802">
            <a:extLst>
              <a:ext uri="{FF2B5EF4-FFF2-40B4-BE49-F238E27FC236}">
                <a16:creationId xmlns:a16="http://schemas.microsoft.com/office/drawing/2014/main" id="{21F2546C-BA7B-447C-8CD2-6C57819BB0AC}"/>
              </a:ext>
            </a:extLst>
          </p:cNvPr>
          <p:cNvCxnSpPr>
            <a:cxnSpLocks/>
          </p:cNvCxnSpPr>
          <p:nvPr/>
        </p:nvCxnSpPr>
        <p:spPr>
          <a:xfrm>
            <a:off x="6008304" y="4304590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4" name="Straight Connector 803">
            <a:extLst>
              <a:ext uri="{FF2B5EF4-FFF2-40B4-BE49-F238E27FC236}">
                <a16:creationId xmlns:a16="http://schemas.microsoft.com/office/drawing/2014/main" id="{90F798FF-8814-418E-AED2-23D2FE807627}"/>
              </a:ext>
            </a:extLst>
          </p:cNvPr>
          <p:cNvCxnSpPr>
            <a:cxnSpLocks/>
          </p:cNvCxnSpPr>
          <p:nvPr/>
        </p:nvCxnSpPr>
        <p:spPr>
          <a:xfrm>
            <a:off x="6137844" y="4304590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5" name="Straight Connector 804">
            <a:extLst>
              <a:ext uri="{FF2B5EF4-FFF2-40B4-BE49-F238E27FC236}">
                <a16:creationId xmlns:a16="http://schemas.microsoft.com/office/drawing/2014/main" id="{CE1E9BB0-39CA-44E8-972D-935C37503DD4}"/>
              </a:ext>
            </a:extLst>
          </p:cNvPr>
          <p:cNvCxnSpPr>
            <a:cxnSpLocks/>
          </p:cNvCxnSpPr>
          <p:nvPr/>
        </p:nvCxnSpPr>
        <p:spPr>
          <a:xfrm>
            <a:off x="6259764" y="4304590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6" name="Straight Connector 805">
            <a:extLst>
              <a:ext uri="{FF2B5EF4-FFF2-40B4-BE49-F238E27FC236}">
                <a16:creationId xmlns:a16="http://schemas.microsoft.com/office/drawing/2014/main" id="{0E2236E4-5158-442E-8AE9-09713CAF5539}"/>
              </a:ext>
            </a:extLst>
          </p:cNvPr>
          <p:cNvCxnSpPr>
            <a:cxnSpLocks/>
          </p:cNvCxnSpPr>
          <p:nvPr/>
        </p:nvCxnSpPr>
        <p:spPr>
          <a:xfrm flipV="1">
            <a:off x="5887812" y="4298677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7" name="Straight Connector 806">
            <a:extLst>
              <a:ext uri="{FF2B5EF4-FFF2-40B4-BE49-F238E27FC236}">
                <a16:creationId xmlns:a16="http://schemas.microsoft.com/office/drawing/2014/main" id="{D9CBE062-031C-4B67-A2B5-2CB2E282B946}"/>
              </a:ext>
            </a:extLst>
          </p:cNvPr>
          <p:cNvCxnSpPr>
            <a:cxnSpLocks/>
          </p:cNvCxnSpPr>
          <p:nvPr/>
        </p:nvCxnSpPr>
        <p:spPr>
          <a:xfrm flipV="1">
            <a:off x="6003839" y="4308344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2D724D2-6B18-4563-8A7C-FD3395EABE8B}"/>
              </a:ext>
            </a:extLst>
          </p:cNvPr>
          <p:cNvCxnSpPr>
            <a:cxnSpLocks/>
          </p:cNvCxnSpPr>
          <p:nvPr/>
        </p:nvCxnSpPr>
        <p:spPr>
          <a:xfrm flipH="1" flipV="1">
            <a:off x="5888514" y="4302187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Straight Connector 808">
            <a:extLst>
              <a:ext uri="{FF2B5EF4-FFF2-40B4-BE49-F238E27FC236}">
                <a16:creationId xmlns:a16="http://schemas.microsoft.com/office/drawing/2014/main" id="{4497EE65-F937-434A-BD1D-44824B31FC95}"/>
              </a:ext>
            </a:extLst>
          </p:cNvPr>
          <p:cNvCxnSpPr>
            <a:cxnSpLocks/>
          </p:cNvCxnSpPr>
          <p:nvPr/>
        </p:nvCxnSpPr>
        <p:spPr>
          <a:xfrm flipH="1" flipV="1">
            <a:off x="6006829" y="4303066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0" name="Straight Connector 809">
            <a:extLst>
              <a:ext uri="{FF2B5EF4-FFF2-40B4-BE49-F238E27FC236}">
                <a16:creationId xmlns:a16="http://schemas.microsoft.com/office/drawing/2014/main" id="{94481921-422B-4F9D-BBA6-0B5E34D27726}"/>
              </a:ext>
            </a:extLst>
          </p:cNvPr>
          <p:cNvCxnSpPr>
            <a:cxnSpLocks/>
          </p:cNvCxnSpPr>
          <p:nvPr/>
        </p:nvCxnSpPr>
        <p:spPr>
          <a:xfrm>
            <a:off x="6390123" y="43001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33B15A49-3F0C-4A1E-A3CE-188F3F8F1257}"/>
              </a:ext>
            </a:extLst>
          </p:cNvPr>
          <p:cNvCxnSpPr>
            <a:cxnSpLocks/>
          </p:cNvCxnSpPr>
          <p:nvPr/>
        </p:nvCxnSpPr>
        <p:spPr>
          <a:xfrm>
            <a:off x="6509503" y="43001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2" name="Straight Connector 811">
            <a:extLst>
              <a:ext uri="{FF2B5EF4-FFF2-40B4-BE49-F238E27FC236}">
                <a16:creationId xmlns:a16="http://schemas.microsoft.com/office/drawing/2014/main" id="{2447E9B3-3093-41BF-9F86-5C6D00F02FD9}"/>
              </a:ext>
            </a:extLst>
          </p:cNvPr>
          <p:cNvCxnSpPr>
            <a:cxnSpLocks/>
          </p:cNvCxnSpPr>
          <p:nvPr/>
        </p:nvCxnSpPr>
        <p:spPr>
          <a:xfrm>
            <a:off x="6639043" y="43001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6D22234A-5E6B-4204-BA6A-B4925D8D488E}"/>
              </a:ext>
            </a:extLst>
          </p:cNvPr>
          <p:cNvCxnSpPr>
            <a:cxnSpLocks/>
          </p:cNvCxnSpPr>
          <p:nvPr/>
        </p:nvCxnSpPr>
        <p:spPr>
          <a:xfrm>
            <a:off x="6760963" y="4300109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4" name="Straight Connector 813">
            <a:extLst>
              <a:ext uri="{FF2B5EF4-FFF2-40B4-BE49-F238E27FC236}">
                <a16:creationId xmlns:a16="http://schemas.microsoft.com/office/drawing/2014/main" id="{522C506A-8BDC-4299-8AAA-7D43A98C1502}"/>
              </a:ext>
            </a:extLst>
          </p:cNvPr>
          <p:cNvCxnSpPr>
            <a:cxnSpLocks/>
          </p:cNvCxnSpPr>
          <p:nvPr/>
        </p:nvCxnSpPr>
        <p:spPr>
          <a:xfrm flipV="1">
            <a:off x="6389011" y="4294196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5" name="Straight Connector 814">
            <a:extLst>
              <a:ext uri="{FF2B5EF4-FFF2-40B4-BE49-F238E27FC236}">
                <a16:creationId xmlns:a16="http://schemas.microsoft.com/office/drawing/2014/main" id="{F0DED8C0-7A1D-41A6-8DC4-7E59EC65EE25}"/>
              </a:ext>
            </a:extLst>
          </p:cNvPr>
          <p:cNvCxnSpPr>
            <a:cxnSpLocks/>
          </p:cNvCxnSpPr>
          <p:nvPr/>
        </p:nvCxnSpPr>
        <p:spPr>
          <a:xfrm flipV="1">
            <a:off x="6505038" y="4303863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E454CA2B-EFD6-4FB1-84EB-165BDDBAA99E}"/>
              </a:ext>
            </a:extLst>
          </p:cNvPr>
          <p:cNvCxnSpPr>
            <a:cxnSpLocks/>
          </p:cNvCxnSpPr>
          <p:nvPr/>
        </p:nvCxnSpPr>
        <p:spPr>
          <a:xfrm flipH="1" flipV="1">
            <a:off x="6389713" y="4297706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7" name="Straight Connector 816">
            <a:extLst>
              <a:ext uri="{FF2B5EF4-FFF2-40B4-BE49-F238E27FC236}">
                <a16:creationId xmlns:a16="http://schemas.microsoft.com/office/drawing/2014/main" id="{8BAD4AAE-082B-4F6F-A953-47FDCE9BA47A}"/>
              </a:ext>
            </a:extLst>
          </p:cNvPr>
          <p:cNvCxnSpPr>
            <a:cxnSpLocks/>
          </p:cNvCxnSpPr>
          <p:nvPr/>
        </p:nvCxnSpPr>
        <p:spPr>
          <a:xfrm flipH="1" flipV="1">
            <a:off x="6508028" y="4298585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00778BC8-2FEA-49F8-901D-37FC971BD389}"/>
              </a:ext>
            </a:extLst>
          </p:cNvPr>
          <p:cNvCxnSpPr>
            <a:cxnSpLocks/>
          </p:cNvCxnSpPr>
          <p:nvPr/>
        </p:nvCxnSpPr>
        <p:spPr>
          <a:xfrm>
            <a:off x="6902394" y="4305678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5952B061-3506-43BA-865A-E6B3B7698BCB}"/>
              </a:ext>
            </a:extLst>
          </p:cNvPr>
          <p:cNvCxnSpPr>
            <a:cxnSpLocks/>
          </p:cNvCxnSpPr>
          <p:nvPr/>
        </p:nvCxnSpPr>
        <p:spPr>
          <a:xfrm>
            <a:off x="7021774" y="4305678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" name="Straight Connector 819">
            <a:extLst>
              <a:ext uri="{FF2B5EF4-FFF2-40B4-BE49-F238E27FC236}">
                <a16:creationId xmlns:a16="http://schemas.microsoft.com/office/drawing/2014/main" id="{538627E2-1853-47FF-A568-9DA126A4A7D5}"/>
              </a:ext>
            </a:extLst>
          </p:cNvPr>
          <p:cNvCxnSpPr>
            <a:cxnSpLocks/>
          </p:cNvCxnSpPr>
          <p:nvPr/>
        </p:nvCxnSpPr>
        <p:spPr>
          <a:xfrm>
            <a:off x="7151314" y="4305678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Straight Connector 820">
            <a:extLst>
              <a:ext uri="{FF2B5EF4-FFF2-40B4-BE49-F238E27FC236}">
                <a16:creationId xmlns:a16="http://schemas.microsoft.com/office/drawing/2014/main" id="{B2C33B2E-828B-4535-975F-8C0DBE06346C}"/>
              </a:ext>
            </a:extLst>
          </p:cNvPr>
          <p:cNvCxnSpPr>
            <a:cxnSpLocks/>
          </p:cNvCxnSpPr>
          <p:nvPr/>
        </p:nvCxnSpPr>
        <p:spPr>
          <a:xfrm>
            <a:off x="7273234" y="4305678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" name="Straight Connector 821">
            <a:extLst>
              <a:ext uri="{FF2B5EF4-FFF2-40B4-BE49-F238E27FC236}">
                <a16:creationId xmlns:a16="http://schemas.microsoft.com/office/drawing/2014/main" id="{17A10F32-F97C-4ED3-879F-0DC226C54CE4}"/>
              </a:ext>
            </a:extLst>
          </p:cNvPr>
          <p:cNvCxnSpPr>
            <a:cxnSpLocks/>
          </p:cNvCxnSpPr>
          <p:nvPr/>
        </p:nvCxnSpPr>
        <p:spPr>
          <a:xfrm flipV="1">
            <a:off x="6901282" y="4299765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CCC4D222-B383-44CE-9EED-9599B7214A51}"/>
              </a:ext>
            </a:extLst>
          </p:cNvPr>
          <p:cNvCxnSpPr>
            <a:cxnSpLocks/>
          </p:cNvCxnSpPr>
          <p:nvPr/>
        </p:nvCxnSpPr>
        <p:spPr>
          <a:xfrm flipV="1">
            <a:off x="7017309" y="4309432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5D474FA2-C195-4E96-B96D-982E774A56FF}"/>
              </a:ext>
            </a:extLst>
          </p:cNvPr>
          <p:cNvCxnSpPr>
            <a:cxnSpLocks/>
          </p:cNvCxnSpPr>
          <p:nvPr/>
        </p:nvCxnSpPr>
        <p:spPr>
          <a:xfrm flipH="1" flipV="1">
            <a:off x="6901984" y="4303275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E23A8E42-6A69-42FF-AE31-77CA6F633083}"/>
              </a:ext>
            </a:extLst>
          </p:cNvPr>
          <p:cNvCxnSpPr>
            <a:cxnSpLocks/>
          </p:cNvCxnSpPr>
          <p:nvPr/>
        </p:nvCxnSpPr>
        <p:spPr>
          <a:xfrm flipH="1" flipV="1">
            <a:off x="7020299" y="4304154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6" name="Straight Connector 825">
            <a:extLst>
              <a:ext uri="{FF2B5EF4-FFF2-40B4-BE49-F238E27FC236}">
                <a16:creationId xmlns:a16="http://schemas.microsoft.com/office/drawing/2014/main" id="{A5DA4983-15F1-4A3A-8928-6AE54E2D9DEC}"/>
              </a:ext>
            </a:extLst>
          </p:cNvPr>
          <p:cNvCxnSpPr>
            <a:cxnSpLocks/>
          </p:cNvCxnSpPr>
          <p:nvPr/>
        </p:nvCxnSpPr>
        <p:spPr>
          <a:xfrm>
            <a:off x="7403593" y="43011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26C4043E-9293-43C3-9B8D-E68540DB77FB}"/>
              </a:ext>
            </a:extLst>
          </p:cNvPr>
          <p:cNvCxnSpPr>
            <a:cxnSpLocks/>
          </p:cNvCxnSpPr>
          <p:nvPr/>
        </p:nvCxnSpPr>
        <p:spPr>
          <a:xfrm>
            <a:off x="7522973" y="43011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8" name="Straight Connector 827">
            <a:extLst>
              <a:ext uri="{FF2B5EF4-FFF2-40B4-BE49-F238E27FC236}">
                <a16:creationId xmlns:a16="http://schemas.microsoft.com/office/drawing/2014/main" id="{FBBCC11D-CF1D-4403-8F07-18C42FDC0547}"/>
              </a:ext>
            </a:extLst>
          </p:cNvPr>
          <p:cNvCxnSpPr>
            <a:cxnSpLocks/>
          </p:cNvCxnSpPr>
          <p:nvPr/>
        </p:nvCxnSpPr>
        <p:spPr>
          <a:xfrm>
            <a:off x="7652513" y="43011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Straight Connector 828">
            <a:extLst>
              <a:ext uri="{FF2B5EF4-FFF2-40B4-BE49-F238E27FC236}">
                <a16:creationId xmlns:a16="http://schemas.microsoft.com/office/drawing/2014/main" id="{F0E5A031-2EE8-4629-AA57-80042AC227EF}"/>
              </a:ext>
            </a:extLst>
          </p:cNvPr>
          <p:cNvCxnSpPr>
            <a:cxnSpLocks/>
          </p:cNvCxnSpPr>
          <p:nvPr/>
        </p:nvCxnSpPr>
        <p:spPr>
          <a:xfrm>
            <a:off x="7774433" y="43011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FB19EED6-B4B9-4374-9B29-7311818C2FD1}"/>
              </a:ext>
            </a:extLst>
          </p:cNvPr>
          <p:cNvCxnSpPr>
            <a:cxnSpLocks/>
          </p:cNvCxnSpPr>
          <p:nvPr/>
        </p:nvCxnSpPr>
        <p:spPr>
          <a:xfrm flipV="1">
            <a:off x="7402481" y="4295284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1" name="Straight Connector 830">
            <a:extLst>
              <a:ext uri="{FF2B5EF4-FFF2-40B4-BE49-F238E27FC236}">
                <a16:creationId xmlns:a16="http://schemas.microsoft.com/office/drawing/2014/main" id="{45F83608-BE8F-4D09-B7BB-A7C7434BFFDE}"/>
              </a:ext>
            </a:extLst>
          </p:cNvPr>
          <p:cNvCxnSpPr>
            <a:cxnSpLocks/>
          </p:cNvCxnSpPr>
          <p:nvPr/>
        </p:nvCxnSpPr>
        <p:spPr>
          <a:xfrm flipV="1">
            <a:off x="7518508" y="4304951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" name="Straight Connector 831">
            <a:extLst>
              <a:ext uri="{FF2B5EF4-FFF2-40B4-BE49-F238E27FC236}">
                <a16:creationId xmlns:a16="http://schemas.microsoft.com/office/drawing/2014/main" id="{AA6DE21F-E0D1-42D3-B563-24EAC1ED4D07}"/>
              </a:ext>
            </a:extLst>
          </p:cNvPr>
          <p:cNvCxnSpPr>
            <a:cxnSpLocks/>
          </p:cNvCxnSpPr>
          <p:nvPr/>
        </p:nvCxnSpPr>
        <p:spPr>
          <a:xfrm flipH="1" flipV="1">
            <a:off x="7403183" y="4298794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" name="Straight Connector 832">
            <a:extLst>
              <a:ext uri="{FF2B5EF4-FFF2-40B4-BE49-F238E27FC236}">
                <a16:creationId xmlns:a16="http://schemas.microsoft.com/office/drawing/2014/main" id="{0616A8F5-751E-4CC2-ACEB-B509FE4BCAB8}"/>
              </a:ext>
            </a:extLst>
          </p:cNvPr>
          <p:cNvCxnSpPr>
            <a:cxnSpLocks/>
          </p:cNvCxnSpPr>
          <p:nvPr/>
        </p:nvCxnSpPr>
        <p:spPr>
          <a:xfrm flipH="1" flipV="1">
            <a:off x="7521498" y="4299673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4" name="Straight Connector 833">
            <a:extLst>
              <a:ext uri="{FF2B5EF4-FFF2-40B4-BE49-F238E27FC236}">
                <a16:creationId xmlns:a16="http://schemas.microsoft.com/office/drawing/2014/main" id="{C0B667A4-09E9-4950-8469-0B1520A497E0}"/>
              </a:ext>
            </a:extLst>
          </p:cNvPr>
          <p:cNvCxnSpPr>
            <a:cxnSpLocks/>
          </p:cNvCxnSpPr>
          <p:nvPr/>
        </p:nvCxnSpPr>
        <p:spPr>
          <a:xfrm>
            <a:off x="7907349" y="4297325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Straight Connector 834">
            <a:extLst>
              <a:ext uri="{FF2B5EF4-FFF2-40B4-BE49-F238E27FC236}">
                <a16:creationId xmlns:a16="http://schemas.microsoft.com/office/drawing/2014/main" id="{3B54F91B-90E6-42BB-9190-B2C22116F1D8}"/>
              </a:ext>
            </a:extLst>
          </p:cNvPr>
          <p:cNvCxnSpPr>
            <a:cxnSpLocks/>
          </p:cNvCxnSpPr>
          <p:nvPr/>
        </p:nvCxnSpPr>
        <p:spPr>
          <a:xfrm>
            <a:off x="8026729" y="4297325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6" name="Straight Connector 835">
            <a:extLst>
              <a:ext uri="{FF2B5EF4-FFF2-40B4-BE49-F238E27FC236}">
                <a16:creationId xmlns:a16="http://schemas.microsoft.com/office/drawing/2014/main" id="{4CB35580-2F60-4B43-96A4-BB3CB5E1BA60}"/>
              </a:ext>
            </a:extLst>
          </p:cNvPr>
          <p:cNvCxnSpPr>
            <a:cxnSpLocks/>
          </p:cNvCxnSpPr>
          <p:nvPr/>
        </p:nvCxnSpPr>
        <p:spPr>
          <a:xfrm>
            <a:off x="8156269" y="4297325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7" name="Straight Connector 836">
            <a:extLst>
              <a:ext uri="{FF2B5EF4-FFF2-40B4-BE49-F238E27FC236}">
                <a16:creationId xmlns:a16="http://schemas.microsoft.com/office/drawing/2014/main" id="{C5741DE4-A35A-41D5-95E5-67494E0049BE}"/>
              </a:ext>
            </a:extLst>
          </p:cNvPr>
          <p:cNvCxnSpPr>
            <a:cxnSpLocks/>
          </p:cNvCxnSpPr>
          <p:nvPr/>
        </p:nvCxnSpPr>
        <p:spPr>
          <a:xfrm>
            <a:off x="8278189" y="4297325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837">
            <a:extLst>
              <a:ext uri="{FF2B5EF4-FFF2-40B4-BE49-F238E27FC236}">
                <a16:creationId xmlns:a16="http://schemas.microsoft.com/office/drawing/2014/main" id="{8AF4DC09-5B2A-4FED-B8C6-0B47C4D94C76}"/>
              </a:ext>
            </a:extLst>
          </p:cNvPr>
          <p:cNvCxnSpPr>
            <a:cxnSpLocks/>
          </p:cNvCxnSpPr>
          <p:nvPr/>
        </p:nvCxnSpPr>
        <p:spPr>
          <a:xfrm flipV="1">
            <a:off x="7906237" y="4291412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838">
            <a:extLst>
              <a:ext uri="{FF2B5EF4-FFF2-40B4-BE49-F238E27FC236}">
                <a16:creationId xmlns:a16="http://schemas.microsoft.com/office/drawing/2014/main" id="{61EF9B4C-C12D-4B46-9CFF-183AD960CD2D}"/>
              </a:ext>
            </a:extLst>
          </p:cNvPr>
          <p:cNvCxnSpPr>
            <a:cxnSpLocks/>
          </p:cNvCxnSpPr>
          <p:nvPr/>
        </p:nvCxnSpPr>
        <p:spPr>
          <a:xfrm flipV="1">
            <a:off x="8022264" y="4301079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839">
            <a:extLst>
              <a:ext uri="{FF2B5EF4-FFF2-40B4-BE49-F238E27FC236}">
                <a16:creationId xmlns:a16="http://schemas.microsoft.com/office/drawing/2014/main" id="{680918A9-7AAC-4645-BCC4-837595551496}"/>
              </a:ext>
            </a:extLst>
          </p:cNvPr>
          <p:cNvCxnSpPr>
            <a:cxnSpLocks/>
          </p:cNvCxnSpPr>
          <p:nvPr/>
        </p:nvCxnSpPr>
        <p:spPr>
          <a:xfrm flipH="1" flipV="1">
            <a:off x="7906939" y="4294922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840">
            <a:extLst>
              <a:ext uri="{FF2B5EF4-FFF2-40B4-BE49-F238E27FC236}">
                <a16:creationId xmlns:a16="http://schemas.microsoft.com/office/drawing/2014/main" id="{25C17F1C-E2DE-4838-8AEF-4D4483952903}"/>
              </a:ext>
            </a:extLst>
          </p:cNvPr>
          <p:cNvCxnSpPr>
            <a:cxnSpLocks/>
          </p:cNvCxnSpPr>
          <p:nvPr/>
        </p:nvCxnSpPr>
        <p:spPr>
          <a:xfrm flipH="1" flipV="1">
            <a:off x="8025254" y="4295801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841">
            <a:extLst>
              <a:ext uri="{FF2B5EF4-FFF2-40B4-BE49-F238E27FC236}">
                <a16:creationId xmlns:a16="http://schemas.microsoft.com/office/drawing/2014/main" id="{5CB66233-F3A4-4E53-BC51-E15EF2D90339}"/>
              </a:ext>
            </a:extLst>
          </p:cNvPr>
          <p:cNvCxnSpPr>
            <a:cxnSpLocks/>
          </p:cNvCxnSpPr>
          <p:nvPr/>
        </p:nvCxnSpPr>
        <p:spPr>
          <a:xfrm>
            <a:off x="8408548" y="4292844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842">
            <a:extLst>
              <a:ext uri="{FF2B5EF4-FFF2-40B4-BE49-F238E27FC236}">
                <a16:creationId xmlns:a16="http://schemas.microsoft.com/office/drawing/2014/main" id="{67868C6F-88F4-4797-A7F3-DA2B159C23D7}"/>
              </a:ext>
            </a:extLst>
          </p:cNvPr>
          <p:cNvCxnSpPr>
            <a:cxnSpLocks/>
          </p:cNvCxnSpPr>
          <p:nvPr/>
        </p:nvCxnSpPr>
        <p:spPr>
          <a:xfrm>
            <a:off x="8527928" y="4292844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843">
            <a:extLst>
              <a:ext uri="{FF2B5EF4-FFF2-40B4-BE49-F238E27FC236}">
                <a16:creationId xmlns:a16="http://schemas.microsoft.com/office/drawing/2014/main" id="{36058D97-746E-43CD-B12B-E37823817D83}"/>
              </a:ext>
            </a:extLst>
          </p:cNvPr>
          <p:cNvCxnSpPr>
            <a:cxnSpLocks/>
          </p:cNvCxnSpPr>
          <p:nvPr/>
        </p:nvCxnSpPr>
        <p:spPr>
          <a:xfrm>
            <a:off x="8657468" y="4292844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5" name="Straight Connector 844">
            <a:extLst>
              <a:ext uri="{FF2B5EF4-FFF2-40B4-BE49-F238E27FC236}">
                <a16:creationId xmlns:a16="http://schemas.microsoft.com/office/drawing/2014/main" id="{D5B55C9C-F2CD-4718-931E-C5ECB6886469}"/>
              </a:ext>
            </a:extLst>
          </p:cNvPr>
          <p:cNvCxnSpPr>
            <a:cxnSpLocks/>
          </p:cNvCxnSpPr>
          <p:nvPr/>
        </p:nvCxnSpPr>
        <p:spPr>
          <a:xfrm>
            <a:off x="8779388" y="4292844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Straight Connector 845">
            <a:extLst>
              <a:ext uri="{FF2B5EF4-FFF2-40B4-BE49-F238E27FC236}">
                <a16:creationId xmlns:a16="http://schemas.microsoft.com/office/drawing/2014/main" id="{0FAB06DB-950A-40B5-A425-FD72814EB7DE}"/>
              </a:ext>
            </a:extLst>
          </p:cNvPr>
          <p:cNvCxnSpPr>
            <a:cxnSpLocks/>
          </p:cNvCxnSpPr>
          <p:nvPr/>
        </p:nvCxnSpPr>
        <p:spPr>
          <a:xfrm flipV="1">
            <a:off x="8407436" y="4286931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Connector 846">
            <a:extLst>
              <a:ext uri="{FF2B5EF4-FFF2-40B4-BE49-F238E27FC236}">
                <a16:creationId xmlns:a16="http://schemas.microsoft.com/office/drawing/2014/main" id="{763BFC23-6016-4853-871A-9903B9AD5A8B}"/>
              </a:ext>
            </a:extLst>
          </p:cNvPr>
          <p:cNvCxnSpPr>
            <a:cxnSpLocks/>
          </p:cNvCxnSpPr>
          <p:nvPr/>
        </p:nvCxnSpPr>
        <p:spPr>
          <a:xfrm flipV="1">
            <a:off x="8523463" y="4296598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8" name="Straight Connector 847">
            <a:extLst>
              <a:ext uri="{FF2B5EF4-FFF2-40B4-BE49-F238E27FC236}">
                <a16:creationId xmlns:a16="http://schemas.microsoft.com/office/drawing/2014/main" id="{3B0BE847-9AB8-4881-8858-C56F07FF5078}"/>
              </a:ext>
            </a:extLst>
          </p:cNvPr>
          <p:cNvCxnSpPr>
            <a:cxnSpLocks/>
          </p:cNvCxnSpPr>
          <p:nvPr/>
        </p:nvCxnSpPr>
        <p:spPr>
          <a:xfrm flipH="1" flipV="1">
            <a:off x="8408138" y="4290441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848">
            <a:extLst>
              <a:ext uri="{FF2B5EF4-FFF2-40B4-BE49-F238E27FC236}">
                <a16:creationId xmlns:a16="http://schemas.microsoft.com/office/drawing/2014/main" id="{D8DA12C3-ED3F-4ABB-A0BA-EABC91254516}"/>
              </a:ext>
            </a:extLst>
          </p:cNvPr>
          <p:cNvCxnSpPr>
            <a:cxnSpLocks/>
          </p:cNvCxnSpPr>
          <p:nvPr/>
        </p:nvCxnSpPr>
        <p:spPr>
          <a:xfrm flipH="1" flipV="1">
            <a:off x="8526453" y="4291320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Straight Connector 849">
            <a:extLst>
              <a:ext uri="{FF2B5EF4-FFF2-40B4-BE49-F238E27FC236}">
                <a16:creationId xmlns:a16="http://schemas.microsoft.com/office/drawing/2014/main" id="{813F1EF5-44CE-4B6C-95A3-29C906338CE0}"/>
              </a:ext>
            </a:extLst>
          </p:cNvPr>
          <p:cNvCxnSpPr>
            <a:cxnSpLocks/>
          </p:cNvCxnSpPr>
          <p:nvPr/>
        </p:nvCxnSpPr>
        <p:spPr>
          <a:xfrm>
            <a:off x="8920819" y="429841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850">
            <a:extLst>
              <a:ext uri="{FF2B5EF4-FFF2-40B4-BE49-F238E27FC236}">
                <a16:creationId xmlns:a16="http://schemas.microsoft.com/office/drawing/2014/main" id="{BE64F828-E2B9-44B7-9080-130AE17594E1}"/>
              </a:ext>
            </a:extLst>
          </p:cNvPr>
          <p:cNvCxnSpPr>
            <a:cxnSpLocks/>
          </p:cNvCxnSpPr>
          <p:nvPr/>
        </p:nvCxnSpPr>
        <p:spPr>
          <a:xfrm>
            <a:off x="9040199" y="429841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851">
            <a:extLst>
              <a:ext uri="{FF2B5EF4-FFF2-40B4-BE49-F238E27FC236}">
                <a16:creationId xmlns:a16="http://schemas.microsoft.com/office/drawing/2014/main" id="{A3D36B45-00C8-4A97-A0B3-97A59FBC3A14}"/>
              </a:ext>
            </a:extLst>
          </p:cNvPr>
          <p:cNvCxnSpPr>
            <a:cxnSpLocks/>
          </p:cNvCxnSpPr>
          <p:nvPr/>
        </p:nvCxnSpPr>
        <p:spPr>
          <a:xfrm>
            <a:off x="9169739" y="429841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889B4E47-ED39-415B-BA1E-42A415C4E9B1}"/>
              </a:ext>
            </a:extLst>
          </p:cNvPr>
          <p:cNvCxnSpPr>
            <a:cxnSpLocks/>
          </p:cNvCxnSpPr>
          <p:nvPr/>
        </p:nvCxnSpPr>
        <p:spPr>
          <a:xfrm>
            <a:off x="9291659" y="4298413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4" name="Straight Connector 853">
            <a:extLst>
              <a:ext uri="{FF2B5EF4-FFF2-40B4-BE49-F238E27FC236}">
                <a16:creationId xmlns:a16="http://schemas.microsoft.com/office/drawing/2014/main" id="{6121090E-8F3E-43C3-8266-7F4F1D002930}"/>
              </a:ext>
            </a:extLst>
          </p:cNvPr>
          <p:cNvCxnSpPr>
            <a:cxnSpLocks/>
          </p:cNvCxnSpPr>
          <p:nvPr/>
        </p:nvCxnSpPr>
        <p:spPr>
          <a:xfrm flipV="1">
            <a:off x="8919707" y="4292500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854">
            <a:extLst>
              <a:ext uri="{FF2B5EF4-FFF2-40B4-BE49-F238E27FC236}">
                <a16:creationId xmlns:a16="http://schemas.microsoft.com/office/drawing/2014/main" id="{0D51EA4E-E93D-490E-B5AE-107C1B5C8C17}"/>
              </a:ext>
            </a:extLst>
          </p:cNvPr>
          <p:cNvCxnSpPr>
            <a:cxnSpLocks/>
          </p:cNvCxnSpPr>
          <p:nvPr/>
        </p:nvCxnSpPr>
        <p:spPr>
          <a:xfrm flipV="1">
            <a:off x="9035734" y="4302167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6" name="Straight Connector 855">
            <a:extLst>
              <a:ext uri="{FF2B5EF4-FFF2-40B4-BE49-F238E27FC236}">
                <a16:creationId xmlns:a16="http://schemas.microsoft.com/office/drawing/2014/main" id="{3FF1EBDE-F92A-4220-A8F0-0E1C71E79D1E}"/>
              </a:ext>
            </a:extLst>
          </p:cNvPr>
          <p:cNvCxnSpPr>
            <a:cxnSpLocks/>
          </p:cNvCxnSpPr>
          <p:nvPr/>
        </p:nvCxnSpPr>
        <p:spPr>
          <a:xfrm flipH="1" flipV="1">
            <a:off x="8920409" y="4296010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856">
            <a:extLst>
              <a:ext uri="{FF2B5EF4-FFF2-40B4-BE49-F238E27FC236}">
                <a16:creationId xmlns:a16="http://schemas.microsoft.com/office/drawing/2014/main" id="{C890AF99-D144-42CF-8BAC-14EDEB760D18}"/>
              </a:ext>
            </a:extLst>
          </p:cNvPr>
          <p:cNvCxnSpPr>
            <a:cxnSpLocks/>
          </p:cNvCxnSpPr>
          <p:nvPr/>
        </p:nvCxnSpPr>
        <p:spPr>
          <a:xfrm flipH="1" flipV="1">
            <a:off x="9038724" y="4296889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857">
            <a:extLst>
              <a:ext uri="{FF2B5EF4-FFF2-40B4-BE49-F238E27FC236}">
                <a16:creationId xmlns:a16="http://schemas.microsoft.com/office/drawing/2014/main" id="{F040D541-11D6-44DA-BE79-1A5ECCD1433B}"/>
              </a:ext>
            </a:extLst>
          </p:cNvPr>
          <p:cNvCxnSpPr>
            <a:cxnSpLocks/>
          </p:cNvCxnSpPr>
          <p:nvPr/>
        </p:nvCxnSpPr>
        <p:spPr>
          <a:xfrm>
            <a:off x="9422018" y="4293932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858">
            <a:extLst>
              <a:ext uri="{FF2B5EF4-FFF2-40B4-BE49-F238E27FC236}">
                <a16:creationId xmlns:a16="http://schemas.microsoft.com/office/drawing/2014/main" id="{FBE6CCC4-6449-4E62-A4FF-113EECAB4477}"/>
              </a:ext>
            </a:extLst>
          </p:cNvPr>
          <p:cNvCxnSpPr>
            <a:cxnSpLocks/>
          </p:cNvCxnSpPr>
          <p:nvPr/>
        </p:nvCxnSpPr>
        <p:spPr>
          <a:xfrm>
            <a:off x="9541398" y="4293932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859">
            <a:extLst>
              <a:ext uri="{FF2B5EF4-FFF2-40B4-BE49-F238E27FC236}">
                <a16:creationId xmlns:a16="http://schemas.microsoft.com/office/drawing/2014/main" id="{5CC0735F-119D-476A-BFFC-2AE62C9B12D3}"/>
              </a:ext>
            </a:extLst>
          </p:cNvPr>
          <p:cNvCxnSpPr>
            <a:cxnSpLocks/>
          </p:cNvCxnSpPr>
          <p:nvPr/>
        </p:nvCxnSpPr>
        <p:spPr>
          <a:xfrm>
            <a:off x="9670938" y="4293932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860">
            <a:extLst>
              <a:ext uri="{FF2B5EF4-FFF2-40B4-BE49-F238E27FC236}">
                <a16:creationId xmlns:a16="http://schemas.microsoft.com/office/drawing/2014/main" id="{73FBC0C8-7825-43F1-B960-F4446772EA1B}"/>
              </a:ext>
            </a:extLst>
          </p:cNvPr>
          <p:cNvCxnSpPr>
            <a:cxnSpLocks/>
          </p:cNvCxnSpPr>
          <p:nvPr/>
        </p:nvCxnSpPr>
        <p:spPr>
          <a:xfrm>
            <a:off x="9792858" y="4293932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861">
            <a:extLst>
              <a:ext uri="{FF2B5EF4-FFF2-40B4-BE49-F238E27FC236}">
                <a16:creationId xmlns:a16="http://schemas.microsoft.com/office/drawing/2014/main" id="{E7D02561-6884-45A3-8D2C-FB956AC10FCC}"/>
              </a:ext>
            </a:extLst>
          </p:cNvPr>
          <p:cNvCxnSpPr>
            <a:cxnSpLocks/>
          </p:cNvCxnSpPr>
          <p:nvPr/>
        </p:nvCxnSpPr>
        <p:spPr>
          <a:xfrm flipV="1">
            <a:off x="9420906" y="4288019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862">
            <a:extLst>
              <a:ext uri="{FF2B5EF4-FFF2-40B4-BE49-F238E27FC236}">
                <a16:creationId xmlns:a16="http://schemas.microsoft.com/office/drawing/2014/main" id="{E5C1B359-09C9-4EC6-9332-9D338CE44E66}"/>
              </a:ext>
            </a:extLst>
          </p:cNvPr>
          <p:cNvCxnSpPr>
            <a:cxnSpLocks/>
          </p:cNvCxnSpPr>
          <p:nvPr/>
        </p:nvCxnSpPr>
        <p:spPr>
          <a:xfrm flipV="1">
            <a:off x="9536933" y="4297686"/>
            <a:ext cx="249723" cy="65799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EADC181B-B096-4E5D-9D62-FE059586BF2B}"/>
              </a:ext>
            </a:extLst>
          </p:cNvPr>
          <p:cNvCxnSpPr>
            <a:cxnSpLocks/>
          </p:cNvCxnSpPr>
          <p:nvPr/>
        </p:nvCxnSpPr>
        <p:spPr>
          <a:xfrm flipH="1" flipV="1">
            <a:off x="9421608" y="4291529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5" name="Straight Connector 864">
            <a:extLst>
              <a:ext uri="{FF2B5EF4-FFF2-40B4-BE49-F238E27FC236}">
                <a16:creationId xmlns:a16="http://schemas.microsoft.com/office/drawing/2014/main" id="{D40B96FD-09BA-4D78-B47B-EE44FE3DA071}"/>
              </a:ext>
            </a:extLst>
          </p:cNvPr>
          <p:cNvCxnSpPr>
            <a:cxnSpLocks/>
          </p:cNvCxnSpPr>
          <p:nvPr/>
        </p:nvCxnSpPr>
        <p:spPr>
          <a:xfrm flipH="1" flipV="1">
            <a:off x="9539923" y="4292408"/>
            <a:ext cx="251871" cy="654487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66" name="Table 865">
            <a:extLst>
              <a:ext uri="{FF2B5EF4-FFF2-40B4-BE49-F238E27FC236}">
                <a16:creationId xmlns:a16="http://schemas.microsoft.com/office/drawing/2014/main" id="{2D1A3F62-8F31-4709-8C1B-3BE24DF49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830643"/>
              </p:ext>
            </p:extLst>
          </p:nvPr>
        </p:nvGraphicFramePr>
        <p:xfrm>
          <a:off x="1761209" y="5754922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100398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867" name="Straight Connector 866">
            <a:extLst>
              <a:ext uri="{FF2B5EF4-FFF2-40B4-BE49-F238E27FC236}">
                <a16:creationId xmlns:a16="http://schemas.microsoft.com/office/drawing/2014/main" id="{BFC16C5C-0322-46C4-A49D-B200DD7C3E45}"/>
              </a:ext>
            </a:extLst>
          </p:cNvPr>
          <p:cNvCxnSpPr>
            <a:cxnSpLocks/>
          </p:cNvCxnSpPr>
          <p:nvPr/>
        </p:nvCxnSpPr>
        <p:spPr>
          <a:xfrm>
            <a:off x="1827360" y="5109901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8" name="Straight Connector 867">
            <a:extLst>
              <a:ext uri="{FF2B5EF4-FFF2-40B4-BE49-F238E27FC236}">
                <a16:creationId xmlns:a16="http://schemas.microsoft.com/office/drawing/2014/main" id="{90FB1D1C-DDDE-440B-A8A1-5D2DEC66C9C8}"/>
              </a:ext>
            </a:extLst>
          </p:cNvPr>
          <p:cNvCxnSpPr>
            <a:cxnSpLocks/>
          </p:cNvCxnSpPr>
          <p:nvPr/>
        </p:nvCxnSpPr>
        <p:spPr>
          <a:xfrm flipV="1">
            <a:off x="1826727" y="5110890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3" name="Straight Connector 872">
            <a:extLst>
              <a:ext uri="{FF2B5EF4-FFF2-40B4-BE49-F238E27FC236}">
                <a16:creationId xmlns:a16="http://schemas.microsoft.com/office/drawing/2014/main" id="{7C851EC1-5F4B-4B3B-B419-A0B1926D1257}"/>
              </a:ext>
            </a:extLst>
          </p:cNvPr>
          <p:cNvCxnSpPr>
            <a:cxnSpLocks/>
          </p:cNvCxnSpPr>
          <p:nvPr/>
        </p:nvCxnSpPr>
        <p:spPr>
          <a:xfrm>
            <a:off x="1949552" y="5109901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4" name="Straight Connector 873">
            <a:extLst>
              <a:ext uri="{FF2B5EF4-FFF2-40B4-BE49-F238E27FC236}">
                <a16:creationId xmlns:a16="http://schemas.microsoft.com/office/drawing/2014/main" id="{631E81A9-F2C8-4A22-AAA3-499D285079B0}"/>
              </a:ext>
            </a:extLst>
          </p:cNvPr>
          <p:cNvCxnSpPr>
            <a:cxnSpLocks/>
          </p:cNvCxnSpPr>
          <p:nvPr/>
        </p:nvCxnSpPr>
        <p:spPr>
          <a:xfrm flipH="1" flipV="1">
            <a:off x="1827654" y="5110240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Straight Connector 876">
            <a:extLst>
              <a:ext uri="{FF2B5EF4-FFF2-40B4-BE49-F238E27FC236}">
                <a16:creationId xmlns:a16="http://schemas.microsoft.com/office/drawing/2014/main" id="{D2E0CED8-958D-4FB9-9D92-6C0A94E5789C}"/>
              </a:ext>
            </a:extLst>
          </p:cNvPr>
          <p:cNvCxnSpPr>
            <a:cxnSpLocks/>
          </p:cNvCxnSpPr>
          <p:nvPr/>
        </p:nvCxnSpPr>
        <p:spPr>
          <a:xfrm>
            <a:off x="2079821" y="5106741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8" name="Straight Connector 877">
            <a:extLst>
              <a:ext uri="{FF2B5EF4-FFF2-40B4-BE49-F238E27FC236}">
                <a16:creationId xmlns:a16="http://schemas.microsoft.com/office/drawing/2014/main" id="{FDBAB213-74EB-40FE-B433-A7B7629432D2}"/>
              </a:ext>
            </a:extLst>
          </p:cNvPr>
          <p:cNvCxnSpPr>
            <a:cxnSpLocks/>
          </p:cNvCxnSpPr>
          <p:nvPr/>
        </p:nvCxnSpPr>
        <p:spPr>
          <a:xfrm flipV="1">
            <a:off x="2079188" y="5107730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9" name="Straight Connector 878">
            <a:extLst>
              <a:ext uri="{FF2B5EF4-FFF2-40B4-BE49-F238E27FC236}">
                <a16:creationId xmlns:a16="http://schemas.microsoft.com/office/drawing/2014/main" id="{CE68BC31-D452-4F10-983F-CF125155017E}"/>
              </a:ext>
            </a:extLst>
          </p:cNvPr>
          <p:cNvCxnSpPr>
            <a:cxnSpLocks/>
          </p:cNvCxnSpPr>
          <p:nvPr/>
        </p:nvCxnSpPr>
        <p:spPr>
          <a:xfrm>
            <a:off x="2202013" y="5106741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0" name="Straight Connector 879">
            <a:extLst>
              <a:ext uri="{FF2B5EF4-FFF2-40B4-BE49-F238E27FC236}">
                <a16:creationId xmlns:a16="http://schemas.microsoft.com/office/drawing/2014/main" id="{06752295-EEC0-42D0-AA58-BB348DCFAA9A}"/>
              </a:ext>
            </a:extLst>
          </p:cNvPr>
          <p:cNvCxnSpPr>
            <a:cxnSpLocks/>
          </p:cNvCxnSpPr>
          <p:nvPr/>
        </p:nvCxnSpPr>
        <p:spPr>
          <a:xfrm flipH="1" flipV="1">
            <a:off x="2080115" y="5107080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880">
            <a:extLst>
              <a:ext uri="{FF2B5EF4-FFF2-40B4-BE49-F238E27FC236}">
                <a16:creationId xmlns:a16="http://schemas.microsoft.com/office/drawing/2014/main" id="{504A429B-C86B-467D-98A0-9CEE04912867}"/>
              </a:ext>
            </a:extLst>
          </p:cNvPr>
          <p:cNvCxnSpPr>
            <a:cxnSpLocks/>
          </p:cNvCxnSpPr>
          <p:nvPr/>
        </p:nvCxnSpPr>
        <p:spPr>
          <a:xfrm>
            <a:off x="2335331" y="5108912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Straight Connector 881">
            <a:extLst>
              <a:ext uri="{FF2B5EF4-FFF2-40B4-BE49-F238E27FC236}">
                <a16:creationId xmlns:a16="http://schemas.microsoft.com/office/drawing/2014/main" id="{72D4495C-271E-46BE-AD99-B766C920F181}"/>
              </a:ext>
            </a:extLst>
          </p:cNvPr>
          <p:cNvCxnSpPr>
            <a:cxnSpLocks/>
          </p:cNvCxnSpPr>
          <p:nvPr/>
        </p:nvCxnSpPr>
        <p:spPr>
          <a:xfrm flipV="1">
            <a:off x="2334698" y="5109901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3" name="Straight Connector 882">
            <a:extLst>
              <a:ext uri="{FF2B5EF4-FFF2-40B4-BE49-F238E27FC236}">
                <a16:creationId xmlns:a16="http://schemas.microsoft.com/office/drawing/2014/main" id="{852578E0-783B-42C4-8B52-165F35B6AD19}"/>
              </a:ext>
            </a:extLst>
          </p:cNvPr>
          <p:cNvCxnSpPr>
            <a:cxnSpLocks/>
          </p:cNvCxnSpPr>
          <p:nvPr/>
        </p:nvCxnSpPr>
        <p:spPr>
          <a:xfrm>
            <a:off x="2457523" y="5108912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4" name="Straight Connector 883">
            <a:extLst>
              <a:ext uri="{FF2B5EF4-FFF2-40B4-BE49-F238E27FC236}">
                <a16:creationId xmlns:a16="http://schemas.microsoft.com/office/drawing/2014/main" id="{FA54AB1C-2A24-45AF-917B-636542379F68}"/>
              </a:ext>
            </a:extLst>
          </p:cNvPr>
          <p:cNvCxnSpPr>
            <a:cxnSpLocks/>
          </p:cNvCxnSpPr>
          <p:nvPr/>
        </p:nvCxnSpPr>
        <p:spPr>
          <a:xfrm flipH="1" flipV="1">
            <a:off x="2335625" y="5109251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5" name="Straight Connector 884">
            <a:extLst>
              <a:ext uri="{FF2B5EF4-FFF2-40B4-BE49-F238E27FC236}">
                <a16:creationId xmlns:a16="http://schemas.microsoft.com/office/drawing/2014/main" id="{801D05B6-0432-4F4C-B68A-2BB5C2476928}"/>
              </a:ext>
            </a:extLst>
          </p:cNvPr>
          <p:cNvCxnSpPr>
            <a:cxnSpLocks/>
          </p:cNvCxnSpPr>
          <p:nvPr/>
        </p:nvCxnSpPr>
        <p:spPr>
          <a:xfrm>
            <a:off x="2587792" y="5105752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6" name="Straight Connector 885">
            <a:extLst>
              <a:ext uri="{FF2B5EF4-FFF2-40B4-BE49-F238E27FC236}">
                <a16:creationId xmlns:a16="http://schemas.microsoft.com/office/drawing/2014/main" id="{23CE7929-1C96-45AF-92F8-EC8C308B2746}"/>
              </a:ext>
            </a:extLst>
          </p:cNvPr>
          <p:cNvCxnSpPr>
            <a:cxnSpLocks/>
          </p:cNvCxnSpPr>
          <p:nvPr/>
        </p:nvCxnSpPr>
        <p:spPr>
          <a:xfrm flipV="1">
            <a:off x="2587159" y="5106741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7" name="Straight Connector 886">
            <a:extLst>
              <a:ext uri="{FF2B5EF4-FFF2-40B4-BE49-F238E27FC236}">
                <a16:creationId xmlns:a16="http://schemas.microsoft.com/office/drawing/2014/main" id="{FF11C7B9-7E53-4516-9A7A-DFD22DC2AC66}"/>
              </a:ext>
            </a:extLst>
          </p:cNvPr>
          <p:cNvCxnSpPr>
            <a:cxnSpLocks/>
          </p:cNvCxnSpPr>
          <p:nvPr/>
        </p:nvCxnSpPr>
        <p:spPr>
          <a:xfrm>
            <a:off x="2709984" y="5105752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8" name="Straight Connector 887">
            <a:extLst>
              <a:ext uri="{FF2B5EF4-FFF2-40B4-BE49-F238E27FC236}">
                <a16:creationId xmlns:a16="http://schemas.microsoft.com/office/drawing/2014/main" id="{6D4DC2E9-21CC-4A57-B327-A2F4B635D238}"/>
              </a:ext>
            </a:extLst>
          </p:cNvPr>
          <p:cNvCxnSpPr>
            <a:cxnSpLocks/>
          </p:cNvCxnSpPr>
          <p:nvPr/>
        </p:nvCxnSpPr>
        <p:spPr>
          <a:xfrm flipH="1" flipV="1">
            <a:off x="2588086" y="5106091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F60269A3-F290-45ED-9805-DD7D7E599D71}"/>
              </a:ext>
            </a:extLst>
          </p:cNvPr>
          <p:cNvCxnSpPr>
            <a:cxnSpLocks/>
          </p:cNvCxnSpPr>
          <p:nvPr/>
        </p:nvCxnSpPr>
        <p:spPr>
          <a:xfrm>
            <a:off x="2851379" y="5115327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0" name="Straight Connector 889">
            <a:extLst>
              <a:ext uri="{FF2B5EF4-FFF2-40B4-BE49-F238E27FC236}">
                <a16:creationId xmlns:a16="http://schemas.microsoft.com/office/drawing/2014/main" id="{62A8420C-66DD-4CB8-84C7-B7EDBFF72A7A}"/>
              </a:ext>
            </a:extLst>
          </p:cNvPr>
          <p:cNvCxnSpPr>
            <a:cxnSpLocks/>
          </p:cNvCxnSpPr>
          <p:nvPr/>
        </p:nvCxnSpPr>
        <p:spPr>
          <a:xfrm flipV="1">
            <a:off x="2850746" y="5116316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1" name="Straight Connector 890">
            <a:extLst>
              <a:ext uri="{FF2B5EF4-FFF2-40B4-BE49-F238E27FC236}">
                <a16:creationId xmlns:a16="http://schemas.microsoft.com/office/drawing/2014/main" id="{6446F042-8A87-4A35-BB08-9A124D930C54}"/>
              </a:ext>
            </a:extLst>
          </p:cNvPr>
          <p:cNvCxnSpPr>
            <a:cxnSpLocks/>
          </p:cNvCxnSpPr>
          <p:nvPr/>
        </p:nvCxnSpPr>
        <p:spPr>
          <a:xfrm>
            <a:off x="2973571" y="5115327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2" name="Straight Connector 891">
            <a:extLst>
              <a:ext uri="{FF2B5EF4-FFF2-40B4-BE49-F238E27FC236}">
                <a16:creationId xmlns:a16="http://schemas.microsoft.com/office/drawing/2014/main" id="{D0AE5D8E-1EBB-459B-81E3-ED3F96E69AE4}"/>
              </a:ext>
            </a:extLst>
          </p:cNvPr>
          <p:cNvCxnSpPr>
            <a:cxnSpLocks/>
          </p:cNvCxnSpPr>
          <p:nvPr/>
        </p:nvCxnSpPr>
        <p:spPr>
          <a:xfrm flipH="1" flipV="1">
            <a:off x="2851673" y="5115666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3" name="Straight Connector 892">
            <a:extLst>
              <a:ext uri="{FF2B5EF4-FFF2-40B4-BE49-F238E27FC236}">
                <a16:creationId xmlns:a16="http://schemas.microsoft.com/office/drawing/2014/main" id="{345A09A8-1319-41AC-8B5C-7FB83DE1AC70}"/>
              </a:ext>
            </a:extLst>
          </p:cNvPr>
          <p:cNvCxnSpPr>
            <a:cxnSpLocks/>
          </p:cNvCxnSpPr>
          <p:nvPr/>
        </p:nvCxnSpPr>
        <p:spPr>
          <a:xfrm>
            <a:off x="3103840" y="5112167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893">
            <a:extLst>
              <a:ext uri="{FF2B5EF4-FFF2-40B4-BE49-F238E27FC236}">
                <a16:creationId xmlns:a16="http://schemas.microsoft.com/office/drawing/2014/main" id="{D0C4E03A-2142-443A-90B5-0F999D3CE91D}"/>
              </a:ext>
            </a:extLst>
          </p:cNvPr>
          <p:cNvCxnSpPr>
            <a:cxnSpLocks/>
          </p:cNvCxnSpPr>
          <p:nvPr/>
        </p:nvCxnSpPr>
        <p:spPr>
          <a:xfrm flipV="1">
            <a:off x="3103207" y="5113156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5" name="Straight Connector 894">
            <a:extLst>
              <a:ext uri="{FF2B5EF4-FFF2-40B4-BE49-F238E27FC236}">
                <a16:creationId xmlns:a16="http://schemas.microsoft.com/office/drawing/2014/main" id="{18B5CB6F-7D1A-4203-8CB1-B13BA82E7669}"/>
              </a:ext>
            </a:extLst>
          </p:cNvPr>
          <p:cNvCxnSpPr>
            <a:cxnSpLocks/>
          </p:cNvCxnSpPr>
          <p:nvPr/>
        </p:nvCxnSpPr>
        <p:spPr>
          <a:xfrm>
            <a:off x="3226032" y="5112167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6" name="Straight Connector 895">
            <a:extLst>
              <a:ext uri="{FF2B5EF4-FFF2-40B4-BE49-F238E27FC236}">
                <a16:creationId xmlns:a16="http://schemas.microsoft.com/office/drawing/2014/main" id="{E0A23155-9CAE-4B39-A2BC-99AE5D68DB5E}"/>
              </a:ext>
            </a:extLst>
          </p:cNvPr>
          <p:cNvCxnSpPr>
            <a:cxnSpLocks/>
          </p:cNvCxnSpPr>
          <p:nvPr/>
        </p:nvCxnSpPr>
        <p:spPr>
          <a:xfrm flipH="1" flipV="1">
            <a:off x="3104134" y="5112506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7" name="Straight Connector 896">
            <a:extLst>
              <a:ext uri="{FF2B5EF4-FFF2-40B4-BE49-F238E27FC236}">
                <a16:creationId xmlns:a16="http://schemas.microsoft.com/office/drawing/2014/main" id="{000F64EF-B17B-4A92-9C3D-108BACB969DB}"/>
              </a:ext>
            </a:extLst>
          </p:cNvPr>
          <p:cNvCxnSpPr>
            <a:cxnSpLocks/>
          </p:cNvCxnSpPr>
          <p:nvPr/>
        </p:nvCxnSpPr>
        <p:spPr>
          <a:xfrm>
            <a:off x="3359350" y="5114338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8" name="Straight Connector 897">
            <a:extLst>
              <a:ext uri="{FF2B5EF4-FFF2-40B4-BE49-F238E27FC236}">
                <a16:creationId xmlns:a16="http://schemas.microsoft.com/office/drawing/2014/main" id="{3445EF68-D069-4E1C-AF1D-A2673CCA6445}"/>
              </a:ext>
            </a:extLst>
          </p:cNvPr>
          <p:cNvCxnSpPr>
            <a:cxnSpLocks/>
          </p:cNvCxnSpPr>
          <p:nvPr/>
        </p:nvCxnSpPr>
        <p:spPr>
          <a:xfrm flipV="1">
            <a:off x="3358717" y="5115327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9" name="Straight Connector 898">
            <a:extLst>
              <a:ext uri="{FF2B5EF4-FFF2-40B4-BE49-F238E27FC236}">
                <a16:creationId xmlns:a16="http://schemas.microsoft.com/office/drawing/2014/main" id="{A19101DA-71B6-4A91-83BA-CACF5B78D992}"/>
              </a:ext>
            </a:extLst>
          </p:cNvPr>
          <p:cNvCxnSpPr>
            <a:cxnSpLocks/>
          </p:cNvCxnSpPr>
          <p:nvPr/>
        </p:nvCxnSpPr>
        <p:spPr>
          <a:xfrm>
            <a:off x="3481542" y="5114338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0" name="Straight Connector 899">
            <a:extLst>
              <a:ext uri="{FF2B5EF4-FFF2-40B4-BE49-F238E27FC236}">
                <a16:creationId xmlns:a16="http://schemas.microsoft.com/office/drawing/2014/main" id="{25739D64-8FFA-4725-BE13-8087853D0628}"/>
              </a:ext>
            </a:extLst>
          </p:cNvPr>
          <p:cNvCxnSpPr>
            <a:cxnSpLocks/>
          </p:cNvCxnSpPr>
          <p:nvPr/>
        </p:nvCxnSpPr>
        <p:spPr>
          <a:xfrm flipH="1" flipV="1">
            <a:off x="3359644" y="5114677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Straight Connector 900">
            <a:extLst>
              <a:ext uri="{FF2B5EF4-FFF2-40B4-BE49-F238E27FC236}">
                <a16:creationId xmlns:a16="http://schemas.microsoft.com/office/drawing/2014/main" id="{5D784B64-625A-40CB-A786-174373AB5A89}"/>
              </a:ext>
            </a:extLst>
          </p:cNvPr>
          <p:cNvCxnSpPr>
            <a:cxnSpLocks/>
          </p:cNvCxnSpPr>
          <p:nvPr/>
        </p:nvCxnSpPr>
        <p:spPr>
          <a:xfrm>
            <a:off x="3611811" y="5111178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2" name="Straight Connector 901">
            <a:extLst>
              <a:ext uri="{FF2B5EF4-FFF2-40B4-BE49-F238E27FC236}">
                <a16:creationId xmlns:a16="http://schemas.microsoft.com/office/drawing/2014/main" id="{0D30B8E6-FABA-470F-BEDA-ADC1BC30C7E9}"/>
              </a:ext>
            </a:extLst>
          </p:cNvPr>
          <p:cNvCxnSpPr>
            <a:cxnSpLocks/>
          </p:cNvCxnSpPr>
          <p:nvPr/>
        </p:nvCxnSpPr>
        <p:spPr>
          <a:xfrm flipV="1">
            <a:off x="3611178" y="5112167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3" name="Straight Connector 902">
            <a:extLst>
              <a:ext uri="{FF2B5EF4-FFF2-40B4-BE49-F238E27FC236}">
                <a16:creationId xmlns:a16="http://schemas.microsoft.com/office/drawing/2014/main" id="{D4A08AC6-D76B-421F-B5A3-57A4A9D7EF48}"/>
              </a:ext>
            </a:extLst>
          </p:cNvPr>
          <p:cNvCxnSpPr>
            <a:cxnSpLocks/>
          </p:cNvCxnSpPr>
          <p:nvPr/>
        </p:nvCxnSpPr>
        <p:spPr>
          <a:xfrm>
            <a:off x="3734003" y="5111178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Connector 903">
            <a:extLst>
              <a:ext uri="{FF2B5EF4-FFF2-40B4-BE49-F238E27FC236}">
                <a16:creationId xmlns:a16="http://schemas.microsoft.com/office/drawing/2014/main" id="{9050134D-5879-4B39-8576-BBCE630253FA}"/>
              </a:ext>
            </a:extLst>
          </p:cNvPr>
          <p:cNvCxnSpPr>
            <a:cxnSpLocks/>
          </p:cNvCxnSpPr>
          <p:nvPr/>
        </p:nvCxnSpPr>
        <p:spPr>
          <a:xfrm flipH="1" flipV="1">
            <a:off x="3612105" y="5111517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5" name="Straight Connector 904">
            <a:extLst>
              <a:ext uri="{FF2B5EF4-FFF2-40B4-BE49-F238E27FC236}">
                <a16:creationId xmlns:a16="http://schemas.microsoft.com/office/drawing/2014/main" id="{0C2F42E6-6830-4A4B-921E-0F93DBB1CD63}"/>
              </a:ext>
            </a:extLst>
          </p:cNvPr>
          <p:cNvCxnSpPr>
            <a:cxnSpLocks/>
          </p:cNvCxnSpPr>
          <p:nvPr/>
        </p:nvCxnSpPr>
        <p:spPr>
          <a:xfrm>
            <a:off x="3851857" y="5113061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6" name="Straight Connector 905">
            <a:extLst>
              <a:ext uri="{FF2B5EF4-FFF2-40B4-BE49-F238E27FC236}">
                <a16:creationId xmlns:a16="http://schemas.microsoft.com/office/drawing/2014/main" id="{1A2EFC39-8408-4FC6-BF60-8A96AC15D5A2}"/>
              </a:ext>
            </a:extLst>
          </p:cNvPr>
          <p:cNvCxnSpPr>
            <a:cxnSpLocks/>
          </p:cNvCxnSpPr>
          <p:nvPr/>
        </p:nvCxnSpPr>
        <p:spPr>
          <a:xfrm flipV="1">
            <a:off x="3851224" y="5114050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" name="Straight Connector 906">
            <a:extLst>
              <a:ext uri="{FF2B5EF4-FFF2-40B4-BE49-F238E27FC236}">
                <a16:creationId xmlns:a16="http://schemas.microsoft.com/office/drawing/2014/main" id="{51700519-5781-4148-A951-4E7295964970}"/>
              </a:ext>
            </a:extLst>
          </p:cNvPr>
          <p:cNvCxnSpPr>
            <a:cxnSpLocks/>
          </p:cNvCxnSpPr>
          <p:nvPr/>
        </p:nvCxnSpPr>
        <p:spPr>
          <a:xfrm>
            <a:off x="3974049" y="5113061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8" name="Straight Connector 907">
            <a:extLst>
              <a:ext uri="{FF2B5EF4-FFF2-40B4-BE49-F238E27FC236}">
                <a16:creationId xmlns:a16="http://schemas.microsoft.com/office/drawing/2014/main" id="{B9897D9C-9EE5-4A2D-9D7E-3C43B47D5581}"/>
              </a:ext>
            </a:extLst>
          </p:cNvPr>
          <p:cNvCxnSpPr>
            <a:cxnSpLocks/>
          </p:cNvCxnSpPr>
          <p:nvPr/>
        </p:nvCxnSpPr>
        <p:spPr>
          <a:xfrm flipH="1" flipV="1">
            <a:off x="3852151" y="5113400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9" name="Straight Connector 908">
            <a:extLst>
              <a:ext uri="{FF2B5EF4-FFF2-40B4-BE49-F238E27FC236}">
                <a16:creationId xmlns:a16="http://schemas.microsoft.com/office/drawing/2014/main" id="{E9F8BEF2-003C-4A4E-B5F1-B248AF694964}"/>
              </a:ext>
            </a:extLst>
          </p:cNvPr>
          <p:cNvCxnSpPr>
            <a:cxnSpLocks/>
          </p:cNvCxnSpPr>
          <p:nvPr/>
        </p:nvCxnSpPr>
        <p:spPr>
          <a:xfrm>
            <a:off x="4104318" y="5109901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Straight Connector 909">
            <a:extLst>
              <a:ext uri="{FF2B5EF4-FFF2-40B4-BE49-F238E27FC236}">
                <a16:creationId xmlns:a16="http://schemas.microsoft.com/office/drawing/2014/main" id="{8934E749-67F5-4308-BB26-895D726C6F19}"/>
              </a:ext>
            </a:extLst>
          </p:cNvPr>
          <p:cNvCxnSpPr>
            <a:cxnSpLocks/>
          </p:cNvCxnSpPr>
          <p:nvPr/>
        </p:nvCxnSpPr>
        <p:spPr>
          <a:xfrm flipV="1">
            <a:off x="4103685" y="5110890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1" name="Straight Connector 910">
            <a:extLst>
              <a:ext uri="{FF2B5EF4-FFF2-40B4-BE49-F238E27FC236}">
                <a16:creationId xmlns:a16="http://schemas.microsoft.com/office/drawing/2014/main" id="{92BC88ED-7277-4097-896E-86C0CA60DD17}"/>
              </a:ext>
            </a:extLst>
          </p:cNvPr>
          <p:cNvCxnSpPr>
            <a:cxnSpLocks/>
          </p:cNvCxnSpPr>
          <p:nvPr/>
        </p:nvCxnSpPr>
        <p:spPr>
          <a:xfrm>
            <a:off x="4226510" y="5109901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2" name="Straight Connector 911">
            <a:extLst>
              <a:ext uri="{FF2B5EF4-FFF2-40B4-BE49-F238E27FC236}">
                <a16:creationId xmlns:a16="http://schemas.microsoft.com/office/drawing/2014/main" id="{9BD772F7-EEEA-46A0-B043-63C2312BD2B1}"/>
              </a:ext>
            </a:extLst>
          </p:cNvPr>
          <p:cNvCxnSpPr>
            <a:cxnSpLocks/>
          </p:cNvCxnSpPr>
          <p:nvPr/>
        </p:nvCxnSpPr>
        <p:spPr>
          <a:xfrm flipH="1" flipV="1">
            <a:off x="4104612" y="5110240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Straight Connector 912">
            <a:extLst>
              <a:ext uri="{FF2B5EF4-FFF2-40B4-BE49-F238E27FC236}">
                <a16:creationId xmlns:a16="http://schemas.microsoft.com/office/drawing/2014/main" id="{C5804854-D401-4931-AF23-7DD54394C163}"/>
              </a:ext>
            </a:extLst>
          </p:cNvPr>
          <p:cNvCxnSpPr>
            <a:cxnSpLocks/>
          </p:cNvCxnSpPr>
          <p:nvPr/>
        </p:nvCxnSpPr>
        <p:spPr>
          <a:xfrm>
            <a:off x="4359828" y="5112072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Straight Connector 913">
            <a:extLst>
              <a:ext uri="{FF2B5EF4-FFF2-40B4-BE49-F238E27FC236}">
                <a16:creationId xmlns:a16="http://schemas.microsoft.com/office/drawing/2014/main" id="{329E0AB6-038D-4AFA-AC95-4E1538D2E62D}"/>
              </a:ext>
            </a:extLst>
          </p:cNvPr>
          <p:cNvCxnSpPr>
            <a:cxnSpLocks/>
          </p:cNvCxnSpPr>
          <p:nvPr/>
        </p:nvCxnSpPr>
        <p:spPr>
          <a:xfrm flipV="1">
            <a:off x="4359195" y="5113061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5" name="Straight Connector 914">
            <a:extLst>
              <a:ext uri="{FF2B5EF4-FFF2-40B4-BE49-F238E27FC236}">
                <a16:creationId xmlns:a16="http://schemas.microsoft.com/office/drawing/2014/main" id="{9F45AC8A-023B-42E3-B99E-B3F953C185A5}"/>
              </a:ext>
            </a:extLst>
          </p:cNvPr>
          <p:cNvCxnSpPr>
            <a:cxnSpLocks/>
          </p:cNvCxnSpPr>
          <p:nvPr/>
        </p:nvCxnSpPr>
        <p:spPr>
          <a:xfrm>
            <a:off x="4482020" y="5112072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6" name="Straight Connector 915">
            <a:extLst>
              <a:ext uri="{FF2B5EF4-FFF2-40B4-BE49-F238E27FC236}">
                <a16:creationId xmlns:a16="http://schemas.microsoft.com/office/drawing/2014/main" id="{9C6C7D8C-4317-48E1-BEF9-7B860B5A60D6}"/>
              </a:ext>
            </a:extLst>
          </p:cNvPr>
          <p:cNvCxnSpPr>
            <a:cxnSpLocks/>
          </p:cNvCxnSpPr>
          <p:nvPr/>
        </p:nvCxnSpPr>
        <p:spPr>
          <a:xfrm flipH="1" flipV="1">
            <a:off x="4360122" y="5112411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7" name="Straight Connector 916">
            <a:extLst>
              <a:ext uri="{FF2B5EF4-FFF2-40B4-BE49-F238E27FC236}">
                <a16:creationId xmlns:a16="http://schemas.microsoft.com/office/drawing/2014/main" id="{4B85479F-FE2D-4472-B44B-49A23978AF51}"/>
              </a:ext>
            </a:extLst>
          </p:cNvPr>
          <p:cNvCxnSpPr>
            <a:cxnSpLocks/>
          </p:cNvCxnSpPr>
          <p:nvPr/>
        </p:nvCxnSpPr>
        <p:spPr>
          <a:xfrm>
            <a:off x="4612289" y="5108912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6C1E3C3A-3423-4F61-A161-11AEF930512D}"/>
              </a:ext>
            </a:extLst>
          </p:cNvPr>
          <p:cNvCxnSpPr>
            <a:cxnSpLocks/>
          </p:cNvCxnSpPr>
          <p:nvPr/>
        </p:nvCxnSpPr>
        <p:spPr>
          <a:xfrm flipV="1">
            <a:off x="4611656" y="5109901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Straight Connector 918">
            <a:extLst>
              <a:ext uri="{FF2B5EF4-FFF2-40B4-BE49-F238E27FC236}">
                <a16:creationId xmlns:a16="http://schemas.microsoft.com/office/drawing/2014/main" id="{E8468659-0189-4C4D-A803-38F6B3125A55}"/>
              </a:ext>
            </a:extLst>
          </p:cNvPr>
          <p:cNvCxnSpPr>
            <a:cxnSpLocks/>
          </p:cNvCxnSpPr>
          <p:nvPr/>
        </p:nvCxnSpPr>
        <p:spPr>
          <a:xfrm>
            <a:off x="4734481" y="5108912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0" name="Straight Connector 919">
            <a:extLst>
              <a:ext uri="{FF2B5EF4-FFF2-40B4-BE49-F238E27FC236}">
                <a16:creationId xmlns:a16="http://schemas.microsoft.com/office/drawing/2014/main" id="{B4A4D655-4EE2-4604-B305-1D5D1BF935DF}"/>
              </a:ext>
            </a:extLst>
          </p:cNvPr>
          <p:cNvCxnSpPr>
            <a:cxnSpLocks/>
          </p:cNvCxnSpPr>
          <p:nvPr/>
        </p:nvCxnSpPr>
        <p:spPr>
          <a:xfrm flipH="1" flipV="1">
            <a:off x="4612583" y="5109251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1" name="Straight Connector 920">
            <a:extLst>
              <a:ext uri="{FF2B5EF4-FFF2-40B4-BE49-F238E27FC236}">
                <a16:creationId xmlns:a16="http://schemas.microsoft.com/office/drawing/2014/main" id="{A2BB2531-6C68-4933-8893-1AF66B729C04}"/>
              </a:ext>
            </a:extLst>
          </p:cNvPr>
          <p:cNvCxnSpPr>
            <a:cxnSpLocks/>
          </p:cNvCxnSpPr>
          <p:nvPr/>
        </p:nvCxnSpPr>
        <p:spPr>
          <a:xfrm>
            <a:off x="4875876" y="5118487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Straight Connector 921">
            <a:extLst>
              <a:ext uri="{FF2B5EF4-FFF2-40B4-BE49-F238E27FC236}">
                <a16:creationId xmlns:a16="http://schemas.microsoft.com/office/drawing/2014/main" id="{3AD7D136-50EE-4AAF-9F75-BCB929F325C9}"/>
              </a:ext>
            </a:extLst>
          </p:cNvPr>
          <p:cNvCxnSpPr>
            <a:cxnSpLocks/>
          </p:cNvCxnSpPr>
          <p:nvPr/>
        </p:nvCxnSpPr>
        <p:spPr>
          <a:xfrm flipV="1">
            <a:off x="4875243" y="5119476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3" name="Straight Connector 922">
            <a:extLst>
              <a:ext uri="{FF2B5EF4-FFF2-40B4-BE49-F238E27FC236}">
                <a16:creationId xmlns:a16="http://schemas.microsoft.com/office/drawing/2014/main" id="{180A0E6B-12B8-433F-901B-9572C1EB1311}"/>
              </a:ext>
            </a:extLst>
          </p:cNvPr>
          <p:cNvCxnSpPr>
            <a:cxnSpLocks/>
          </p:cNvCxnSpPr>
          <p:nvPr/>
        </p:nvCxnSpPr>
        <p:spPr>
          <a:xfrm>
            <a:off x="4998068" y="5118487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8DC1BA93-662F-4906-8294-48258B764700}"/>
              </a:ext>
            </a:extLst>
          </p:cNvPr>
          <p:cNvCxnSpPr>
            <a:cxnSpLocks/>
          </p:cNvCxnSpPr>
          <p:nvPr/>
        </p:nvCxnSpPr>
        <p:spPr>
          <a:xfrm flipH="1" flipV="1">
            <a:off x="4876170" y="5118826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5" name="Straight Connector 924">
            <a:extLst>
              <a:ext uri="{FF2B5EF4-FFF2-40B4-BE49-F238E27FC236}">
                <a16:creationId xmlns:a16="http://schemas.microsoft.com/office/drawing/2014/main" id="{FAC9FF40-2571-44AB-8321-F4066A759646}"/>
              </a:ext>
            </a:extLst>
          </p:cNvPr>
          <p:cNvCxnSpPr>
            <a:cxnSpLocks/>
          </p:cNvCxnSpPr>
          <p:nvPr/>
        </p:nvCxnSpPr>
        <p:spPr>
          <a:xfrm>
            <a:off x="5128337" y="5115327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6" name="Straight Connector 925">
            <a:extLst>
              <a:ext uri="{FF2B5EF4-FFF2-40B4-BE49-F238E27FC236}">
                <a16:creationId xmlns:a16="http://schemas.microsoft.com/office/drawing/2014/main" id="{48D05D3C-80C8-4982-A2CC-0A6C49D296BB}"/>
              </a:ext>
            </a:extLst>
          </p:cNvPr>
          <p:cNvCxnSpPr>
            <a:cxnSpLocks/>
          </p:cNvCxnSpPr>
          <p:nvPr/>
        </p:nvCxnSpPr>
        <p:spPr>
          <a:xfrm flipV="1">
            <a:off x="5127704" y="5116316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7" name="Straight Connector 926">
            <a:extLst>
              <a:ext uri="{FF2B5EF4-FFF2-40B4-BE49-F238E27FC236}">
                <a16:creationId xmlns:a16="http://schemas.microsoft.com/office/drawing/2014/main" id="{31093BA4-DF8B-40CE-99FE-F9DD378E1763}"/>
              </a:ext>
            </a:extLst>
          </p:cNvPr>
          <p:cNvCxnSpPr>
            <a:cxnSpLocks/>
          </p:cNvCxnSpPr>
          <p:nvPr/>
        </p:nvCxnSpPr>
        <p:spPr>
          <a:xfrm>
            <a:off x="5250529" y="5115327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8" name="Straight Connector 927">
            <a:extLst>
              <a:ext uri="{FF2B5EF4-FFF2-40B4-BE49-F238E27FC236}">
                <a16:creationId xmlns:a16="http://schemas.microsoft.com/office/drawing/2014/main" id="{A22B37E7-0202-4025-ADFC-326975C27ECE}"/>
              </a:ext>
            </a:extLst>
          </p:cNvPr>
          <p:cNvCxnSpPr>
            <a:cxnSpLocks/>
          </p:cNvCxnSpPr>
          <p:nvPr/>
        </p:nvCxnSpPr>
        <p:spPr>
          <a:xfrm flipH="1" flipV="1">
            <a:off x="5128631" y="5115666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9" name="Straight Connector 928">
            <a:extLst>
              <a:ext uri="{FF2B5EF4-FFF2-40B4-BE49-F238E27FC236}">
                <a16:creationId xmlns:a16="http://schemas.microsoft.com/office/drawing/2014/main" id="{39779024-CCC4-493D-A4F9-22E93F26915A}"/>
              </a:ext>
            </a:extLst>
          </p:cNvPr>
          <p:cNvCxnSpPr>
            <a:cxnSpLocks/>
          </p:cNvCxnSpPr>
          <p:nvPr/>
        </p:nvCxnSpPr>
        <p:spPr>
          <a:xfrm>
            <a:off x="5383847" y="5117498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0" name="Straight Connector 929">
            <a:extLst>
              <a:ext uri="{FF2B5EF4-FFF2-40B4-BE49-F238E27FC236}">
                <a16:creationId xmlns:a16="http://schemas.microsoft.com/office/drawing/2014/main" id="{1C5A6059-EFD9-4D89-A7AD-1690C60311AA}"/>
              </a:ext>
            </a:extLst>
          </p:cNvPr>
          <p:cNvCxnSpPr>
            <a:cxnSpLocks/>
          </p:cNvCxnSpPr>
          <p:nvPr/>
        </p:nvCxnSpPr>
        <p:spPr>
          <a:xfrm flipV="1">
            <a:off x="5383214" y="5118487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1" name="Straight Connector 930">
            <a:extLst>
              <a:ext uri="{FF2B5EF4-FFF2-40B4-BE49-F238E27FC236}">
                <a16:creationId xmlns:a16="http://schemas.microsoft.com/office/drawing/2014/main" id="{8DDD20AE-0F6F-4EB2-A919-1D46124C6BC7}"/>
              </a:ext>
            </a:extLst>
          </p:cNvPr>
          <p:cNvCxnSpPr>
            <a:cxnSpLocks/>
          </p:cNvCxnSpPr>
          <p:nvPr/>
        </p:nvCxnSpPr>
        <p:spPr>
          <a:xfrm>
            <a:off x="5506039" y="5117498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Straight Connector 931">
            <a:extLst>
              <a:ext uri="{FF2B5EF4-FFF2-40B4-BE49-F238E27FC236}">
                <a16:creationId xmlns:a16="http://schemas.microsoft.com/office/drawing/2014/main" id="{1A5495F6-D702-44C1-9702-97AE604CB25D}"/>
              </a:ext>
            </a:extLst>
          </p:cNvPr>
          <p:cNvCxnSpPr>
            <a:cxnSpLocks/>
          </p:cNvCxnSpPr>
          <p:nvPr/>
        </p:nvCxnSpPr>
        <p:spPr>
          <a:xfrm flipH="1" flipV="1">
            <a:off x="5384141" y="5117837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3" name="Straight Connector 932">
            <a:extLst>
              <a:ext uri="{FF2B5EF4-FFF2-40B4-BE49-F238E27FC236}">
                <a16:creationId xmlns:a16="http://schemas.microsoft.com/office/drawing/2014/main" id="{7BD76AD0-F56F-46E7-9424-A66469803246}"/>
              </a:ext>
            </a:extLst>
          </p:cNvPr>
          <p:cNvCxnSpPr>
            <a:cxnSpLocks/>
          </p:cNvCxnSpPr>
          <p:nvPr/>
        </p:nvCxnSpPr>
        <p:spPr>
          <a:xfrm>
            <a:off x="5636308" y="5114338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" name="Straight Connector 933">
            <a:extLst>
              <a:ext uri="{FF2B5EF4-FFF2-40B4-BE49-F238E27FC236}">
                <a16:creationId xmlns:a16="http://schemas.microsoft.com/office/drawing/2014/main" id="{55F371B1-4D33-4365-A22E-D1500AB1AAF5}"/>
              </a:ext>
            </a:extLst>
          </p:cNvPr>
          <p:cNvCxnSpPr>
            <a:cxnSpLocks/>
          </p:cNvCxnSpPr>
          <p:nvPr/>
        </p:nvCxnSpPr>
        <p:spPr>
          <a:xfrm flipV="1">
            <a:off x="5635675" y="5115327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5" name="Straight Connector 934">
            <a:extLst>
              <a:ext uri="{FF2B5EF4-FFF2-40B4-BE49-F238E27FC236}">
                <a16:creationId xmlns:a16="http://schemas.microsoft.com/office/drawing/2014/main" id="{BE317FF0-9824-4113-BDD1-80FFEADA46F9}"/>
              </a:ext>
            </a:extLst>
          </p:cNvPr>
          <p:cNvCxnSpPr>
            <a:cxnSpLocks/>
          </p:cNvCxnSpPr>
          <p:nvPr/>
        </p:nvCxnSpPr>
        <p:spPr>
          <a:xfrm>
            <a:off x="5758500" y="5114338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6" name="Straight Connector 935">
            <a:extLst>
              <a:ext uri="{FF2B5EF4-FFF2-40B4-BE49-F238E27FC236}">
                <a16:creationId xmlns:a16="http://schemas.microsoft.com/office/drawing/2014/main" id="{03B0B6B2-A132-42DE-BE37-BB27D2334302}"/>
              </a:ext>
            </a:extLst>
          </p:cNvPr>
          <p:cNvCxnSpPr>
            <a:cxnSpLocks/>
          </p:cNvCxnSpPr>
          <p:nvPr/>
        </p:nvCxnSpPr>
        <p:spPr>
          <a:xfrm flipH="1" flipV="1">
            <a:off x="5636602" y="5114677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7" name="Straight Connector 936">
            <a:extLst>
              <a:ext uri="{FF2B5EF4-FFF2-40B4-BE49-F238E27FC236}">
                <a16:creationId xmlns:a16="http://schemas.microsoft.com/office/drawing/2014/main" id="{4C29E206-FDB4-4B00-AB2C-426FB1D35B6E}"/>
              </a:ext>
            </a:extLst>
          </p:cNvPr>
          <p:cNvCxnSpPr>
            <a:cxnSpLocks/>
          </p:cNvCxnSpPr>
          <p:nvPr/>
        </p:nvCxnSpPr>
        <p:spPr>
          <a:xfrm>
            <a:off x="5891817" y="5104806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8" name="Straight Connector 937">
            <a:extLst>
              <a:ext uri="{FF2B5EF4-FFF2-40B4-BE49-F238E27FC236}">
                <a16:creationId xmlns:a16="http://schemas.microsoft.com/office/drawing/2014/main" id="{946E9939-9614-44DF-AF2F-84EB609B1E08}"/>
              </a:ext>
            </a:extLst>
          </p:cNvPr>
          <p:cNvCxnSpPr>
            <a:cxnSpLocks/>
          </p:cNvCxnSpPr>
          <p:nvPr/>
        </p:nvCxnSpPr>
        <p:spPr>
          <a:xfrm flipV="1">
            <a:off x="5891184" y="5105795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9" name="Straight Connector 938">
            <a:extLst>
              <a:ext uri="{FF2B5EF4-FFF2-40B4-BE49-F238E27FC236}">
                <a16:creationId xmlns:a16="http://schemas.microsoft.com/office/drawing/2014/main" id="{021B4654-4375-4C20-9409-6949AEAEAE2A}"/>
              </a:ext>
            </a:extLst>
          </p:cNvPr>
          <p:cNvCxnSpPr>
            <a:cxnSpLocks/>
          </p:cNvCxnSpPr>
          <p:nvPr/>
        </p:nvCxnSpPr>
        <p:spPr>
          <a:xfrm>
            <a:off x="6014009" y="5104806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0" name="Straight Connector 939">
            <a:extLst>
              <a:ext uri="{FF2B5EF4-FFF2-40B4-BE49-F238E27FC236}">
                <a16:creationId xmlns:a16="http://schemas.microsoft.com/office/drawing/2014/main" id="{8A63D85E-8EB3-4A0C-ABFF-6F44F2F6CEA4}"/>
              </a:ext>
            </a:extLst>
          </p:cNvPr>
          <p:cNvCxnSpPr>
            <a:cxnSpLocks/>
          </p:cNvCxnSpPr>
          <p:nvPr/>
        </p:nvCxnSpPr>
        <p:spPr>
          <a:xfrm flipH="1" flipV="1">
            <a:off x="5892111" y="5105145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1" name="Straight Connector 940">
            <a:extLst>
              <a:ext uri="{FF2B5EF4-FFF2-40B4-BE49-F238E27FC236}">
                <a16:creationId xmlns:a16="http://schemas.microsoft.com/office/drawing/2014/main" id="{530753BA-CA76-4AFE-B5B6-A1B3E6D369D4}"/>
              </a:ext>
            </a:extLst>
          </p:cNvPr>
          <p:cNvCxnSpPr>
            <a:cxnSpLocks/>
          </p:cNvCxnSpPr>
          <p:nvPr/>
        </p:nvCxnSpPr>
        <p:spPr>
          <a:xfrm>
            <a:off x="6144278" y="5101646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2" name="Straight Connector 941">
            <a:extLst>
              <a:ext uri="{FF2B5EF4-FFF2-40B4-BE49-F238E27FC236}">
                <a16:creationId xmlns:a16="http://schemas.microsoft.com/office/drawing/2014/main" id="{AAA88A43-5543-44F0-AEDC-7CCE6AC5CC25}"/>
              </a:ext>
            </a:extLst>
          </p:cNvPr>
          <p:cNvCxnSpPr>
            <a:cxnSpLocks/>
          </p:cNvCxnSpPr>
          <p:nvPr/>
        </p:nvCxnSpPr>
        <p:spPr>
          <a:xfrm flipV="1">
            <a:off x="6143645" y="5102635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Straight Connector 942">
            <a:extLst>
              <a:ext uri="{FF2B5EF4-FFF2-40B4-BE49-F238E27FC236}">
                <a16:creationId xmlns:a16="http://schemas.microsoft.com/office/drawing/2014/main" id="{5A4F9B75-8F3D-45DB-92AA-ACF7AA42A024}"/>
              </a:ext>
            </a:extLst>
          </p:cNvPr>
          <p:cNvCxnSpPr>
            <a:cxnSpLocks/>
          </p:cNvCxnSpPr>
          <p:nvPr/>
        </p:nvCxnSpPr>
        <p:spPr>
          <a:xfrm>
            <a:off x="6266470" y="5101646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943">
            <a:extLst>
              <a:ext uri="{FF2B5EF4-FFF2-40B4-BE49-F238E27FC236}">
                <a16:creationId xmlns:a16="http://schemas.microsoft.com/office/drawing/2014/main" id="{9D9A0B6F-35E5-4A18-A8AC-A1351EC978DC}"/>
              </a:ext>
            </a:extLst>
          </p:cNvPr>
          <p:cNvCxnSpPr>
            <a:cxnSpLocks/>
          </p:cNvCxnSpPr>
          <p:nvPr/>
        </p:nvCxnSpPr>
        <p:spPr>
          <a:xfrm flipH="1" flipV="1">
            <a:off x="6144572" y="5101985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5" name="Straight Connector 944">
            <a:extLst>
              <a:ext uri="{FF2B5EF4-FFF2-40B4-BE49-F238E27FC236}">
                <a16:creationId xmlns:a16="http://schemas.microsoft.com/office/drawing/2014/main" id="{61FA72FC-E7A1-4790-AD2D-CCCA530ADB01}"/>
              </a:ext>
            </a:extLst>
          </p:cNvPr>
          <p:cNvCxnSpPr>
            <a:cxnSpLocks/>
          </p:cNvCxnSpPr>
          <p:nvPr/>
        </p:nvCxnSpPr>
        <p:spPr>
          <a:xfrm>
            <a:off x="6399788" y="5103817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6" name="Straight Connector 945">
            <a:extLst>
              <a:ext uri="{FF2B5EF4-FFF2-40B4-BE49-F238E27FC236}">
                <a16:creationId xmlns:a16="http://schemas.microsoft.com/office/drawing/2014/main" id="{855B0FBD-ADEF-4367-9AEB-981B1593A2E2}"/>
              </a:ext>
            </a:extLst>
          </p:cNvPr>
          <p:cNvCxnSpPr>
            <a:cxnSpLocks/>
          </p:cNvCxnSpPr>
          <p:nvPr/>
        </p:nvCxnSpPr>
        <p:spPr>
          <a:xfrm flipV="1">
            <a:off x="6399155" y="5104806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7A203C0E-F3FB-4B6A-A145-9E9CACB97AF5}"/>
              </a:ext>
            </a:extLst>
          </p:cNvPr>
          <p:cNvCxnSpPr>
            <a:cxnSpLocks/>
          </p:cNvCxnSpPr>
          <p:nvPr/>
        </p:nvCxnSpPr>
        <p:spPr>
          <a:xfrm>
            <a:off x="6521980" y="5103817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8" name="Straight Connector 947">
            <a:extLst>
              <a:ext uri="{FF2B5EF4-FFF2-40B4-BE49-F238E27FC236}">
                <a16:creationId xmlns:a16="http://schemas.microsoft.com/office/drawing/2014/main" id="{2DF7080C-5DC9-4AF4-B5EA-3A542C0D386E}"/>
              </a:ext>
            </a:extLst>
          </p:cNvPr>
          <p:cNvCxnSpPr>
            <a:cxnSpLocks/>
          </p:cNvCxnSpPr>
          <p:nvPr/>
        </p:nvCxnSpPr>
        <p:spPr>
          <a:xfrm flipH="1" flipV="1">
            <a:off x="6400082" y="5104156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9" name="Straight Connector 948">
            <a:extLst>
              <a:ext uri="{FF2B5EF4-FFF2-40B4-BE49-F238E27FC236}">
                <a16:creationId xmlns:a16="http://schemas.microsoft.com/office/drawing/2014/main" id="{5E97B626-76D1-4054-890E-EB89E561FD63}"/>
              </a:ext>
            </a:extLst>
          </p:cNvPr>
          <p:cNvCxnSpPr>
            <a:cxnSpLocks/>
          </p:cNvCxnSpPr>
          <p:nvPr/>
        </p:nvCxnSpPr>
        <p:spPr>
          <a:xfrm>
            <a:off x="6652249" y="5100657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0" name="Straight Connector 949">
            <a:extLst>
              <a:ext uri="{FF2B5EF4-FFF2-40B4-BE49-F238E27FC236}">
                <a16:creationId xmlns:a16="http://schemas.microsoft.com/office/drawing/2014/main" id="{709F41C4-C938-4BCF-9084-1E513B8F7565}"/>
              </a:ext>
            </a:extLst>
          </p:cNvPr>
          <p:cNvCxnSpPr>
            <a:cxnSpLocks/>
          </p:cNvCxnSpPr>
          <p:nvPr/>
        </p:nvCxnSpPr>
        <p:spPr>
          <a:xfrm flipV="1">
            <a:off x="6651616" y="5101646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1" name="Straight Connector 950">
            <a:extLst>
              <a:ext uri="{FF2B5EF4-FFF2-40B4-BE49-F238E27FC236}">
                <a16:creationId xmlns:a16="http://schemas.microsoft.com/office/drawing/2014/main" id="{1D921E06-42FA-4D58-81CE-AA121B3AE1A4}"/>
              </a:ext>
            </a:extLst>
          </p:cNvPr>
          <p:cNvCxnSpPr>
            <a:cxnSpLocks/>
          </p:cNvCxnSpPr>
          <p:nvPr/>
        </p:nvCxnSpPr>
        <p:spPr>
          <a:xfrm>
            <a:off x="6774441" y="5100657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2" name="Straight Connector 951">
            <a:extLst>
              <a:ext uri="{FF2B5EF4-FFF2-40B4-BE49-F238E27FC236}">
                <a16:creationId xmlns:a16="http://schemas.microsoft.com/office/drawing/2014/main" id="{C9A7561B-5BB9-4E2E-A57B-DA5CBF0F8232}"/>
              </a:ext>
            </a:extLst>
          </p:cNvPr>
          <p:cNvCxnSpPr>
            <a:cxnSpLocks/>
          </p:cNvCxnSpPr>
          <p:nvPr/>
        </p:nvCxnSpPr>
        <p:spPr>
          <a:xfrm flipH="1" flipV="1">
            <a:off x="6652543" y="5100996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3" name="Straight Connector 952">
            <a:extLst>
              <a:ext uri="{FF2B5EF4-FFF2-40B4-BE49-F238E27FC236}">
                <a16:creationId xmlns:a16="http://schemas.microsoft.com/office/drawing/2014/main" id="{DAF654E8-C565-4FC2-8801-E8B2CE38137D}"/>
              </a:ext>
            </a:extLst>
          </p:cNvPr>
          <p:cNvCxnSpPr>
            <a:cxnSpLocks/>
          </p:cNvCxnSpPr>
          <p:nvPr/>
        </p:nvCxnSpPr>
        <p:spPr>
          <a:xfrm>
            <a:off x="6915836" y="5110232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4" name="Straight Connector 953">
            <a:extLst>
              <a:ext uri="{FF2B5EF4-FFF2-40B4-BE49-F238E27FC236}">
                <a16:creationId xmlns:a16="http://schemas.microsoft.com/office/drawing/2014/main" id="{C61B65C7-BC1F-48DD-9B2E-7DF9E8288476}"/>
              </a:ext>
            </a:extLst>
          </p:cNvPr>
          <p:cNvCxnSpPr>
            <a:cxnSpLocks/>
          </p:cNvCxnSpPr>
          <p:nvPr/>
        </p:nvCxnSpPr>
        <p:spPr>
          <a:xfrm flipV="1">
            <a:off x="6915203" y="5111221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" name="Straight Connector 954">
            <a:extLst>
              <a:ext uri="{FF2B5EF4-FFF2-40B4-BE49-F238E27FC236}">
                <a16:creationId xmlns:a16="http://schemas.microsoft.com/office/drawing/2014/main" id="{3DF250F2-7A72-49AD-A320-DF2AACAB31C5}"/>
              </a:ext>
            </a:extLst>
          </p:cNvPr>
          <p:cNvCxnSpPr>
            <a:cxnSpLocks/>
          </p:cNvCxnSpPr>
          <p:nvPr/>
        </p:nvCxnSpPr>
        <p:spPr>
          <a:xfrm>
            <a:off x="7038028" y="5110232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6" name="Straight Connector 955">
            <a:extLst>
              <a:ext uri="{FF2B5EF4-FFF2-40B4-BE49-F238E27FC236}">
                <a16:creationId xmlns:a16="http://schemas.microsoft.com/office/drawing/2014/main" id="{CB48C55A-CAAE-482A-B2E3-78854C8464B5}"/>
              </a:ext>
            </a:extLst>
          </p:cNvPr>
          <p:cNvCxnSpPr>
            <a:cxnSpLocks/>
          </p:cNvCxnSpPr>
          <p:nvPr/>
        </p:nvCxnSpPr>
        <p:spPr>
          <a:xfrm flipH="1" flipV="1">
            <a:off x="6916130" y="5110571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8BF4DC22-DE55-44DF-AB7B-3C50C0A65F83}"/>
              </a:ext>
            </a:extLst>
          </p:cNvPr>
          <p:cNvCxnSpPr>
            <a:cxnSpLocks/>
          </p:cNvCxnSpPr>
          <p:nvPr/>
        </p:nvCxnSpPr>
        <p:spPr>
          <a:xfrm>
            <a:off x="7168297" y="5107072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8" name="Straight Connector 957">
            <a:extLst>
              <a:ext uri="{FF2B5EF4-FFF2-40B4-BE49-F238E27FC236}">
                <a16:creationId xmlns:a16="http://schemas.microsoft.com/office/drawing/2014/main" id="{B9E15386-4A21-47F5-9E47-7B14EEC630A6}"/>
              </a:ext>
            </a:extLst>
          </p:cNvPr>
          <p:cNvCxnSpPr>
            <a:cxnSpLocks/>
          </p:cNvCxnSpPr>
          <p:nvPr/>
        </p:nvCxnSpPr>
        <p:spPr>
          <a:xfrm flipV="1">
            <a:off x="7167664" y="5108061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9" name="Straight Connector 958">
            <a:extLst>
              <a:ext uri="{FF2B5EF4-FFF2-40B4-BE49-F238E27FC236}">
                <a16:creationId xmlns:a16="http://schemas.microsoft.com/office/drawing/2014/main" id="{0B76B229-D300-4F56-87B4-5917EB8A3F23}"/>
              </a:ext>
            </a:extLst>
          </p:cNvPr>
          <p:cNvCxnSpPr>
            <a:cxnSpLocks/>
          </p:cNvCxnSpPr>
          <p:nvPr/>
        </p:nvCxnSpPr>
        <p:spPr>
          <a:xfrm>
            <a:off x="7290489" y="5107072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0" name="Straight Connector 959">
            <a:extLst>
              <a:ext uri="{FF2B5EF4-FFF2-40B4-BE49-F238E27FC236}">
                <a16:creationId xmlns:a16="http://schemas.microsoft.com/office/drawing/2014/main" id="{5A6A278C-4449-48DF-9910-5DB7D78F2B1B}"/>
              </a:ext>
            </a:extLst>
          </p:cNvPr>
          <p:cNvCxnSpPr>
            <a:cxnSpLocks/>
          </p:cNvCxnSpPr>
          <p:nvPr/>
        </p:nvCxnSpPr>
        <p:spPr>
          <a:xfrm flipH="1" flipV="1">
            <a:off x="7168591" y="5107411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1" name="Straight Connector 960">
            <a:extLst>
              <a:ext uri="{FF2B5EF4-FFF2-40B4-BE49-F238E27FC236}">
                <a16:creationId xmlns:a16="http://schemas.microsoft.com/office/drawing/2014/main" id="{3B48D948-DE05-4E4F-A50C-16223D3D3CDD}"/>
              </a:ext>
            </a:extLst>
          </p:cNvPr>
          <p:cNvCxnSpPr>
            <a:cxnSpLocks/>
          </p:cNvCxnSpPr>
          <p:nvPr/>
        </p:nvCxnSpPr>
        <p:spPr>
          <a:xfrm>
            <a:off x="7423807" y="5109243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>
            <a:extLst>
              <a:ext uri="{FF2B5EF4-FFF2-40B4-BE49-F238E27FC236}">
                <a16:creationId xmlns:a16="http://schemas.microsoft.com/office/drawing/2014/main" id="{CCEAFE1E-D667-4EB5-AB42-27F6643D1FB3}"/>
              </a:ext>
            </a:extLst>
          </p:cNvPr>
          <p:cNvCxnSpPr>
            <a:cxnSpLocks/>
          </p:cNvCxnSpPr>
          <p:nvPr/>
        </p:nvCxnSpPr>
        <p:spPr>
          <a:xfrm flipV="1">
            <a:off x="7423174" y="5110232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3" name="Straight Connector 962">
            <a:extLst>
              <a:ext uri="{FF2B5EF4-FFF2-40B4-BE49-F238E27FC236}">
                <a16:creationId xmlns:a16="http://schemas.microsoft.com/office/drawing/2014/main" id="{3EC517EF-4A3F-4709-AFCE-546A9A2190ED}"/>
              </a:ext>
            </a:extLst>
          </p:cNvPr>
          <p:cNvCxnSpPr>
            <a:cxnSpLocks/>
          </p:cNvCxnSpPr>
          <p:nvPr/>
        </p:nvCxnSpPr>
        <p:spPr>
          <a:xfrm>
            <a:off x="7545999" y="5109243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" name="Straight Connector 963">
            <a:extLst>
              <a:ext uri="{FF2B5EF4-FFF2-40B4-BE49-F238E27FC236}">
                <a16:creationId xmlns:a16="http://schemas.microsoft.com/office/drawing/2014/main" id="{E0182810-4C0F-4F59-8440-7E978CB85116}"/>
              </a:ext>
            </a:extLst>
          </p:cNvPr>
          <p:cNvCxnSpPr>
            <a:cxnSpLocks/>
          </p:cNvCxnSpPr>
          <p:nvPr/>
        </p:nvCxnSpPr>
        <p:spPr>
          <a:xfrm flipH="1" flipV="1">
            <a:off x="7424101" y="5109582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5" name="Straight Connector 964">
            <a:extLst>
              <a:ext uri="{FF2B5EF4-FFF2-40B4-BE49-F238E27FC236}">
                <a16:creationId xmlns:a16="http://schemas.microsoft.com/office/drawing/2014/main" id="{A2273DD7-7B9C-4566-8780-EEC2EB1B907B}"/>
              </a:ext>
            </a:extLst>
          </p:cNvPr>
          <p:cNvCxnSpPr>
            <a:cxnSpLocks/>
          </p:cNvCxnSpPr>
          <p:nvPr/>
        </p:nvCxnSpPr>
        <p:spPr>
          <a:xfrm>
            <a:off x="7676268" y="5106083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6" name="Straight Connector 965">
            <a:extLst>
              <a:ext uri="{FF2B5EF4-FFF2-40B4-BE49-F238E27FC236}">
                <a16:creationId xmlns:a16="http://schemas.microsoft.com/office/drawing/2014/main" id="{7105EA36-1E3D-44D2-B25F-70C6558CACA3}"/>
              </a:ext>
            </a:extLst>
          </p:cNvPr>
          <p:cNvCxnSpPr>
            <a:cxnSpLocks/>
          </p:cNvCxnSpPr>
          <p:nvPr/>
        </p:nvCxnSpPr>
        <p:spPr>
          <a:xfrm flipV="1">
            <a:off x="7675635" y="5107072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7" name="Straight Connector 966">
            <a:extLst>
              <a:ext uri="{FF2B5EF4-FFF2-40B4-BE49-F238E27FC236}">
                <a16:creationId xmlns:a16="http://schemas.microsoft.com/office/drawing/2014/main" id="{5AA04431-F548-483D-AD17-0F993711A9F3}"/>
              </a:ext>
            </a:extLst>
          </p:cNvPr>
          <p:cNvCxnSpPr>
            <a:cxnSpLocks/>
          </p:cNvCxnSpPr>
          <p:nvPr/>
        </p:nvCxnSpPr>
        <p:spPr>
          <a:xfrm>
            <a:off x="7798460" y="5106083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" name="Straight Connector 967">
            <a:extLst>
              <a:ext uri="{FF2B5EF4-FFF2-40B4-BE49-F238E27FC236}">
                <a16:creationId xmlns:a16="http://schemas.microsoft.com/office/drawing/2014/main" id="{C4057B0B-2235-4726-94A8-9CE0CDF3B287}"/>
              </a:ext>
            </a:extLst>
          </p:cNvPr>
          <p:cNvCxnSpPr>
            <a:cxnSpLocks/>
          </p:cNvCxnSpPr>
          <p:nvPr/>
        </p:nvCxnSpPr>
        <p:spPr>
          <a:xfrm flipH="1" flipV="1">
            <a:off x="7676562" y="5106422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9" name="Straight Connector 968">
            <a:extLst>
              <a:ext uri="{FF2B5EF4-FFF2-40B4-BE49-F238E27FC236}">
                <a16:creationId xmlns:a16="http://schemas.microsoft.com/office/drawing/2014/main" id="{4659DAA9-0589-44A0-B584-C2B7BCAC432C}"/>
              </a:ext>
            </a:extLst>
          </p:cNvPr>
          <p:cNvCxnSpPr>
            <a:cxnSpLocks/>
          </p:cNvCxnSpPr>
          <p:nvPr/>
        </p:nvCxnSpPr>
        <p:spPr>
          <a:xfrm>
            <a:off x="7916314" y="5107966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0" name="Straight Connector 969">
            <a:extLst>
              <a:ext uri="{FF2B5EF4-FFF2-40B4-BE49-F238E27FC236}">
                <a16:creationId xmlns:a16="http://schemas.microsoft.com/office/drawing/2014/main" id="{02A19535-6CFC-4DC7-805A-EDBC264D7487}"/>
              </a:ext>
            </a:extLst>
          </p:cNvPr>
          <p:cNvCxnSpPr>
            <a:cxnSpLocks/>
          </p:cNvCxnSpPr>
          <p:nvPr/>
        </p:nvCxnSpPr>
        <p:spPr>
          <a:xfrm flipV="1">
            <a:off x="7915681" y="5108955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1" name="Straight Connector 970">
            <a:extLst>
              <a:ext uri="{FF2B5EF4-FFF2-40B4-BE49-F238E27FC236}">
                <a16:creationId xmlns:a16="http://schemas.microsoft.com/office/drawing/2014/main" id="{0B236B6B-37F3-4E1A-AAAB-7A331AF1ECFB}"/>
              </a:ext>
            </a:extLst>
          </p:cNvPr>
          <p:cNvCxnSpPr>
            <a:cxnSpLocks/>
          </p:cNvCxnSpPr>
          <p:nvPr/>
        </p:nvCxnSpPr>
        <p:spPr>
          <a:xfrm>
            <a:off x="8038506" y="5107966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2" name="Straight Connector 971">
            <a:extLst>
              <a:ext uri="{FF2B5EF4-FFF2-40B4-BE49-F238E27FC236}">
                <a16:creationId xmlns:a16="http://schemas.microsoft.com/office/drawing/2014/main" id="{61ECE519-1018-428F-ABCC-1AEF2B44C95D}"/>
              </a:ext>
            </a:extLst>
          </p:cNvPr>
          <p:cNvCxnSpPr>
            <a:cxnSpLocks/>
          </p:cNvCxnSpPr>
          <p:nvPr/>
        </p:nvCxnSpPr>
        <p:spPr>
          <a:xfrm flipH="1" flipV="1">
            <a:off x="7916608" y="5108305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3" name="Straight Connector 972">
            <a:extLst>
              <a:ext uri="{FF2B5EF4-FFF2-40B4-BE49-F238E27FC236}">
                <a16:creationId xmlns:a16="http://schemas.microsoft.com/office/drawing/2014/main" id="{AF8259EF-87AD-418C-B833-28A55C8C78DE}"/>
              </a:ext>
            </a:extLst>
          </p:cNvPr>
          <p:cNvCxnSpPr>
            <a:cxnSpLocks/>
          </p:cNvCxnSpPr>
          <p:nvPr/>
        </p:nvCxnSpPr>
        <p:spPr>
          <a:xfrm>
            <a:off x="8168775" y="5104806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4" name="Straight Connector 973">
            <a:extLst>
              <a:ext uri="{FF2B5EF4-FFF2-40B4-BE49-F238E27FC236}">
                <a16:creationId xmlns:a16="http://schemas.microsoft.com/office/drawing/2014/main" id="{1B3703CB-0D38-43DD-AC89-412CD3D64FD2}"/>
              </a:ext>
            </a:extLst>
          </p:cNvPr>
          <p:cNvCxnSpPr>
            <a:cxnSpLocks/>
          </p:cNvCxnSpPr>
          <p:nvPr/>
        </p:nvCxnSpPr>
        <p:spPr>
          <a:xfrm flipV="1">
            <a:off x="8168142" y="5105795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5" name="Straight Connector 974">
            <a:extLst>
              <a:ext uri="{FF2B5EF4-FFF2-40B4-BE49-F238E27FC236}">
                <a16:creationId xmlns:a16="http://schemas.microsoft.com/office/drawing/2014/main" id="{7970EAE1-A6B1-44B0-8354-AB492712D452}"/>
              </a:ext>
            </a:extLst>
          </p:cNvPr>
          <p:cNvCxnSpPr>
            <a:cxnSpLocks/>
          </p:cNvCxnSpPr>
          <p:nvPr/>
        </p:nvCxnSpPr>
        <p:spPr>
          <a:xfrm>
            <a:off x="8290967" y="5104806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6" name="Straight Connector 975">
            <a:extLst>
              <a:ext uri="{FF2B5EF4-FFF2-40B4-BE49-F238E27FC236}">
                <a16:creationId xmlns:a16="http://schemas.microsoft.com/office/drawing/2014/main" id="{1F1713E6-8F9E-4E6D-9EBB-639844CF8510}"/>
              </a:ext>
            </a:extLst>
          </p:cNvPr>
          <p:cNvCxnSpPr>
            <a:cxnSpLocks/>
          </p:cNvCxnSpPr>
          <p:nvPr/>
        </p:nvCxnSpPr>
        <p:spPr>
          <a:xfrm flipH="1" flipV="1">
            <a:off x="8169069" y="5105145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7" name="Straight Connector 976">
            <a:extLst>
              <a:ext uri="{FF2B5EF4-FFF2-40B4-BE49-F238E27FC236}">
                <a16:creationId xmlns:a16="http://schemas.microsoft.com/office/drawing/2014/main" id="{33A88BC4-A2F6-4A42-9316-7C32124FB041}"/>
              </a:ext>
            </a:extLst>
          </p:cNvPr>
          <p:cNvCxnSpPr>
            <a:cxnSpLocks/>
          </p:cNvCxnSpPr>
          <p:nvPr/>
        </p:nvCxnSpPr>
        <p:spPr>
          <a:xfrm>
            <a:off x="8424285" y="5106977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8" name="Straight Connector 977">
            <a:extLst>
              <a:ext uri="{FF2B5EF4-FFF2-40B4-BE49-F238E27FC236}">
                <a16:creationId xmlns:a16="http://schemas.microsoft.com/office/drawing/2014/main" id="{ACC14974-50BF-4AE4-AB07-2F640B571797}"/>
              </a:ext>
            </a:extLst>
          </p:cNvPr>
          <p:cNvCxnSpPr>
            <a:cxnSpLocks/>
          </p:cNvCxnSpPr>
          <p:nvPr/>
        </p:nvCxnSpPr>
        <p:spPr>
          <a:xfrm flipV="1">
            <a:off x="8423652" y="5107966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9" name="Straight Connector 978">
            <a:extLst>
              <a:ext uri="{FF2B5EF4-FFF2-40B4-BE49-F238E27FC236}">
                <a16:creationId xmlns:a16="http://schemas.microsoft.com/office/drawing/2014/main" id="{FF7FB1FF-3311-4479-A38E-F35C71CF17F3}"/>
              </a:ext>
            </a:extLst>
          </p:cNvPr>
          <p:cNvCxnSpPr>
            <a:cxnSpLocks/>
          </p:cNvCxnSpPr>
          <p:nvPr/>
        </p:nvCxnSpPr>
        <p:spPr>
          <a:xfrm>
            <a:off x="8546477" y="5106977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0" name="Straight Connector 979">
            <a:extLst>
              <a:ext uri="{FF2B5EF4-FFF2-40B4-BE49-F238E27FC236}">
                <a16:creationId xmlns:a16="http://schemas.microsoft.com/office/drawing/2014/main" id="{E240E57E-602E-41E0-8811-278740DD4D10}"/>
              </a:ext>
            </a:extLst>
          </p:cNvPr>
          <p:cNvCxnSpPr>
            <a:cxnSpLocks/>
          </p:cNvCxnSpPr>
          <p:nvPr/>
        </p:nvCxnSpPr>
        <p:spPr>
          <a:xfrm flipH="1" flipV="1">
            <a:off x="8424579" y="5107316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1" name="Straight Connector 980">
            <a:extLst>
              <a:ext uri="{FF2B5EF4-FFF2-40B4-BE49-F238E27FC236}">
                <a16:creationId xmlns:a16="http://schemas.microsoft.com/office/drawing/2014/main" id="{2C07345D-B54B-47BC-BFCC-7C1F61F485ED}"/>
              </a:ext>
            </a:extLst>
          </p:cNvPr>
          <p:cNvCxnSpPr>
            <a:cxnSpLocks/>
          </p:cNvCxnSpPr>
          <p:nvPr/>
        </p:nvCxnSpPr>
        <p:spPr>
          <a:xfrm>
            <a:off x="8676746" y="5103817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Straight Connector 981">
            <a:extLst>
              <a:ext uri="{FF2B5EF4-FFF2-40B4-BE49-F238E27FC236}">
                <a16:creationId xmlns:a16="http://schemas.microsoft.com/office/drawing/2014/main" id="{CE49AADA-3057-4552-BFD8-3C7C4245F239}"/>
              </a:ext>
            </a:extLst>
          </p:cNvPr>
          <p:cNvCxnSpPr>
            <a:cxnSpLocks/>
          </p:cNvCxnSpPr>
          <p:nvPr/>
        </p:nvCxnSpPr>
        <p:spPr>
          <a:xfrm flipV="1">
            <a:off x="8676113" y="5104806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3" name="Straight Connector 982">
            <a:extLst>
              <a:ext uri="{FF2B5EF4-FFF2-40B4-BE49-F238E27FC236}">
                <a16:creationId xmlns:a16="http://schemas.microsoft.com/office/drawing/2014/main" id="{C5A8F30F-6AD8-494D-8BDE-A30C5200EFA9}"/>
              </a:ext>
            </a:extLst>
          </p:cNvPr>
          <p:cNvCxnSpPr>
            <a:cxnSpLocks/>
          </p:cNvCxnSpPr>
          <p:nvPr/>
        </p:nvCxnSpPr>
        <p:spPr>
          <a:xfrm>
            <a:off x="8798938" y="5103817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4" name="Straight Connector 983">
            <a:extLst>
              <a:ext uri="{FF2B5EF4-FFF2-40B4-BE49-F238E27FC236}">
                <a16:creationId xmlns:a16="http://schemas.microsoft.com/office/drawing/2014/main" id="{0564402F-FFE0-4A50-B7CA-C181131D153D}"/>
              </a:ext>
            </a:extLst>
          </p:cNvPr>
          <p:cNvCxnSpPr>
            <a:cxnSpLocks/>
          </p:cNvCxnSpPr>
          <p:nvPr/>
        </p:nvCxnSpPr>
        <p:spPr>
          <a:xfrm flipH="1" flipV="1">
            <a:off x="8677040" y="5104156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5" name="Straight Connector 984">
            <a:extLst>
              <a:ext uri="{FF2B5EF4-FFF2-40B4-BE49-F238E27FC236}">
                <a16:creationId xmlns:a16="http://schemas.microsoft.com/office/drawing/2014/main" id="{39E724D1-F021-4D31-8348-0AFFE199B523}"/>
              </a:ext>
            </a:extLst>
          </p:cNvPr>
          <p:cNvCxnSpPr>
            <a:cxnSpLocks/>
          </p:cNvCxnSpPr>
          <p:nvPr/>
        </p:nvCxnSpPr>
        <p:spPr>
          <a:xfrm>
            <a:off x="8940333" y="5113392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6" name="Straight Connector 985">
            <a:extLst>
              <a:ext uri="{FF2B5EF4-FFF2-40B4-BE49-F238E27FC236}">
                <a16:creationId xmlns:a16="http://schemas.microsoft.com/office/drawing/2014/main" id="{694F72C8-6390-478A-A51E-8E972A4A0486}"/>
              </a:ext>
            </a:extLst>
          </p:cNvPr>
          <p:cNvCxnSpPr>
            <a:cxnSpLocks/>
          </p:cNvCxnSpPr>
          <p:nvPr/>
        </p:nvCxnSpPr>
        <p:spPr>
          <a:xfrm flipV="1">
            <a:off x="8939700" y="5114381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7" name="Straight Connector 986">
            <a:extLst>
              <a:ext uri="{FF2B5EF4-FFF2-40B4-BE49-F238E27FC236}">
                <a16:creationId xmlns:a16="http://schemas.microsoft.com/office/drawing/2014/main" id="{BD9DE816-0735-41D2-9E42-DF251A7D4636}"/>
              </a:ext>
            </a:extLst>
          </p:cNvPr>
          <p:cNvCxnSpPr>
            <a:cxnSpLocks/>
          </p:cNvCxnSpPr>
          <p:nvPr/>
        </p:nvCxnSpPr>
        <p:spPr>
          <a:xfrm>
            <a:off x="9062525" y="5113392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8" name="Straight Connector 987">
            <a:extLst>
              <a:ext uri="{FF2B5EF4-FFF2-40B4-BE49-F238E27FC236}">
                <a16:creationId xmlns:a16="http://schemas.microsoft.com/office/drawing/2014/main" id="{8D37CF2F-AD83-46CF-9740-8ABEAC328392}"/>
              </a:ext>
            </a:extLst>
          </p:cNvPr>
          <p:cNvCxnSpPr>
            <a:cxnSpLocks/>
          </p:cNvCxnSpPr>
          <p:nvPr/>
        </p:nvCxnSpPr>
        <p:spPr>
          <a:xfrm flipH="1" flipV="1">
            <a:off x="8940627" y="5113731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9" name="Straight Connector 988">
            <a:extLst>
              <a:ext uri="{FF2B5EF4-FFF2-40B4-BE49-F238E27FC236}">
                <a16:creationId xmlns:a16="http://schemas.microsoft.com/office/drawing/2014/main" id="{EA213D68-0716-4F9C-87F1-E8E54FAB7A7E}"/>
              </a:ext>
            </a:extLst>
          </p:cNvPr>
          <p:cNvCxnSpPr>
            <a:cxnSpLocks/>
          </p:cNvCxnSpPr>
          <p:nvPr/>
        </p:nvCxnSpPr>
        <p:spPr>
          <a:xfrm>
            <a:off x="9192794" y="5110232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0" name="Straight Connector 989">
            <a:extLst>
              <a:ext uri="{FF2B5EF4-FFF2-40B4-BE49-F238E27FC236}">
                <a16:creationId xmlns:a16="http://schemas.microsoft.com/office/drawing/2014/main" id="{BD4F5BAF-DCEB-426F-A290-DF5E6A073CA1}"/>
              </a:ext>
            </a:extLst>
          </p:cNvPr>
          <p:cNvCxnSpPr>
            <a:cxnSpLocks/>
          </p:cNvCxnSpPr>
          <p:nvPr/>
        </p:nvCxnSpPr>
        <p:spPr>
          <a:xfrm flipV="1">
            <a:off x="9192161" y="5111221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1" name="Straight Connector 990">
            <a:extLst>
              <a:ext uri="{FF2B5EF4-FFF2-40B4-BE49-F238E27FC236}">
                <a16:creationId xmlns:a16="http://schemas.microsoft.com/office/drawing/2014/main" id="{0CAE5267-BB76-476D-B112-46B4318C58A3}"/>
              </a:ext>
            </a:extLst>
          </p:cNvPr>
          <p:cNvCxnSpPr>
            <a:cxnSpLocks/>
          </p:cNvCxnSpPr>
          <p:nvPr/>
        </p:nvCxnSpPr>
        <p:spPr>
          <a:xfrm>
            <a:off x="9314986" y="5110232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2" name="Straight Connector 991">
            <a:extLst>
              <a:ext uri="{FF2B5EF4-FFF2-40B4-BE49-F238E27FC236}">
                <a16:creationId xmlns:a16="http://schemas.microsoft.com/office/drawing/2014/main" id="{61B09FAD-4EB8-4340-A049-32DE626D5CC8}"/>
              </a:ext>
            </a:extLst>
          </p:cNvPr>
          <p:cNvCxnSpPr>
            <a:cxnSpLocks/>
          </p:cNvCxnSpPr>
          <p:nvPr/>
        </p:nvCxnSpPr>
        <p:spPr>
          <a:xfrm flipH="1" flipV="1">
            <a:off x="9193088" y="5110571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3" name="Straight Connector 992">
            <a:extLst>
              <a:ext uri="{FF2B5EF4-FFF2-40B4-BE49-F238E27FC236}">
                <a16:creationId xmlns:a16="http://schemas.microsoft.com/office/drawing/2014/main" id="{7048C1F6-59C8-40C2-8BF2-31357EF15933}"/>
              </a:ext>
            </a:extLst>
          </p:cNvPr>
          <p:cNvCxnSpPr>
            <a:cxnSpLocks/>
          </p:cNvCxnSpPr>
          <p:nvPr/>
        </p:nvCxnSpPr>
        <p:spPr>
          <a:xfrm>
            <a:off x="9448304" y="5112403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993">
            <a:extLst>
              <a:ext uri="{FF2B5EF4-FFF2-40B4-BE49-F238E27FC236}">
                <a16:creationId xmlns:a16="http://schemas.microsoft.com/office/drawing/2014/main" id="{39AEE488-F6B5-41D7-8A73-976E3F6B2036}"/>
              </a:ext>
            </a:extLst>
          </p:cNvPr>
          <p:cNvCxnSpPr>
            <a:cxnSpLocks/>
          </p:cNvCxnSpPr>
          <p:nvPr/>
        </p:nvCxnSpPr>
        <p:spPr>
          <a:xfrm flipV="1">
            <a:off x="9447671" y="5113392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5" name="Straight Connector 994">
            <a:extLst>
              <a:ext uri="{FF2B5EF4-FFF2-40B4-BE49-F238E27FC236}">
                <a16:creationId xmlns:a16="http://schemas.microsoft.com/office/drawing/2014/main" id="{10295A5D-8D00-4EC9-8902-7AA182AD1ADB}"/>
              </a:ext>
            </a:extLst>
          </p:cNvPr>
          <p:cNvCxnSpPr>
            <a:cxnSpLocks/>
          </p:cNvCxnSpPr>
          <p:nvPr/>
        </p:nvCxnSpPr>
        <p:spPr>
          <a:xfrm>
            <a:off x="9570496" y="5112403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6" name="Straight Connector 995">
            <a:extLst>
              <a:ext uri="{FF2B5EF4-FFF2-40B4-BE49-F238E27FC236}">
                <a16:creationId xmlns:a16="http://schemas.microsoft.com/office/drawing/2014/main" id="{7B1D1C8E-2E95-4912-93EC-486FCAE7D520}"/>
              </a:ext>
            </a:extLst>
          </p:cNvPr>
          <p:cNvCxnSpPr>
            <a:cxnSpLocks/>
          </p:cNvCxnSpPr>
          <p:nvPr/>
        </p:nvCxnSpPr>
        <p:spPr>
          <a:xfrm flipH="1" flipV="1">
            <a:off x="9448598" y="5112742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Straight Connector 996">
            <a:extLst>
              <a:ext uri="{FF2B5EF4-FFF2-40B4-BE49-F238E27FC236}">
                <a16:creationId xmlns:a16="http://schemas.microsoft.com/office/drawing/2014/main" id="{D88B753D-A2DE-4854-A003-07072710AA58}"/>
              </a:ext>
            </a:extLst>
          </p:cNvPr>
          <p:cNvCxnSpPr>
            <a:cxnSpLocks/>
          </p:cNvCxnSpPr>
          <p:nvPr/>
        </p:nvCxnSpPr>
        <p:spPr>
          <a:xfrm>
            <a:off x="9700765" y="5109243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8" name="Straight Connector 997">
            <a:extLst>
              <a:ext uri="{FF2B5EF4-FFF2-40B4-BE49-F238E27FC236}">
                <a16:creationId xmlns:a16="http://schemas.microsoft.com/office/drawing/2014/main" id="{F6256549-A268-42A5-A732-B98E4FFE547B}"/>
              </a:ext>
            </a:extLst>
          </p:cNvPr>
          <p:cNvCxnSpPr>
            <a:cxnSpLocks/>
          </p:cNvCxnSpPr>
          <p:nvPr/>
        </p:nvCxnSpPr>
        <p:spPr>
          <a:xfrm flipV="1">
            <a:off x="9700132" y="5110232"/>
            <a:ext cx="122825" cy="647445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9" name="Straight Connector 998">
            <a:extLst>
              <a:ext uri="{FF2B5EF4-FFF2-40B4-BE49-F238E27FC236}">
                <a16:creationId xmlns:a16="http://schemas.microsoft.com/office/drawing/2014/main" id="{1AB8C85F-3B9F-46F3-85C4-3AA8446E831B}"/>
              </a:ext>
            </a:extLst>
          </p:cNvPr>
          <p:cNvCxnSpPr>
            <a:cxnSpLocks/>
          </p:cNvCxnSpPr>
          <p:nvPr/>
        </p:nvCxnSpPr>
        <p:spPr>
          <a:xfrm>
            <a:off x="9822957" y="5109243"/>
            <a:ext cx="0" cy="64502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Straight Connector 999">
            <a:extLst>
              <a:ext uri="{FF2B5EF4-FFF2-40B4-BE49-F238E27FC236}">
                <a16:creationId xmlns:a16="http://schemas.microsoft.com/office/drawing/2014/main" id="{741C6026-10A5-4E4E-BFA2-F4B19F5DA30B}"/>
              </a:ext>
            </a:extLst>
          </p:cNvPr>
          <p:cNvCxnSpPr>
            <a:cxnSpLocks/>
          </p:cNvCxnSpPr>
          <p:nvPr/>
        </p:nvCxnSpPr>
        <p:spPr>
          <a:xfrm flipH="1" flipV="1">
            <a:off x="9701059" y="5109582"/>
            <a:ext cx="121898" cy="643693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1" name="TextBox 1000">
            <a:extLst>
              <a:ext uri="{FF2B5EF4-FFF2-40B4-BE49-F238E27FC236}">
                <a16:creationId xmlns:a16="http://schemas.microsoft.com/office/drawing/2014/main" id="{151AA9A5-8F4C-49D8-8203-297050113542}"/>
              </a:ext>
            </a:extLst>
          </p:cNvPr>
          <p:cNvSpPr txBox="1"/>
          <p:nvPr/>
        </p:nvSpPr>
        <p:spPr>
          <a:xfrm>
            <a:off x="4545531" y="508125"/>
            <a:ext cx="2369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Cooley-</a:t>
            </a:r>
            <a:r>
              <a:rPr lang="en-US" sz="1600" dirty="0" err="1"/>
              <a:t>tukey</a:t>
            </a:r>
            <a:r>
              <a:rPr lang="en-US" sz="1600" dirty="0"/>
              <a:t>-r (64 </a:t>
            </a:r>
            <a:r>
              <a:rPr lang="en-US" sz="1600" dirty="0" err="1"/>
              <a:t>pt</a:t>
            </a:r>
            <a:r>
              <a:rPr lang="en-US" sz="1600" dirty="0"/>
              <a:t>)</a:t>
            </a:r>
          </a:p>
        </p:txBody>
      </p:sp>
      <p:graphicFrame>
        <p:nvGraphicFramePr>
          <p:cNvPr id="1002" name="Table 1001">
            <a:extLst>
              <a:ext uri="{FF2B5EF4-FFF2-40B4-BE49-F238E27FC236}">
                <a16:creationId xmlns:a16="http://schemas.microsoft.com/office/drawing/2014/main" id="{F653E429-B72B-4943-A5C3-F9AC5A26C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452157"/>
              </p:ext>
            </p:extLst>
          </p:nvPr>
        </p:nvGraphicFramePr>
        <p:xfrm>
          <a:off x="1761209" y="6487594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100398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1003" name="Straight Arrow Connector 1002">
            <a:extLst>
              <a:ext uri="{FF2B5EF4-FFF2-40B4-BE49-F238E27FC236}">
                <a16:creationId xmlns:a16="http://schemas.microsoft.com/office/drawing/2014/main" id="{51783FBA-4687-4324-9D70-AB80A5D4E6C3}"/>
              </a:ext>
            </a:extLst>
          </p:cNvPr>
          <p:cNvCxnSpPr>
            <a:cxnSpLocks/>
          </p:cNvCxnSpPr>
          <p:nvPr/>
        </p:nvCxnSpPr>
        <p:spPr>
          <a:xfrm>
            <a:off x="5944497" y="5910370"/>
            <a:ext cx="0" cy="5974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04" name="TextBox 1003">
            <a:extLst>
              <a:ext uri="{FF2B5EF4-FFF2-40B4-BE49-F238E27FC236}">
                <a16:creationId xmlns:a16="http://schemas.microsoft.com/office/drawing/2014/main" id="{C09C344C-125B-465B-A6D3-65C567D19C5C}"/>
              </a:ext>
            </a:extLst>
          </p:cNvPr>
          <p:cNvSpPr txBox="1"/>
          <p:nvPr/>
        </p:nvSpPr>
        <p:spPr>
          <a:xfrm>
            <a:off x="4935852" y="5940453"/>
            <a:ext cx="1283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Consolas" panose="020B0609020204030204" pitchFamily="49" charset="0"/>
              </a:rPr>
              <a:t>Bit-reverse</a:t>
            </a:r>
          </a:p>
        </p:txBody>
      </p:sp>
      <p:sp>
        <p:nvSpPr>
          <p:cNvPr id="1005" name="TextBox 1004">
            <a:extLst>
              <a:ext uri="{FF2B5EF4-FFF2-40B4-BE49-F238E27FC236}">
                <a16:creationId xmlns:a16="http://schemas.microsoft.com/office/drawing/2014/main" id="{E1342B39-89AB-490B-B1F8-C56154DCFFD2}"/>
              </a:ext>
            </a:extLst>
          </p:cNvPr>
          <p:cNvSpPr txBox="1"/>
          <p:nvPr/>
        </p:nvSpPr>
        <p:spPr>
          <a:xfrm>
            <a:off x="9815689" y="1246819"/>
            <a:ext cx="17011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W2_0*</a:t>
            </a:r>
            <a:r>
              <a:rPr lang="en-US" altLang="zh-CN" sz="900" dirty="0">
                <a:latin typeface="Consolas" panose="020B0609020204030204" pitchFamily="49" charset="0"/>
              </a:rPr>
              <a:t>32</a:t>
            </a:r>
            <a:endParaRPr lang="en-US" sz="900" dirty="0">
              <a:latin typeface="Consolas" panose="020B0609020204030204" pitchFamily="49" charset="0"/>
            </a:endParaRPr>
          </a:p>
        </p:txBody>
      </p:sp>
      <p:sp>
        <p:nvSpPr>
          <p:cNvPr id="1006" name="TextBox 1005">
            <a:extLst>
              <a:ext uri="{FF2B5EF4-FFF2-40B4-BE49-F238E27FC236}">
                <a16:creationId xmlns:a16="http://schemas.microsoft.com/office/drawing/2014/main" id="{B86DD9C7-09A6-4C73-A1D0-16664B28E31E}"/>
              </a:ext>
            </a:extLst>
          </p:cNvPr>
          <p:cNvSpPr txBox="1"/>
          <p:nvPr/>
        </p:nvSpPr>
        <p:spPr>
          <a:xfrm>
            <a:off x="9810312" y="1997803"/>
            <a:ext cx="77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</a:t>
            </a:r>
            <a:r>
              <a:rPr lang="en-US" altLang="zh-CN" sz="900" dirty="0">
                <a:latin typeface="Consolas" panose="020B0609020204030204" pitchFamily="49" charset="0"/>
              </a:rPr>
              <a:t>4</a:t>
            </a:r>
            <a:r>
              <a:rPr lang="en-US" sz="900" dirty="0">
                <a:latin typeface="Consolas" panose="020B0609020204030204" pitchFamily="49" charset="0"/>
              </a:rPr>
              <a:t>_0*</a:t>
            </a:r>
            <a:r>
              <a:rPr lang="en-US" altLang="zh-CN" sz="900" dirty="0">
                <a:latin typeface="Consolas" panose="020B0609020204030204" pitchFamily="49" charset="0"/>
              </a:rPr>
              <a:t>16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W4_1</a:t>
            </a:r>
            <a:r>
              <a:rPr lang="zh-CN" altLang="en-US" sz="900" dirty="0">
                <a:latin typeface="Consolas" panose="020B0609020204030204" pitchFamily="49" charset="0"/>
              </a:rPr>
              <a:t>*</a:t>
            </a:r>
            <a:r>
              <a:rPr lang="en-US" altLang="zh-CN" sz="900" dirty="0">
                <a:latin typeface="Consolas" panose="020B0609020204030204" pitchFamily="49" charset="0"/>
              </a:rPr>
              <a:t>16</a:t>
            </a:r>
            <a:endParaRPr lang="en-US" sz="900" dirty="0">
              <a:latin typeface="Consolas" panose="020B0609020204030204" pitchFamily="49" charset="0"/>
            </a:endParaRPr>
          </a:p>
        </p:txBody>
      </p:sp>
      <p:sp>
        <p:nvSpPr>
          <p:cNvPr id="1007" name="TextBox 1006">
            <a:extLst>
              <a:ext uri="{FF2B5EF4-FFF2-40B4-BE49-F238E27FC236}">
                <a16:creationId xmlns:a16="http://schemas.microsoft.com/office/drawing/2014/main" id="{53E83E1B-649C-4ADC-95B7-D438785F3B41}"/>
              </a:ext>
            </a:extLst>
          </p:cNvPr>
          <p:cNvSpPr txBox="1"/>
          <p:nvPr/>
        </p:nvSpPr>
        <p:spPr>
          <a:xfrm>
            <a:off x="9865660" y="2652310"/>
            <a:ext cx="792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W8_0*8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W8_2</a:t>
            </a:r>
            <a:r>
              <a:rPr lang="zh-CN" altLang="en-US" sz="900" dirty="0">
                <a:latin typeface="Consolas" panose="020B0609020204030204" pitchFamily="49" charset="0"/>
              </a:rPr>
              <a:t>*</a:t>
            </a:r>
            <a:r>
              <a:rPr lang="en-US" altLang="zh-CN" sz="900" dirty="0">
                <a:latin typeface="Consolas" panose="020B0609020204030204" pitchFamily="49" charset="0"/>
              </a:rPr>
              <a:t>8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W8_1*8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W8_3*8</a:t>
            </a:r>
          </a:p>
        </p:txBody>
      </p:sp>
      <p:sp>
        <p:nvSpPr>
          <p:cNvPr id="1008" name="TextBox 1007">
            <a:extLst>
              <a:ext uri="{FF2B5EF4-FFF2-40B4-BE49-F238E27FC236}">
                <a16:creationId xmlns:a16="http://schemas.microsoft.com/office/drawing/2014/main" id="{C8F8B2B0-4EEB-4114-BC16-6DA85849D1E7}"/>
              </a:ext>
            </a:extLst>
          </p:cNvPr>
          <p:cNvSpPr txBox="1"/>
          <p:nvPr/>
        </p:nvSpPr>
        <p:spPr>
          <a:xfrm>
            <a:off x="9736954" y="3492374"/>
            <a:ext cx="2291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W16_0*4,</a:t>
            </a:r>
            <a:r>
              <a:rPr lang="en-US" altLang="zh-CN" sz="900" dirty="0">
                <a:latin typeface="Consolas" panose="020B0609020204030204" pitchFamily="49" charset="0"/>
              </a:rPr>
              <a:t>W16_4</a:t>
            </a:r>
            <a:r>
              <a:rPr lang="zh-CN" altLang="en-US" sz="900" dirty="0">
                <a:latin typeface="Consolas" panose="020B0609020204030204" pitchFamily="49" charset="0"/>
              </a:rPr>
              <a:t>*</a:t>
            </a:r>
            <a:r>
              <a:rPr lang="en-US" altLang="zh-CN" sz="900" dirty="0">
                <a:latin typeface="Consolas" panose="020B0609020204030204" pitchFamily="49" charset="0"/>
              </a:rPr>
              <a:t>4,</a:t>
            </a:r>
            <a:r>
              <a:rPr lang="en-US" sz="900" dirty="0">
                <a:latin typeface="Consolas" panose="020B0609020204030204" pitchFamily="49" charset="0"/>
              </a:rPr>
              <a:t>W16_2*4,W16_6*4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W16_1*4,W16_5*4,W16_3*4,W16_7*4</a:t>
            </a:r>
          </a:p>
        </p:txBody>
      </p:sp>
      <p:sp>
        <p:nvSpPr>
          <p:cNvPr id="1009" name="TextBox 1008">
            <a:extLst>
              <a:ext uri="{FF2B5EF4-FFF2-40B4-BE49-F238E27FC236}">
                <a16:creationId xmlns:a16="http://schemas.microsoft.com/office/drawing/2014/main" id="{98D5086A-E5A3-4568-A561-B758FF27FF1F}"/>
              </a:ext>
            </a:extLst>
          </p:cNvPr>
          <p:cNvSpPr txBox="1"/>
          <p:nvPr/>
        </p:nvSpPr>
        <p:spPr>
          <a:xfrm>
            <a:off x="9784423" y="4212206"/>
            <a:ext cx="2407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W32_0*</a:t>
            </a:r>
            <a:r>
              <a:rPr lang="en-US" altLang="zh-CN" sz="900" dirty="0">
                <a:latin typeface="Consolas" panose="020B0609020204030204" pitchFamily="49" charset="0"/>
              </a:rPr>
              <a:t>2</a:t>
            </a:r>
            <a:r>
              <a:rPr lang="en-US" sz="900" dirty="0">
                <a:latin typeface="Consolas" panose="020B0609020204030204" pitchFamily="49" charset="0"/>
              </a:rPr>
              <a:t>,</a:t>
            </a:r>
            <a:r>
              <a:rPr lang="en-US" altLang="zh-CN" sz="900" dirty="0">
                <a:latin typeface="Consolas" panose="020B0609020204030204" pitchFamily="49" charset="0"/>
              </a:rPr>
              <a:t>W32_8</a:t>
            </a:r>
            <a:r>
              <a:rPr lang="zh-CN" altLang="en-US" sz="900" dirty="0">
                <a:latin typeface="Consolas" panose="020B0609020204030204" pitchFamily="49" charset="0"/>
              </a:rPr>
              <a:t>*</a:t>
            </a:r>
            <a:r>
              <a:rPr lang="en-US" altLang="zh-CN" sz="900" dirty="0">
                <a:latin typeface="Consolas" panose="020B0609020204030204" pitchFamily="49" charset="0"/>
              </a:rPr>
              <a:t>2,</a:t>
            </a:r>
            <a:r>
              <a:rPr lang="en-US" sz="900" dirty="0">
                <a:latin typeface="Consolas" panose="020B0609020204030204" pitchFamily="49" charset="0"/>
              </a:rPr>
              <a:t>W32_</a:t>
            </a:r>
            <a:r>
              <a:rPr lang="en-US" altLang="zh-CN" sz="900" dirty="0">
                <a:latin typeface="Consolas" panose="020B0609020204030204" pitchFamily="49" charset="0"/>
              </a:rPr>
              <a:t>4</a:t>
            </a:r>
            <a:r>
              <a:rPr lang="en-US" sz="900" dirty="0">
                <a:latin typeface="Consolas" panose="020B0609020204030204" pitchFamily="49" charset="0"/>
              </a:rPr>
              <a:t>*</a:t>
            </a:r>
            <a:r>
              <a:rPr lang="en-US" altLang="zh-CN" sz="900" dirty="0">
                <a:latin typeface="Consolas" panose="020B0609020204030204" pitchFamily="49" charset="0"/>
              </a:rPr>
              <a:t>2</a:t>
            </a:r>
            <a:r>
              <a:rPr lang="en-US" sz="900" dirty="0">
                <a:latin typeface="Consolas" panose="020B0609020204030204" pitchFamily="49" charset="0"/>
              </a:rPr>
              <a:t>,W32_</a:t>
            </a:r>
            <a:r>
              <a:rPr lang="en-US" altLang="zh-CN" sz="900" dirty="0">
                <a:latin typeface="Consolas" panose="020B0609020204030204" pitchFamily="49" charset="0"/>
              </a:rPr>
              <a:t>12</a:t>
            </a:r>
            <a:r>
              <a:rPr lang="en-US" sz="900" dirty="0">
                <a:latin typeface="Consolas" panose="020B0609020204030204" pitchFamily="49" charset="0"/>
              </a:rPr>
              <a:t>*</a:t>
            </a:r>
            <a:r>
              <a:rPr lang="en-US" altLang="zh-CN" sz="900" dirty="0">
                <a:latin typeface="Consolas" panose="020B0609020204030204" pitchFamily="49" charset="0"/>
              </a:rPr>
              <a:t>2</a:t>
            </a:r>
            <a:endParaRPr lang="en-US" sz="900" dirty="0">
              <a:latin typeface="Consolas" panose="020B0609020204030204" pitchFamily="49" charset="0"/>
            </a:endParaRPr>
          </a:p>
          <a:p>
            <a:r>
              <a:rPr lang="en-US" sz="900" dirty="0">
                <a:latin typeface="Consolas" panose="020B0609020204030204" pitchFamily="49" charset="0"/>
              </a:rPr>
              <a:t>W32_</a:t>
            </a:r>
            <a:r>
              <a:rPr lang="en-US" altLang="zh-CN" sz="900" dirty="0">
                <a:latin typeface="Consolas" panose="020B0609020204030204" pitchFamily="49" charset="0"/>
              </a:rPr>
              <a:t>2</a:t>
            </a:r>
            <a:r>
              <a:rPr lang="en-US" sz="900" dirty="0">
                <a:latin typeface="Consolas" panose="020B0609020204030204" pitchFamily="49" charset="0"/>
              </a:rPr>
              <a:t>*</a:t>
            </a:r>
            <a:r>
              <a:rPr lang="en-US" altLang="zh-CN" sz="900" dirty="0">
                <a:latin typeface="Consolas" panose="020B0609020204030204" pitchFamily="49" charset="0"/>
              </a:rPr>
              <a:t>2</a:t>
            </a:r>
            <a:r>
              <a:rPr lang="en-US" sz="900" dirty="0">
                <a:latin typeface="Consolas" panose="020B0609020204030204" pitchFamily="49" charset="0"/>
              </a:rPr>
              <a:t>,W32_</a:t>
            </a:r>
            <a:r>
              <a:rPr lang="en-US" altLang="zh-CN" sz="900" dirty="0">
                <a:latin typeface="Consolas" panose="020B0609020204030204" pitchFamily="49" charset="0"/>
              </a:rPr>
              <a:t>10</a:t>
            </a:r>
            <a:r>
              <a:rPr lang="en-US" sz="900" dirty="0">
                <a:latin typeface="Consolas" panose="020B0609020204030204" pitchFamily="49" charset="0"/>
              </a:rPr>
              <a:t>*</a:t>
            </a:r>
            <a:r>
              <a:rPr lang="en-US" altLang="zh-CN" sz="900" dirty="0">
                <a:latin typeface="Consolas" panose="020B0609020204030204" pitchFamily="49" charset="0"/>
              </a:rPr>
              <a:t>2</a:t>
            </a:r>
            <a:r>
              <a:rPr lang="en-US" sz="900" dirty="0">
                <a:latin typeface="Consolas" panose="020B0609020204030204" pitchFamily="49" charset="0"/>
              </a:rPr>
              <a:t>,W32_</a:t>
            </a:r>
            <a:r>
              <a:rPr lang="en-US" altLang="zh-CN" sz="900" dirty="0">
                <a:latin typeface="Consolas" panose="020B0609020204030204" pitchFamily="49" charset="0"/>
              </a:rPr>
              <a:t>6</a:t>
            </a:r>
            <a:r>
              <a:rPr lang="en-US" sz="900" dirty="0">
                <a:latin typeface="Consolas" panose="020B0609020204030204" pitchFamily="49" charset="0"/>
              </a:rPr>
              <a:t>*</a:t>
            </a:r>
            <a:r>
              <a:rPr lang="en-US" altLang="zh-CN" sz="900" dirty="0">
                <a:latin typeface="Consolas" panose="020B0609020204030204" pitchFamily="49" charset="0"/>
              </a:rPr>
              <a:t>2</a:t>
            </a:r>
            <a:r>
              <a:rPr lang="en-US" sz="900" dirty="0">
                <a:latin typeface="Consolas" panose="020B0609020204030204" pitchFamily="49" charset="0"/>
              </a:rPr>
              <a:t>,W32_</a:t>
            </a:r>
            <a:r>
              <a:rPr lang="en-US" altLang="zh-CN" sz="900" dirty="0">
                <a:latin typeface="Consolas" panose="020B0609020204030204" pitchFamily="49" charset="0"/>
              </a:rPr>
              <a:t>14</a:t>
            </a:r>
            <a:r>
              <a:rPr lang="en-US" sz="900" dirty="0">
                <a:latin typeface="Consolas" panose="020B0609020204030204" pitchFamily="49" charset="0"/>
              </a:rPr>
              <a:t>*</a:t>
            </a:r>
            <a:r>
              <a:rPr lang="en-US" altLang="zh-CN" sz="900" dirty="0">
                <a:latin typeface="Consolas" panose="020B0609020204030204" pitchFamily="49" charset="0"/>
              </a:rPr>
              <a:t>2</a:t>
            </a:r>
          </a:p>
          <a:p>
            <a:r>
              <a:rPr lang="en-US" sz="900" dirty="0">
                <a:latin typeface="Consolas" panose="020B0609020204030204" pitchFamily="49" charset="0"/>
              </a:rPr>
              <a:t>W32_</a:t>
            </a:r>
            <a:r>
              <a:rPr lang="en-US" altLang="zh-CN" sz="900" dirty="0">
                <a:latin typeface="Consolas" panose="020B0609020204030204" pitchFamily="49" charset="0"/>
              </a:rPr>
              <a:t>1</a:t>
            </a:r>
            <a:r>
              <a:rPr lang="en-US" sz="900" dirty="0">
                <a:latin typeface="Consolas" panose="020B0609020204030204" pitchFamily="49" charset="0"/>
              </a:rPr>
              <a:t>*</a:t>
            </a:r>
            <a:r>
              <a:rPr lang="en-US" altLang="zh-CN" sz="900" dirty="0">
                <a:latin typeface="Consolas" panose="020B0609020204030204" pitchFamily="49" charset="0"/>
              </a:rPr>
              <a:t>2</a:t>
            </a:r>
            <a:r>
              <a:rPr lang="en-US" sz="900" dirty="0">
                <a:latin typeface="Consolas" panose="020B0609020204030204" pitchFamily="49" charset="0"/>
              </a:rPr>
              <a:t>,</a:t>
            </a:r>
            <a:r>
              <a:rPr lang="en-US" altLang="zh-CN" sz="900" dirty="0">
                <a:latin typeface="Consolas" panose="020B0609020204030204" pitchFamily="49" charset="0"/>
              </a:rPr>
              <a:t>W32_9</a:t>
            </a:r>
            <a:r>
              <a:rPr lang="zh-CN" altLang="en-US" sz="900" dirty="0">
                <a:latin typeface="Consolas" panose="020B0609020204030204" pitchFamily="49" charset="0"/>
              </a:rPr>
              <a:t>*</a:t>
            </a:r>
            <a:r>
              <a:rPr lang="en-US" altLang="zh-CN" sz="900" dirty="0">
                <a:latin typeface="Consolas" panose="020B0609020204030204" pitchFamily="49" charset="0"/>
              </a:rPr>
              <a:t>2,</a:t>
            </a:r>
            <a:r>
              <a:rPr lang="en-US" sz="900" dirty="0">
                <a:latin typeface="Consolas" panose="020B0609020204030204" pitchFamily="49" charset="0"/>
              </a:rPr>
              <a:t>W32_</a:t>
            </a:r>
            <a:r>
              <a:rPr lang="en-US" altLang="zh-CN" sz="900" dirty="0">
                <a:latin typeface="Consolas" panose="020B0609020204030204" pitchFamily="49" charset="0"/>
              </a:rPr>
              <a:t>5</a:t>
            </a:r>
            <a:r>
              <a:rPr lang="en-US" sz="900" dirty="0">
                <a:latin typeface="Consolas" panose="020B0609020204030204" pitchFamily="49" charset="0"/>
              </a:rPr>
              <a:t>*</a:t>
            </a:r>
            <a:r>
              <a:rPr lang="en-US" altLang="zh-CN" sz="900" dirty="0">
                <a:latin typeface="Consolas" panose="020B0609020204030204" pitchFamily="49" charset="0"/>
              </a:rPr>
              <a:t>2</a:t>
            </a:r>
            <a:r>
              <a:rPr lang="en-US" sz="900" dirty="0">
                <a:latin typeface="Consolas" panose="020B0609020204030204" pitchFamily="49" charset="0"/>
              </a:rPr>
              <a:t>,W32_</a:t>
            </a:r>
            <a:r>
              <a:rPr lang="en-US" altLang="zh-CN" sz="900" dirty="0">
                <a:latin typeface="Consolas" panose="020B0609020204030204" pitchFamily="49" charset="0"/>
              </a:rPr>
              <a:t>13</a:t>
            </a:r>
            <a:r>
              <a:rPr lang="en-US" sz="900" dirty="0">
                <a:latin typeface="Consolas" panose="020B0609020204030204" pitchFamily="49" charset="0"/>
              </a:rPr>
              <a:t>*</a:t>
            </a:r>
            <a:r>
              <a:rPr lang="en-US" altLang="zh-CN" sz="900" dirty="0">
                <a:latin typeface="Consolas" panose="020B0609020204030204" pitchFamily="49" charset="0"/>
              </a:rPr>
              <a:t>2</a:t>
            </a:r>
            <a:endParaRPr lang="en-US" sz="900" dirty="0">
              <a:latin typeface="Consolas" panose="020B0609020204030204" pitchFamily="49" charset="0"/>
            </a:endParaRPr>
          </a:p>
          <a:p>
            <a:r>
              <a:rPr lang="en-US" sz="900" dirty="0">
                <a:latin typeface="Consolas" panose="020B0609020204030204" pitchFamily="49" charset="0"/>
              </a:rPr>
              <a:t>W32_</a:t>
            </a:r>
            <a:r>
              <a:rPr lang="en-US" altLang="zh-CN" sz="900" dirty="0">
                <a:latin typeface="Consolas" panose="020B0609020204030204" pitchFamily="49" charset="0"/>
              </a:rPr>
              <a:t>3</a:t>
            </a:r>
            <a:r>
              <a:rPr lang="en-US" sz="900" dirty="0">
                <a:latin typeface="Consolas" panose="020B0609020204030204" pitchFamily="49" charset="0"/>
              </a:rPr>
              <a:t>*</a:t>
            </a:r>
            <a:r>
              <a:rPr lang="en-US" altLang="zh-CN" sz="900" dirty="0">
                <a:latin typeface="Consolas" panose="020B0609020204030204" pitchFamily="49" charset="0"/>
              </a:rPr>
              <a:t>2</a:t>
            </a:r>
            <a:r>
              <a:rPr lang="en-US" sz="900" dirty="0">
                <a:latin typeface="Consolas" panose="020B0609020204030204" pitchFamily="49" charset="0"/>
              </a:rPr>
              <a:t>,W32_</a:t>
            </a:r>
            <a:r>
              <a:rPr lang="en-US" altLang="zh-CN" sz="900" dirty="0">
                <a:latin typeface="Consolas" panose="020B0609020204030204" pitchFamily="49" charset="0"/>
              </a:rPr>
              <a:t>11</a:t>
            </a:r>
            <a:r>
              <a:rPr lang="en-US" sz="900" dirty="0">
                <a:latin typeface="Consolas" panose="020B0609020204030204" pitchFamily="49" charset="0"/>
              </a:rPr>
              <a:t>*</a:t>
            </a:r>
            <a:r>
              <a:rPr lang="en-US" altLang="zh-CN" sz="900" dirty="0">
                <a:latin typeface="Consolas" panose="020B0609020204030204" pitchFamily="49" charset="0"/>
              </a:rPr>
              <a:t>2</a:t>
            </a:r>
            <a:r>
              <a:rPr lang="en-US" sz="900" dirty="0">
                <a:latin typeface="Consolas" panose="020B0609020204030204" pitchFamily="49" charset="0"/>
              </a:rPr>
              <a:t>,W32_</a:t>
            </a:r>
            <a:r>
              <a:rPr lang="en-US" altLang="zh-CN" sz="900" dirty="0">
                <a:latin typeface="Consolas" panose="020B0609020204030204" pitchFamily="49" charset="0"/>
              </a:rPr>
              <a:t>7</a:t>
            </a:r>
            <a:r>
              <a:rPr lang="en-US" sz="900" dirty="0">
                <a:latin typeface="Consolas" panose="020B0609020204030204" pitchFamily="49" charset="0"/>
              </a:rPr>
              <a:t>*</a:t>
            </a:r>
            <a:r>
              <a:rPr lang="en-US" altLang="zh-CN" sz="900" dirty="0">
                <a:latin typeface="Consolas" panose="020B0609020204030204" pitchFamily="49" charset="0"/>
              </a:rPr>
              <a:t>2</a:t>
            </a:r>
            <a:r>
              <a:rPr lang="en-US" sz="900" dirty="0">
                <a:latin typeface="Consolas" panose="020B0609020204030204" pitchFamily="49" charset="0"/>
              </a:rPr>
              <a:t>,W32_</a:t>
            </a:r>
            <a:r>
              <a:rPr lang="en-US" altLang="zh-CN" sz="900" dirty="0">
                <a:latin typeface="Consolas" panose="020B0609020204030204" pitchFamily="49" charset="0"/>
              </a:rPr>
              <a:t>15</a:t>
            </a:r>
            <a:r>
              <a:rPr lang="en-US" sz="900" dirty="0">
                <a:latin typeface="Consolas" panose="020B0609020204030204" pitchFamily="49" charset="0"/>
              </a:rPr>
              <a:t>*</a:t>
            </a:r>
            <a:r>
              <a:rPr lang="en-US" altLang="zh-CN" sz="900" dirty="0">
                <a:latin typeface="Consolas" panose="020B0609020204030204" pitchFamily="49" charset="0"/>
              </a:rPr>
              <a:t>2</a:t>
            </a:r>
            <a:endParaRPr lang="en-US" sz="900" dirty="0">
              <a:latin typeface="Consolas" panose="020B0609020204030204" pitchFamily="49" charset="0"/>
            </a:endParaRPr>
          </a:p>
        </p:txBody>
      </p:sp>
      <p:sp>
        <p:nvSpPr>
          <p:cNvPr id="1010" name="TextBox 1009">
            <a:extLst>
              <a:ext uri="{FF2B5EF4-FFF2-40B4-BE49-F238E27FC236}">
                <a16:creationId xmlns:a16="http://schemas.microsoft.com/office/drawing/2014/main" id="{61504983-8985-4F29-AA1B-89A36D797834}"/>
              </a:ext>
            </a:extLst>
          </p:cNvPr>
          <p:cNvSpPr txBox="1"/>
          <p:nvPr/>
        </p:nvSpPr>
        <p:spPr>
          <a:xfrm>
            <a:off x="9806807" y="4967933"/>
            <a:ext cx="22131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900" dirty="0">
                <a:latin typeface="Consolas" panose="020B0609020204030204" pitchFamily="49" charset="0"/>
              </a:rPr>
              <a:t>W64_0,W64_16,W64_8,W64_24</a:t>
            </a:r>
          </a:p>
          <a:p>
            <a:r>
              <a:rPr lang="pl-PL" sz="900" dirty="0">
                <a:latin typeface="Consolas" panose="020B0609020204030204" pitchFamily="49" charset="0"/>
              </a:rPr>
              <a:t>W64_4,W64_20,W64_12,W64_28</a:t>
            </a:r>
          </a:p>
          <a:p>
            <a:r>
              <a:rPr lang="pl-PL" sz="900" dirty="0">
                <a:latin typeface="Consolas" panose="020B0609020204030204" pitchFamily="49" charset="0"/>
              </a:rPr>
              <a:t>W64_2,W64_18,W64_10,W64_26</a:t>
            </a:r>
          </a:p>
          <a:p>
            <a:r>
              <a:rPr lang="pl-PL" sz="900" dirty="0">
                <a:latin typeface="Consolas" panose="020B0609020204030204" pitchFamily="49" charset="0"/>
              </a:rPr>
              <a:t>W64_6,W64_22,W64_14,W64_30</a:t>
            </a:r>
          </a:p>
          <a:p>
            <a:r>
              <a:rPr lang="pl-PL" sz="900" dirty="0">
                <a:latin typeface="Consolas" panose="020B0609020204030204" pitchFamily="49" charset="0"/>
              </a:rPr>
              <a:t>W64_1,W64_17,W64_9,W64_25</a:t>
            </a:r>
          </a:p>
          <a:p>
            <a:r>
              <a:rPr lang="pl-PL" sz="900" dirty="0">
                <a:latin typeface="Consolas" panose="020B0609020204030204" pitchFamily="49" charset="0"/>
              </a:rPr>
              <a:t>W64_5,W64_21,W64_13,W64_29</a:t>
            </a:r>
          </a:p>
          <a:p>
            <a:r>
              <a:rPr lang="pl-PL" sz="900" dirty="0">
                <a:latin typeface="Consolas" panose="020B0609020204030204" pitchFamily="49" charset="0"/>
              </a:rPr>
              <a:t>W64_3,W64_19,W64_11,W64_27</a:t>
            </a:r>
          </a:p>
          <a:p>
            <a:r>
              <a:rPr lang="pl-PL" sz="900" dirty="0">
                <a:latin typeface="Consolas" panose="020B0609020204030204" pitchFamily="49" charset="0"/>
              </a:rPr>
              <a:t>W64_7,W64_23,W64_15,W64_31</a:t>
            </a:r>
            <a:endParaRPr lang="en-US" sz="900" dirty="0">
              <a:latin typeface="Consolas" panose="020B0609020204030204" pitchFamily="49" charset="0"/>
            </a:endParaRPr>
          </a:p>
        </p:txBody>
      </p:sp>
      <p:cxnSp>
        <p:nvCxnSpPr>
          <p:cNvPr id="1011" name="Straight Connector 1010">
            <a:extLst>
              <a:ext uri="{FF2B5EF4-FFF2-40B4-BE49-F238E27FC236}">
                <a16:creationId xmlns:a16="http://schemas.microsoft.com/office/drawing/2014/main" id="{42E6BB7F-2EB1-4131-ADDD-BFC055F2C25A}"/>
              </a:ext>
            </a:extLst>
          </p:cNvPr>
          <p:cNvCxnSpPr>
            <a:cxnSpLocks/>
          </p:cNvCxnSpPr>
          <p:nvPr/>
        </p:nvCxnSpPr>
        <p:spPr>
          <a:xfrm flipV="1">
            <a:off x="2714021" y="1864714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2" name="Straight Connector 1011">
            <a:extLst>
              <a:ext uri="{FF2B5EF4-FFF2-40B4-BE49-F238E27FC236}">
                <a16:creationId xmlns:a16="http://schemas.microsoft.com/office/drawing/2014/main" id="{1F761AD5-D2C5-4D78-A901-564B76F9BFD4}"/>
              </a:ext>
            </a:extLst>
          </p:cNvPr>
          <p:cNvCxnSpPr>
            <a:cxnSpLocks/>
          </p:cNvCxnSpPr>
          <p:nvPr/>
        </p:nvCxnSpPr>
        <p:spPr>
          <a:xfrm>
            <a:off x="5873155" y="1855597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3" name="Straight Connector 1012">
            <a:extLst>
              <a:ext uri="{FF2B5EF4-FFF2-40B4-BE49-F238E27FC236}">
                <a16:creationId xmlns:a16="http://schemas.microsoft.com/office/drawing/2014/main" id="{7752C852-545A-412F-94D5-07EDC7A25966}"/>
              </a:ext>
            </a:extLst>
          </p:cNvPr>
          <p:cNvCxnSpPr>
            <a:cxnSpLocks/>
          </p:cNvCxnSpPr>
          <p:nvPr/>
        </p:nvCxnSpPr>
        <p:spPr>
          <a:xfrm>
            <a:off x="599253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1013">
            <a:extLst>
              <a:ext uri="{FF2B5EF4-FFF2-40B4-BE49-F238E27FC236}">
                <a16:creationId xmlns:a16="http://schemas.microsoft.com/office/drawing/2014/main" id="{65260EB2-D180-473E-9FEF-05BEBA524C2A}"/>
              </a:ext>
            </a:extLst>
          </p:cNvPr>
          <p:cNvCxnSpPr>
            <a:cxnSpLocks/>
          </p:cNvCxnSpPr>
          <p:nvPr/>
        </p:nvCxnSpPr>
        <p:spPr>
          <a:xfrm>
            <a:off x="612207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5" name="Straight Connector 1014">
            <a:extLst>
              <a:ext uri="{FF2B5EF4-FFF2-40B4-BE49-F238E27FC236}">
                <a16:creationId xmlns:a16="http://schemas.microsoft.com/office/drawing/2014/main" id="{80EBF299-56CB-427E-AA56-F0315308AD81}"/>
              </a:ext>
            </a:extLst>
          </p:cNvPr>
          <p:cNvCxnSpPr>
            <a:cxnSpLocks/>
          </p:cNvCxnSpPr>
          <p:nvPr/>
        </p:nvCxnSpPr>
        <p:spPr>
          <a:xfrm>
            <a:off x="624399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Connector 1015">
            <a:extLst>
              <a:ext uri="{FF2B5EF4-FFF2-40B4-BE49-F238E27FC236}">
                <a16:creationId xmlns:a16="http://schemas.microsoft.com/office/drawing/2014/main" id="{CE4D5541-3E78-4AB4-ADBF-60C096FF0268}"/>
              </a:ext>
            </a:extLst>
          </p:cNvPr>
          <p:cNvCxnSpPr>
            <a:cxnSpLocks/>
          </p:cNvCxnSpPr>
          <p:nvPr/>
        </p:nvCxnSpPr>
        <p:spPr>
          <a:xfrm>
            <a:off x="637353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7" name="Straight Connector 1016">
            <a:extLst>
              <a:ext uri="{FF2B5EF4-FFF2-40B4-BE49-F238E27FC236}">
                <a16:creationId xmlns:a16="http://schemas.microsoft.com/office/drawing/2014/main" id="{1286F7C1-6F83-4BC0-B3A2-29EFD8544066}"/>
              </a:ext>
            </a:extLst>
          </p:cNvPr>
          <p:cNvCxnSpPr>
            <a:cxnSpLocks/>
          </p:cNvCxnSpPr>
          <p:nvPr/>
        </p:nvCxnSpPr>
        <p:spPr>
          <a:xfrm>
            <a:off x="650053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8" name="Straight Connector 1017">
            <a:extLst>
              <a:ext uri="{FF2B5EF4-FFF2-40B4-BE49-F238E27FC236}">
                <a16:creationId xmlns:a16="http://schemas.microsoft.com/office/drawing/2014/main" id="{18BBCD03-6B2B-4E49-A08E-2BD4969C9EA2}"/>
              </a:ext>
            </a:extLst>
          </p:cNvPr>
          <p:cNvCxnSpPr>
            <a:cxnSpLocks/>
          </p:cNvCxnSpPr>
          <p:nvPr/>
        </p:nvCxnSpPr>
        <p:spPr>
          <a:xfrm>
            <a:off x="662753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9" name="Straight Connector 1018">
            <a:extLst>
              <a:ext uri="{FF2B5EF4-FFF2-40B4-BE49-F238E27FC236}">
                <a16:creationId xmlns:a16="http://schemas.microsoft.com/office/drawing/2014/main" id="{8EDDE958-E220-4F43-9886-270B5DB786A4}"/>
              </a:ext>
            </a:extLst>
          </p:cNvPr>
          <p:cNvCxnSpPr>
            <a:cxnSpLocks/>
          </p:cNvCxnSpPr>
          <p:nvPr/>
        </p:nvCxnSpPr>
        <p:spPr>
          <a:xfrm>
            <a:off x="675707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0" name="Straight Connector 1019">
            <a:extLst>
              <a:ext uri="{FF2B5EF4-FFF2-40B4-BE49-F238E27FC236}">
                <a16:creationId xmlns:a16="http://schemas.microsoft.com/office/drawing/2014/main" id="{DB93E42A-D11B-429B-9FCA-1A6ACCD1C991}"/>
              </a:ext>
            </a:extLst>
          </p:cNvPr>
          <p:cNvCxnSpPr>
            <a:cxnSpLocks/>
          </p:cNvCxnSpPr>
          <p:nvPr/>
        </p:nvCxnSpPr>
        <p:spPr>
          <a:xfrm>
            <a:off x="6882805" y="1855597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1" name="Straight Connector 1020">
            <a:extLst>
              <a:ext uri="{FF2B5EF4-FFF2-40B4-BE49-F238E27FC236}">
                <a16:creationId xmlns:a16="http://schemas.microsoft.com/office/drawing/2014/main" id="{12132A37-2558-48A0-8BCC-C5677F4FCFC3}"/>
              </a:ext>
            </a:extLst>
          </p:cNvPr>
          <p:cNvCxnSpPr>
            <a:cxnSpLocks/>
          </p:cNvCxnSpPr>
          <p:nvPr/>
        </p:nvCxnSpPr>
        <p:spPr>
          <a:xfrm>
            <a:off x="700218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2" name="Straight Connector 1021">
            <a:extLst>
              <a:ext uri="{FF2B5EF4-FFF2-40B4-BE49-F238E27FC236}">
                <a16:creationId xmlns:a16="http://schemas.microsoft.com/office/drawing/2014/main" id="{0D688EA7-0383-4ADB-B4CC-363D137B68B8}"/>
              </a:ext>
            </a:extLst>
          </p:cNvPr>
          <p:cNvCxnSpPr>
            <a:cxnSpLocks/>
          </p:cNvCxnSpPr>
          <p:nvPr/>
        </p:nvCxnSpPr>
        <p:spPr>
          <a:xfrm>
            <a:off x="713172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3" name="Straight Connector 1022">
            <a:extLst>
              <a:ext uri="{FF2B5EF4-FFF2-40B4-BE49-F238E27FC236}">
                <a16:creationId xmlns:a16="http://schemas.microsoft.com/office/drawing/2014/main" id="{35A725E0-BE88-4A55-8727-8FD07D484FBF}"/>
              </a:ext>
            </a:extLst>
          </p:cNvPr>
          <p:cNvCxnSpPr>
            <a:cxnSpLocks/>
          </p:cNvCxnSpPr>
          <p:nvPr/>
        </p:nvCxnSpPr>
        <p:spPr>
          <a:xfrm>
            <a:off x="725364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Connector 1023">
            <a:extLst>
              <a:ext uri="{FF2B5EF4-FFF2-40B4-BE49-F238E27FC236}">
                <a16:creationId xmlns:a16="http://schemas.microsoft.com/office/drawing/2014/main" id="{CA3334FC-FF66-4ABA-BFC7-934C9A5DC213}"/>
              </a:ext>
            </a:extLst>
          </p:cNvPr>
          <p:cNvCxnSpPr>
            <a:cxnSpLocks/>
          </p:cNvCxnSpPr>
          <p:nvPr/>
        </p:nvCxnSpPr>
        <p:spPr>
          <a:xfrm>
            <a:off x="738318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84888C44-07F3-474A-966E-DA12D29CDF81}"/>
              </a:ext>
            </a:extLst>
          </p:cNvPr>
          <p:cNvCxnSpPr>
            <a:cxnSpLocks/>
          </p:cNvCxnSpPr>
          <p:nvPr/>
        </p:nvCxnSpPr>
        <p:spPr>
          <a:xfrm>
            <a:off x="751018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6" name="Straight Connector 1025">
            <a:extLst>
              <a:ext uri="{FF2B5EF4-FFF2-40B4-BE49-F238E27FC236}">
                <a16:creationId xmlns:a16="http://schemas.microsoft.com/office/drawing/2014/main" id="{D6CC21F7-10F9-4771-8400-7981834FA70D}"/>
              </a:ext>
            </a:extLst>
          </p:cNvPr>
          <p:cNvCxnSpPr>
            <a:cxnSpLocks/>
          </p:cNvCxnSpPr>
          <p:nvPr/>
        </p:nvCxnSpPr>
        <p:spPr>
          <a:xfrm>
            <a:off x="763718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05FBEF11-EE51-478A-AA1F-28A004D72E58}"/>
              </a:ext>
            </a:extLst>
          </p:cNvPr>
          <p:cNvCxnSpPr>
            <a:cxnSpLocks/>
          </p:cNvCxnSpPr>
          <p:nvPr/>
        </p:nvCxnSpPr>
        <p:spPr>
          <a:xfrm>
            <a:off x="776672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0E62FF88-A81F-41D4-B7F7-212B8863AFDD}"/>
              </a:ext>
            </a:extLst>
          </p:cNvPr>
          <p:cNvCxnSpPr>
            <a:cxnSpLocks/>
          </p:cNvCxnSpPr>
          <p:nvPr/>
        </p:nvCxnSpPr>
        <p:spPr>
          <a:xfrm>
            <a:off x="7896265" y="1855597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73536685-BB76-45AF-9079-8065EE39B5CD}"/>
              </a:ext>
            </a:extLst>
          </p:cNvPr>
          <p:cNvCxnSpPr>
            <a:cxnSpLocks/>
          </p:cNvCxnSpPr>
          <p:nvPr/>
        </p:nvCxnSpPr>
        <p:spPr>
          <a:xfrm>
            <a:off x="801564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Connector 1029">
            <a:extLst>
              <a:ext uri="{FF2B5EF4-FFF2-40B4-BE49-F238E27FC236}">
                <a16:creationId xmlns:a16="http://schemas.microsoft.com/office/drawing/2014/main" id="{F7AB17A7-4635-4190-8C11-21C4C8A75A23}"/>
              </a:ext>
            </a:extLst>
          </p:cNvPr>
          <p:cNvCxnSpPr>
            <a:cxnSpLocks/>
          </p:cNvCxnSpPr>
          <p:nvPr/>
        </p:nvCxnSpPr>
        <p:spPr>
          <a:xfrm>
            <a:off x="814518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DB95701D-34BE-411B-80E0-9E873494FC3A}"/>
              </a:ext>
            </a:extLst>
          </p:cNvPr>
          <p:cNvCxnSpPr>
            <a:cxnSpLocks/>
          </p:cNvCxnSpPr>
          <p:nvPr/>
        </p:nvCxnSpPr>
        <p:spPr>
          <a:xfrm>
            <a:off x="826710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5E988CAB-F079-4A9F-BA8F-9C069AB63CBC}"/>
              </a:ext>
            </a:extLst>
          </p:cNvPr>
          <p:cNvCxnSpPr>
            <a:cxnSpLocks/>
          </p:cNvCxnSpPr>
          <p:nvPr/>
        </p:nvCxnSpPr>
        <p:spPr>
          <a:xfrm>
            <a:off x="839664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247F361F-B6D4-4279-B623-A735C5301926}"/>
              </a:ext>
            </a:extLst>
          </p:cNvPr>
          <p:cNvCxnSpPr>
            <a:cxnSpLocks/>
          </p:cNvCxnSpPr>
          <p:nvPr/>
        </p:nvCxnSpPr>
        <p:spPr>
          <a:xfrm>
            <a:off x="852364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9532EB28-FB35-4C6C-993A-9A679C950CDA}"/>
              </a:ext>
            </a:extLst>
          </p:cNvPr>
          <p:cNvCxnSpPr>
            <a:cxnSpLocks/>
          </p:cNvCxnSpPr>
          <p:nvPr/>
        </p:nvCxnSpPr>
        <p:spPr>
          <a:xfrm>
            <a:off x="865064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26826493-4ADE-49E7-A047-516A74C63FA8}"/>
              </a:ext>
            </a:extLst>
          </p:cNvPr>
          <p:cNvCxnSpPr>
            <a:cxnSpLocks/>
          </p:cNvCxnSpPr>
          <p:nvPr/>
        </p:nvCxnSpPr>
        <p:spPr>
          <a:xfrm>
            <a:off x="878018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3F233B8B-F1C3-4A8E-B80F-E504D342E796}"/>
              </a:ext>
            </a:extLst>
          </p:cNvPr>
          <p:cNvCxnSpPr>
            <a:cxnSpLocks/>
          </p:cNvCxnSpPr>
          <p:nvPr/>
        </p:nvCxnSpPr>
        <p:spPr>
          <a:xfrm>
            <a:off x="8905915" y="1855597"/>
            <a:ext cx="0" cy="6573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DA9B877C-A023-4CE0-99DD-D9D81073699E}"/>
              </a:ext>
            </a:extLst>
          </p:cNvPr>
          <p:cNvCxnSpPr>
            <a:cxnSpLocks/>
          </p:cNvCxnSpPr>
          <p:nvPr/>
        </p:nvCxnSpPr>
        <p:spPr>
          <a:xfrm>
            <a:off x="902529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1037">
            <a:extLst>
              <a:ext uri="{FF2B5EF4-FFF2-40B4-BE49-F238E27FC236}">
                <a16:creationId xmlns:a16="http://schemas.microsoft.com/office/drawing/2014/main" id="{7143F888-3B0B-4212-A7C8-F33A2C90A8A7}"/>
              </a:ext>
            </a:extLst>
          </p:cNvPr>
          <p:cNvCxnSpPr>
            <a:cxnSpLocks/>
          </p:cNvCxnSpPr>
          <p:nvPr/>
        </p:nvCxnSpPr>
        <p:spPr>
          <a:xfrm>
            <a:off x="915483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B437A63E-18C7-4B95-B662-9D0F9E790E98}"/>
              </a:ext>
            </a:extLst>
          </p:cNvPr>
          <p:cNvCxnSpPr>
            <a:cxnSpLocks/>
          </p:cNvCxnSpPr>
          <p:nvPr/>
        </p:nvCxnSpPr>
        <p:spPr>
          <a:xfrm>
            <a:off x="927675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Straight Connector 1039">
            <a:extLst>
              <a:ext uri="{FF2B5EF4-FFF2-40B4-BE49-F238E27FC236}">
                <a16:creationId xmlns:a16="http://schemas.microsoft.com/office/drawing/2014/main" id="{D1339B54-9D0D-49E2-8110-1D4297013BB8}"/>
              </a:ext>
            </a:extLst>
          </p:cNvPr>
          <p:cNvCxnSpPr>
            <a:cxnSpLocks/>
          </p:cNvCxnSpPr>
          <p:nvPr/>
        </p:nvCxnSpPr>
        <p:spPr>
          <a:xfrm>
            <a:off x="940629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EFC9D16C-E75A-40DA-B057-7ED73C67877F}"/>
              </a:ext>
            </a:extLst>
          </p:cNvPr>
          <p:cNvCxnSpPr>
            <a:cxnSpLocks/>
          </p:cNvCxnSpPr>
          <p:nvPr/>
        </p:nvCxnSpPr>
        <p:spPr>
          <a:xfrm>
            <a:off x="953329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CA642701-D033-44EE-956C-046610AA82C6}"/>
              </a:ext>
            </a:extLst>
          </p:cNvPr>
          <p:cNvCxnSpPr>
            <a:cxnSpLocks/>
          </p:cNvCxnSpPr>
          <p:nvPr/>
        </p:nvCxnSpPr>
        <p:spPr>
          <a:xfrm>
            <a:off x="966029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47FC225A-432A-4757-A01F-93EFB29A90AA}"/>
              </a:ext>
            </a:extLst>
          </p:cNvPr>
          <p:cNvCxnSpPr>
            <a:cxnSpLocks/>
          </p:cNvCxnSpPr>
          <p:nvPr/>
        </p:nvCxnSpPr>
        <p:spPr>
          <a:xfrm>
            <a:off x="9789835" y="1855597"/>
            <a:ext cx="0" cy="657352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F1581964-3E93-4C33-93EB-7F348F481001}"/>
              </a:ext>
            </a:extLst>
          </p:cNvPr>
          <p:cNvCxnSpPr>
            <a:cxnSpLocks/>
          </p:cNvCxnSpPr>
          <p:nvPr/>
        </p:nvCxnSpPr>
        <p:spPr>
          <a:xfrm>
            <a:off x="5872157" y="1855997"/>
            <a:ext cx="2023844" cy="65965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EBFE2097-E9A2-4AE2-BCF6-65AC2D09C5E2}"/>
              </a:ext>
            </a:extLst>
          </p:cNvPr>
          <p:cNvCxnSpPr>
            <a:cxnSpLocks/>
          </p:cNvCxnSpPr>
          <p:nvPr/>
        </p:nvCxnSpPr>
        <p:spPr>
          <a:xfrm>
            <a:off x="5991547" y="1857237"/>
            <a:ext cx="2026373" cy="6560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Connector 1045">
            <a:extLst>
              <a:ext uri="{FF2B5EF4-FFF2-40B4-BE49-F238E27FC236}">
                <a16:creationId xmlns:a16="http://schemas.microsoft.com/office/drawing/2014/main" id="{AD3DFA70-2CD0-4DB9-982D-DB403E03D0B6}"/>
              </a:ext>
            </a:extLst>
          </p:cNvPr>
          <p:cNvCxnSpPr>
            <a:cxnSpLocks/>
          </p:cNvCxnSpPr>
          <p:nvPr/>
        </p:nvCxnSpPr>
        <p:spPr>
          <a:xfrm>
            <a:off x="6119803" y="1857236"/>
            <a:ext cx="2023844" cy="6596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FAB101D7-2FC8-42BA-939D-EBCFDEB7F62C}"/>
              </a:ext>
            </a:extLst>
          </p:cNvPr>
          <p:cNvCxnSpPr>
            <a:cxnSpLocks/>
          </p:cNvCxnSpPr>
          <p:nvPr/>
        </p:nvCxnSpPr>
        <p:spPr>
          <a:xfrm>
            <a:off x="6239193" y="1858476"/>
            <a:ext cx="2026373" cy="6560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D288618A-42C1-4BC6-AB86-E231D0B9004A}"/>
              </a:ext>
            </a:extLst>
          </p:cNvPr>
          <p:cNvCxnSpPr>
            <a:cxnSpLocks/>
          </p:cNvCxnSpPr>
          <p:nvPr/>
        </p:nvCxnSpPr>
        <p:spPr>
          <a:xfrm>
            <a:off x="6372801" y="1856762"/>
            <a:ext cx="2023844" cy="6596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15058843-2FE7-4220-8C28-74CAA37A9DBF}"/>
              </a:ext>
            </a:extLst>
          </p:cNvPr>
          <p:cNvCxnSpPr>
            <a:cxnSpLocks/>
          </p:cNvCxnSpPr>
          <p:nvPr/>
        </p:nvCxnSpPr>
        <p:spPr>
          <a:xfrm>
            <a:off x="6494096" y="1859907"/>
            <a:ext cx="2026373" cy="6560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833094B5-0093-4885-B3BF-8DF95D430E31}"/>
              </a:ext>
            </a:extLst>
          </p:cNvPr>
          <p:cNvCxnSpPr>
            <a:cxnSpLocks/>
          </p:cNvCxnSpPr>
          <p:nvPr/>
        </p:nvCxnSpPr>
        <p:spPr>
          <a:xfrm>
            <a:off x="6624257" y="1858001"/>
            <a:ext cx="2023844" cy="6596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Straight Connector 1050">
            <a:extLst>
              <a:ext uri="{FF2B5EF4-FFF2-40B4-BE49-F238E27FC236}">
                <a16:creationId xmlns:a16="http://schemas.microsoft.com/office/drawing/2014/main" id="{A710ACDD-223D-4431-9609-9F6EF86514D8}"/>
              </a:ext>
            </a:extLst>
          </p:cNvPr>
          <p:cNvCxnSpPr>
            <a:cxnSpLocks/>
          </p:cNvCxnSpPr>
          <p:nvPr/>
        </p:nvCxnSpPr>
        <p:spPr>
          <a:xfrm>
            <a:off x="6753172" y="1861146"/>
            <a:ext cx="2026373" cy="6560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78A1C1B1-BDC0-4B2F-88A2-34D075CC6755}"/>
              </a:ext>
            </a:extLst>
          </p:cNvPr>
          <p:cNvCxnSpPr>
            <a:cxnSpLocks/>
          </p:cNvCxnSpPr>
          <p:nvPr/>
        </p:nvCxnSpPr>
        <p:spPr>
          <a:xfrm>
            <a:off x="6881035" y="1854832"/>
            <a:ext cx="2023844" cy="65965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1379A016-313B-46BE-ACD9-D78459FE6A82}"/>
              </a:ext>
            </a:extLst>
          </p:cNvPr>
          <p:cNvCxnSpPr>
            <a:cxnSpLocks/>
          </p:cNvCxnSpPr>
          <p:nvPr/>
        </p:nvCxnSpPr>
        <p:spPr>
          <a:xfrm>
            <a:off x="7000425" y="1856072"/>
            <a:ext cx="2026373" cy="6560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C6BA786F-DC4B-4BC8-924C-80972446DBC4}"/>
              </a:ext>
            </a:extLst>
          </p:cNvPr>
          <p:cNvCxnSpPr>
            <a:cxnSpLocks/>
          </p:cNvCxnSpPr>
          <p:nvPr/>
        </p:nvCxnSpPr>
        <p:spPr>
          <a:xfrm>
            <a:off x="7128681" y="1856071"/>
            <a:ext cx="2023844" cy="6596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4048F5F2-FB2A-47DA-AAFD-E4B8E6821E31}"/>
              </a:ext>
            </a:extLst>
          </p:cNvPr>
          <p:cNvCxnSpPr>
            <a:cxnSpLocks/>
          </p:cNvCxnSpPr>
          <p:nvPr/>
        </p:nvCxnSpPr>
        <p:spPr>
          <a:xfrm>
            <a:off x="7248071" y="1857311"/>
            <a:ext cx="2026373" cy="6560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55">
            <a:extLst>
              <a:ext uri="{FF2B5EF4-FFF2-40B4-BE49-F238E27FC236}">
                <a16:creationId xmlns:a16="http://schemas.microsoft.com/office/drawing/2014/main" id="{0B869DA8-1BE2-4D8A-99E6-B23700FA7BEA}"/>
              </a:ext>
            </a:extLst>
          </p:cNvPr>
          <p:cNvCxnSpPr>
            <a:cxnSpLocks/>
          </p:cNvCxnSpPr>
          <p:nvPr/>
        </p:nvCxnSpPr>
        <p:spPr>
          <a:xfrm>
            <a:off x="7381679" y="1855597"/>
            <a:ext cx="2023844" cy="6596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Straight Connector 1056">
            <a:extLst>
              <a:ext uri="{FF2B5EF4-FFF2-40B4-BE49-F238E27FC236}">
                <a16:creationId xmlns:a16="http://schemas.microsoft.com/office/drawing/2014/main" id="{6B181A63-AE52-4202-8721-1EF8A3BC9FC1}"/>
              </a:ext>
            </a:extLst>
          </p:cNvPr>
          <p:cNvCxnSpPr>
            <a:cxnSpLocks/>
          </p:cNvCxnSpPr>
          <p:nvPr/>
        </p:nvCxnSpPr>
        <p:spPr>
          <a:xfrm>
            <a:off x="7502974" y="1858742"/>
            <a:ext cx="2026373" cy="6560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B1690870-0392-4882-A0BA-E2AFA3AE861E}"/>
              </a:ext>
            </a:extLst>
          </p:cNvPr>
          <p:cNvCxnSpPr>
            <a:cxnSpLocks/>
          </p:cNvCxnSpPr>
          <p:nvPr/>
        </p:nvCxnSpPr>
        <p:spPr>
          <a:xfrm>
            <a:off x="7633135" y="1856836"/>
            <a:ext cx="2023844" cy="659658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7378FA70-ACE6-434E-B890-1291D1D3BFB1}"/>
              </a:ext>
            </a:extLst>
          </p:cNvPr>
          <p:cNvCxnSpPr>
            <a:cxnSpLocks/>
          </p:cNvCxnSpPr>
          <p:nvPr/>
        </p:nvCxnSpPr>
        <p:spPr>
          <a:xfrm>
            <a:off x="7762050" y="1859981"/>
            <a:ext cx="2026373" cy="656014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Straight Connector 1059">
            <a:extLst>
              <a:ext uri="{FF2B5EF4-FFF2-40B4-BE49-F238E27FC236}">
                <a16:creationId xmlns:a16="http://schemas.microsoft.com/office/drawing/2014/main" id="{A22423CA-73E4-4329-9D0F-58AE2752E9E3}"/>
              </a:ext>
            </a:extLst>
          </p:cNvPr>
          <p:cNvCxnSpPr>
            <a:cxnSpLocks/>
          </p:cNvCxnSpPr>
          <p:nvPr/>
        </p:nvCxnSpPr>
        <p:spPr>
          <a:xfrm flipV="1">
            <a:off x="5869776" y="1857711"/>
            <a:ext cx="2029199" cy="65359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Connector 1060">
            <a:extLst>
              <a:ext uri="{FF2B5EF4-FFF2-40B4-BE49-F238E27FC236}">
                <a16:creationId xmlns:a16="http://schemas.microsoft.com/office/drawing/2014/main" id="{AE3DB4BE-8693-492E-823F-9AD60F9F2CC6}"/>
              </a:ext>
            </a:extLst>
          </p:cNvPr>
          <p:cNvCxnSpPr>
            <a:cxnSpLocks/>
          </p:cNvCxnSpPr>
          <p:nvPr/>
        </p:nvCxnSpPr>
        <p:spPr>
          <a:xfrm flipV="1">
            <a:off x="5990427" y="1855731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Connector 1061">
            <a:extLst>
              <a:ext uri="{FF2B5EF4-FFF2-40B4-BE49-F238E27FC236}">
                <a16:creationId xmlns:a16="http://schemas.microsoft.com/office/drawing/2014/main" id="{02973889-E3BF-49ED-B6B5-010C1A9D0A14}"/>
              </a:ext>
            </a:extLst>
          </p:cNvPr>
          <p:cNvCxnSpPr>
            <a:cxnSpLocks/>
          </p:cNvCxnSpPr>
          <p:nvPr/>
        </p:nvCxnSpPr>
        <p:spPr>
          <a:xfrm flipV="1">
            <a:off x="6117298" y="1858316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Connector 1062">
            <a:extLst>
              <a:ext uri="{FF2B5EF4-FFF2-40B4-BE49-F238E27FC236}">
                <a16:creationId xmlns:a16="http://schemas.microsoft.com/office/drawing/2014/main" id="{941454BF-A760-4EAD-9830-F9D142B72244}"/>
              </a:ext>
            </a:extLst>
          </p:cNvPr>
          <p:cNvCxnSpPr>
            <a:cxnSpLocks/>
          </p:cNvCxnSpPr>
          <p:nvPr/>
        </p:nvCxnSpPr>
        <p:spPr>
          <a:xfrm flipV="1">
            <a:off x="6244468" y="1858271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Straight Connector 1063">
            <a:extLst>
              <a:ext uri="{FF2B5EF4-FFF2-40B4-BE49-F238E27FC236}">
                <a16:creationId xmlns:a16="http://schemas.microsoft.com/office/drawing/2014/main" id="{A2B53E1B-8CCB-40B2-A94A-D3E2C6A0E0F4}"/>
              </a:ext>
            </a:extLst>
          </p:cNvPr>
          <p:cNvCxnSpPr>
            <a:cxnSpLocks/>
          </p:cNvCxnSpPr>
          <p:nvPr/>
        </p:nvCxnSpPr>
        <p:spPr>
          <a:xfrm flipV="1">
            <a:off x="6370594" y="1860789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Straight Connector 1064">
            <a:extLst>
              <a:ext uri="{FF2B5EF4-FFF2-40B4-BE49-F238E27FC236}">
                <a16:creationId xmlns:a16="http://schemas.microsoft.com/office/drawing/2014/main" id="{B6BEF1E7-F33F-47D6-83D6-EAB6F469C054}"/>
              </a:ext>
            </a:extLst>
          </p:cNvPr>
          <p:cNvCxnSpPr>
            <a:cxnSpLocks/>
          </p:cNvCxnSpPr>
          <p:nvPr/>
        </p:nvCxnSpPr>
        <p:spPr>
          <a:xfrm flipV="1">
            <a:off x="6491245" y="1858809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Straight Connector 1065">
            <a:extLst>
              <a:ext uri="{FF2B5EF4-FFF2-40B4-BE49-F238E27FC236}">
                <a16:creationId xmlns:a16="http://schemas.microsoft.com/office/drawing/2014/main" id="{4A4D6E66-A07A-452F-8EB6-1C3BE1338403}"/>
              </a:ext>
            </a:extLst>
          </p:cNvPr>
          <p:cNvCxnSpPr>
            <a:cxnSpLocks/>
          </p:cNvCxnSpPr>
          <p:nvPr/>
        </p:nvCxnSpPr>
        <p:spPr>
          <a:xfrm flipV="1">
            <a:off x="6618116" y="1861394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1066">
            <a:extLst>
              <a:ext uri="{FF2B5EF4-FFF2-40B4-BE49-F238E27FC236}">
                <a16:creationId xmlns:a16="http://schemas.microsoft.com/office/drawing/2014/main" id="{FA03DEF6-D2EF-4FF3-9BDE-F1BE9FFF573F}"/>
              </a:ext>
            </a:extLst>
          </p:cNvPr>
          <p:cNvCxnSpPr>
            <a:cxnSpLocks/>
          </p:cNvCxnSpPr>
          <p:nvPr/>
        </p:nvCxnSpPr>
        <p:spPr>
          <a:xfrm flipV="1">
            <a:off x="6878286" y="1855671"/>
            <a:ext cx="2029199" cy="65359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Straight Connector 1067">
            <a:extLst>
              <a:ext uri="{FF2B5EF4-FFF2-40B4-BE49-F238E27FC236}">
                <a16:creationId xmlns:a16="http://schemas.microsoft.com/office/drawing/2014/main" id="{D00C27E0-B958-48F6-86FA-1147C9C9DAE7}"/>
              </a:ext>
            </a:extLst>
          </p:cNvPr>
          <p:cNvCxnSpPr>
            <a:cxnSpLocks/>
          </p:cNvCxnSpPr>
          <p:nvPr/>
        </p:nvCxnSpPr>
        <p:spPr>
          <a:xfrm flipV="1">
            <a:off x="6998937" y="1853691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Straight Connector 1068">
            <a:extLst>
              <a:ext uri="{FF2B5EF4-FFF2-40B4-BE49-F238E27FC236}">
                <a16:creationId xmlns:a16="http://schemas.microsoft.com/office/drawing/2014/main" id="{567D0F54-6C18-4608-8106-117648853900}"/>
              </a:ext>
            </a:extLst>
          </p:cNvPr>
          <p:cNvCxnSpPr>
            <a:cxnSpLocks/>
          </p:cNvCxnSpPr>
          <p:nvPr/>
        </p:nvCxnSpPr>
        <p:spPr>
          <a:xfrm flipV="1">
            <a:off x="7125808" y="1856276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Straight Connector 1069">
            <a:extLst>
              <a:ext uri="{FF2B5EF4-FFF2-40B4-BE49-F238E27FC236}">
                <a16:creationId xmlns:a16="http://schemas.microsoft.com/office/drawing/2014/main" id="{7274BE73-8118-436C-B0B7-87DFE37EAAFD}"/>
              </a:ext>
            </a:extLst>
          </p:cNvPr>
          <p:cNvCxnSpPr>
            <a:cxnSpLocks/>
          </p:cNvCxnSpPr>
          <p:nvPr/>
        </p:nvCxnSpPr>
        <p:spPr>
          <a:xfrm flipV="1">
            <a:off x="7252978" y="1856231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Straight Connector 1070">
            <a:extLst>
              <a:ext uri="{FF2B5EF4-FFF2-40B4-BE49-F238E27FC236}">
                <a16:creationId xmlns:a16="http://schemas.microsoft.com/office/drawing/2014/main" id="{30CF8B47-875B-476D-BBC0-90A624A0775C}"/>
              </a:ext>
            </a:extLst>
          </p:cNvPr>
          <p:cNvCxnSpPr>
            <a:cxnSpLocks/>
          </p:cNvCxnSpPr>
          <p:nvPr/>
        </p:nvCxnSpPr>
        <p:spPr>
          <a:xfrm flipV="1">
            <a:off x="7379104" y="1858749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Straight Connector 1071">
            <a:extLst>
              <a:ext uri="{FF2B5EF4-FFF2-40B4-BE49-F238E27FC236}">
                <a16:creationId xmlns:a16="http://schemas.microsoft.com/office/drawing/2014/main" id="{ED90A6FB-42A2-449E-AC15-0B58D4FD9ED6}"/>
              </a:ext>
            </a:extLst>
          </p:cNvPr>
          <p:cNvCxnSpPr>
            <a:cxnSpLocks/>
          </p:cNvCxnSpPr>
          <p:nvPr/>
        </p:nvCxnSpPr>
        <p:spPr>
          <a:xfrm flipV="1">
            <a:off x="7499755" y="1856769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Straight Connector 1072">
            <a:extLst>
              <a:ext uri="{FF2B5EF4-FFF2-40B4-BE49-F238E27FC236}">
                <a16:creationId xmlns:a16="http://schemas.microsoft.com/office/drawing/2014/main" id="{4DCFC174-F7A4-4F21-91E6-0E8A59B04F49}"/>
              </a:ext>
            </a:extLst>
          </p:cNvPr>
          <p:cNvCxnSpPr>
            <a:cxnSpLocks/>
          </p:cNvCxnSpPr>
          <p:nvPr/>
        </p:nvCxnSpPr>
        <p:spPr>
          <a:xfrm flipV="1">
            <a:off x="7626626" y="1859354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Straight Connector 1073">
            <a:extLst>
              <a:ext uri="{FF2B5EF4-FFF2-40B4-BE49-F238E27FC236}">
                <a16:creationId xmlns:a16="http://schemas.microsoft.com/office/drawing/2014/main" id="{4F10284D-1591-4028-924C-5262D76868B6}"/>
              </a:ext>
            </a:extLst>
          </p:cNvPr>
          <p:cNvCxnSpPr>
            <a:cxnSpLocks/>
          </p:cNvCxnSpPr>
          <p:nvPr/>
        </p:nvCxnSpPr>
        <p:spPr>
          <a:xfrm flipV="1">
            <a:off x="7758876" y="1854229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Connector 1074">
            <a:extLst>
              <a:ext uri="{FF2B5EF4-FFF2-40B4-BE49-F238E27FC236}">
                <a16:creationId xmlns:a16="http://schemas.microsoft.com/office/drawing/2014/main" id="{5AE9E742-033E-4DBB-89D4-3A54F7157ADE}"/>
              </a:ext>
            </a:extLst>
          </p:cNvPr>
          <p:cNvCxnSpPr>
            <a:cxnSpLocks/>
          </p:cNvCxnSpPr>
          <p:nvPr/>
        </p:nvCxnSpPr>
        <p:spPr>
          <a:xfrm flipV="1">
            <a:off x="6759974" y="1857104"/>
            <a:ext cx="2029199" cy="653596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498D8A51-5234-4925-93A8-2E5B5975FFEB}"/>
              </a:ext>
            </a:extLst>
          </p:cNvPr>
          <p:cNvCxnSpPr>
            <a:cxnSpLocks/>
          </p:cNvCxnSpPr>
          <p:nvPr/>
        </p:nvCxnSpPr>
        <p:spPr>
          <a:xfrm flipV="1">
            <a:off x="3592332" y="1057661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Connector 1081">
            <a:extLst>
              <a:ext uri="{FF2B5EF4-FFF2-40B4-BE49-F238E27FC236}">
                <a16:creationId xmlns:a16="http://schemas.microsoft.com/office/drawing/2014/main" id="{240BBF86-6481-4EE6-B1FE-B36C7E3F05E8}"/>
              </a:ext>
            </a:extLst>
          </p:cNvPr>
          <p:cNvCxnSpPr>
            <a:cxnSpLocks/>
          </p:cNvCxnSpPr>
          <p:nvPr/>
        </p:nvCxnSpPr>
        <p:spPr>
          <a:xfrm flipV="1">
            <a:off x="3719785" y="1056563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Connector 1082">
            <a:extLst>
              <a:ext uri="{FF2B5EF4-FFF2-40B4-BE49-F238E27FC236}">
                <a16:creationId xmlns:a16="http://schemas.microsoft.com/office/drawing/2014/main" id="{4206E20D-BBD9-4EEA-9308-C6FEE99591BC}"/>
              </a:ext>
            </a:extLst>
          </p:cNvPr>
          <p:cNvCxnSpPr>
            <a:cxnSpLocks/>
          </p:cNvCxnSpPr>
          <p:nvPr/>
        </p:nvCxnSpPr>
        <p:spPr>
          <a:xfrm flipV="1">
            <a:off x="5613569" y="1056671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6302C23D-FE92-4934-B370-BD6FCC887C7E}"/>
              </a:ext>
            </a:extLst>
          </p:cNvPr>
          <p:cNvCxnSpPr>
            <a:cxnSpLocks/>
          </p:cNvCxnSpPr>
          <p:nvPr/>
        </p:nvCxnSpPr>
        <p:spPr>
          <a:xfrm flipV="1">
            <a:off x="4981678" y="1056933"/>
            <a:ext cx="4039132" cy="64658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9805946A-BC22-496B-8C62-8398D180FD72}"/>
              </a:ext>
            </a:extLst>
          </p:cNvPr>
          <p:cNvCxnSpPr>
            <a:cxnSpLocks/>
          </p:cNvCxnSpPr>
          <p:nvPr/>
        </p:nvCxnSpPr>
        <p:spPr>
          <a:xfrm>
            <a:off x="2077014" y="1060264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747D5CE5-372F-4218-9907-1C1710DC464A}"/>
              </a:ext>
            </a:extLst>
          </p:cNvPr>
          <p:cNvCxnSpPr>
            <a:cxnSpLocks/>
          </p:cNvCxnSpPr>
          <p:nvPr/>
        </p:nvCxnSpPr>
        <p:spPr>
          <a:xfrm>
            <a:off x="2209913" y="1058625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Straight Connector 1086">
            <a:extLst>
              <a:ext uri="{FF2B5EF4-FFF2-40B4-BE49-F238E27FC236}">
                <a16:creationId xmlns:a16="http://schemas.microsoft.com/office/drawing/2014/main" id="{EF410D83-4206-4948-90CF-5B4BA002FB72}"/>
              </a:ext>
            </a:extLst>
          </p:cNvPr>
          <p:cNvCxnSpPr>
            <a:cxnSpLocks/>
          </p:cNvCxnSpPr>
          <p:nvPr/>
        </p:nvCxnSpPr>
        <p:spPr>
          <a:xfrm>
            <a:off x="1957652" y="1061059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Connector 1087">
            <a:extLst>
              <a:ext uri="{FF2B5EF4-FFF2-40B4-BE49-F238E27FC236}">
                <a16:creationId xmlns:a16="http://schemas.microsoft.com/office/drawing/2014/main" id="{0FBE7233-2AD0-4DDB-9728-BEAE4C86600B}"/>
              </a:ext>
            </a:extLst>
          </p:cNvPr>
          <p:cNvCxnSpPr>
            <a:cxnSpLocks/>
          </p:cNvCxnSpPr>
          <p:nvPr/>
        </p:nvCxnSpPr>
        <p:spPr>
          <a:xfrm>
            <a:off x="2090551" y="1059420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Straight Connector 1088">
            <a:extLst>
              <a:ext uri="{FF2B5EF4-FFF2-40B4-BE49-F238E27FC236}">
                <a16:creationId xmlns:a16="http://schemas.microsoft.com/office/drawing/2014/main" id="{56BD8221-F445-4198-A943-C49E21DCCB4D}"/>
              </a:ext>
            </a:extLst>
          </p:cNvPr>
          <p:cNvCxnSpPr>
            <a:cxnSpLocks/>
          </p:cNvCxnSpPr>
          <p:nvPr/>
        </p:nvCxnSpPr>
        <p:spPr>
          <a:xfrm>
            <a:off x="5744663" y="1052749"/>
            <a:ext cx="4048195" cy="646491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0" name="TextBox 1089">
            <a:extLst>
              <a:ext uri="{FF2B5EF4-FFF2-40B4-BE49-F238E27FC236}">
                <a16:creationId xmlns:a16="http://schemas.microsoft.com/office/drawing/2014/main" id="{9EB8ADB7-B4D4-4107-8AA4-7101385DBD63}"/>
              </a:ext>
            </a:extLst>
          </p:cNvPr>
          <p:cNvSpPr txBox="1"/>
          <p:nvPr/>
        </p:nvSpPr>
        <p:spPr>
          <a:xfrm>
            <a:off x="589229" y="972683"/>
            <a:ext cx="107696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If only look at red lines, it forms a FFT8</a:t>
            </a:r>
          </a:p>
        </p:txBody>
      </p:sp>
    </p:spTree>
    <p:extLst>
      <p:ext uri="{BB962C8B-B14F-4D97-AF65-F5344CB8AC3E}">
        <p14:creationId xmlns:p14="http://schemas.microsoft.com/office/powerpoint/2010/main" val="3644773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01F6CD-92E1-4F67-8585-0E5BB3AB3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824025"/>
              </p:ext>
            </p:extLst>
          </p:nvPr>
        </p:nvGraphicFramePr>
        <p:xfrm>
          <a:off x="1350396" y="1102433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100398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552BDB2-63E3-4807-B734-7E101141F5AB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appendix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AEBD84-008E-44CB-926B-63A34F5C52CD}"/>
              </a:ext>
            </a:extLst>
          </p:cNvPr>
          <p:cNvSpPr txBox="1"/>
          <p:nvPr/>
        </p:nvSpPr>
        <p:spPr>
          <a:xfrm>
            <a:off x="3730189" y="699932"/>
            <a:ext cx="3584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Cooley-</a:t>
            </a:r>
            <a:r>
              <a:rPr lang="en-US" sz="1600" dirty="0" err="1"/>
              <a:t>tukey</a:t>
            </a:r>
            <a:r>
              <a:rPr lang="en-US" sz="1600" dirty="0"/>
              <a:t>-r (64 </a:t>
            </a:r>
            <a:r>
              <a:rPr lang="en-US" sz="1600" dirty="0" err="1"/>
              <a:t>pt</a:t>
            </a:r>
            <a:r>
              <a:rPr lang="en-US" sz="1600" dirty="0"/>
              <a:t>)</a:t>
            </a:r>
            <a:r>
              <a:rPr lang="zh-CN" altLang="en-US" sz="1600" dirty="0"/>
              <a:t>， </a:t>
            </a:r>
            <a:r>
              <a:rPr lang="en-US" altLang="zh-CN" sz="1600" dirty="0"/>
              <a:t>3</a:t>
            </a:r>
            <a:r>
              <a:rPr lang="en-US" sz="1600" dirty="0"/>
              <a:t>+3 division</a:t>
            </a:r>
          </a:p>
        </p:txBody>
      </p:sp>
      <p:graphicFrame>
        <p:nvGraphicFramePr>
          <p:cNvPr id="7" name="Table 31">
            <a:extLst>
              <a:ext uri="{FF2B5EF4-FFF2-40B4-BE49-F238E27FC236}">
                <a16:creationId xmlns:a16="http://schemas.microsoft.com/office/drawing/2014/main" id="{0057891A-7CCB-41AE-ACAD-3433FE9A7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00747"/>
              </p:ext>
            </p:extLst>
          </p:nvPr>
        </p:nvGraphicFramePr>
        <p:xfrm>
          <a:off x="1350392" y="1766545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EFBDE35-3F38-442C-AD80-536DA53C7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472073"/>
              </p:ext>
            </p:extLst>
          </p:nvPr>
        </p:nvGraphicFramePr>
        <p:xfrm>
          <a:off x="1350393" y="1603477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100398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9" name="Table 31">
            <a:extLst>
              <a:ext uri="{FF2B5EF4-FFF2-40B4-BE49-F238E27FC236}">
                <a16:creationId xmlns:a16="http://schemas.microsoft.com/office/drawing/2014/main" id="{5ED2A6BC-E2B7-404F-8D4F-583E4F432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829155"/>
              </p:ext>
            </p:extLst>
          </p:nvPr>
        </p:nvGraphicFramePr>
        <p:xfrm>
          <a:off x="2369440" y="1766605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0" name="Table 31">
            <a:extLst>
              <a:ext uri="{FF2B5EF4-FFF2-40B4-BE49-F238E27FC236}">
                <a16:creationId xmlns:a16="http://schemas.microsoft.com/office/drawing/2014/main" id="{D4125942-7FF8-4400-9E9D-A93FB22EA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049612"/>
              </p:ext>
            </p:extLst>
          </p:nvPr>
        </p:nvGraphicFramePr>
        <p:xfrm>
          <a:off x="3381375" y="1767815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1" name="Table 31">
            <a:extLst>
              <a:ext uri="{FF2B5EF4-FFF2-40B4-BE49-F238E27FC236}">
                <a16:creationId xmlns:a16="http://schemas.microsoft.com/office/drawing/2014/main" id="{C9D10742-4F6C-4374-9F68-E7564CD59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713745"/>
              </p:ext>
            </p:extLst>
          </p:nvPr>
        </p:nvGraphicFramePr>
        <p:xfrm>
          <a:off x="4390770" y="1767815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2" name="Table 31">
            <a:extLst>
              <a:ext uri="{FF2B5EF4-FFF2-40B4-BE49-F238E27FC236}">
                <a16:creationId xmlns:a16="http://schemas.microsoft.com/office/drawing/2014/main" id="{580A9BB5-8573-471E-AA02-9253AE931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591196"/>
              </p:ext>
            </p:extLst>
          </p:nvPr>
        </p:nvGraphicFramePr>
        <p:xfrm>
          <a:off x="5404354" y="1766605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3" name="Table 31">
            <a:extLst>
              <a:ext uri="{FF2B5EF4-FFF2-40B4-BE49-F238E27FC236}">
                <a16:creationId xmlns:a16="http://schemas.microsoft.com/office/drawing/2014/main" id="{4A7B3D2C-BCF6-412F-AC34-5C05DC34E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249711"/>
              </p:ext>
            </p:extLst>
          </p:nvPr>
        </p:nvGraphicFramePr>
        <p:xfrm>
          <a:off x="6423402" y="1766665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4" name="Table 31">
            <a:extLst>
              <a:ext uri="{FF2B5EF4-FFF2-40B4-BE49-F238E27FC236}">
                <a16:creationId xmlns:a16="http://schemas.microsoft.com/office/drawing/2014/main" id="{353319E6-4E48-42AB-85F1-F93B5D27F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326317"/>
              </p:ext>
            </p:extLst>
          </p:nvPr>
        </p:nvGraphicFramePr>
        <p:xfrm>
          <a:off x="7435337" y="1767875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5" name="Table 31">
            <a:extLst>
              <a:ext uri="{FF2B5EF4-FFF2-40B4-BE49-F238E27FC236}">
                <a16:creationId xmlns:a16="http://schemas.microsoft.com/office/drawing/2014/main" id="{90F23ED5-7D9D-45BD-8C2F-6E86D31A9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494909"/>
              </p:ext>
            </p:extLst>
          </p:nvPr>
        </p:nvGraphicFramePr>
        <p:xfrm>
          <a:off x="8444732" y="1767875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DC3A2C5-C9DE-4EE4-8D3D-982980F5E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209512"/>
              </p:ext>
            </p:extLst>
          </p:nvPr>
        </p:nvGraphicFramePr>
        <p:xfrm>
          <a:off x="1350393" y="2975425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100398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D69AE53-4954-4E8F-AF10-16814DFF3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976038"/>
              </p:ext>
            </p:extLst>
          </p:nvPr>
        </p:nvGraphicFramePr>
        <p:xfrm>
          <a:off x="1350393" y="4967643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51985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8" name="Table 31">
            <a:extLst>
              <a:ext uri="{FF2B5EF4-FFF2-40B4-BE49-F238E27FC236}">
                <a16:creationId xmlns:a16="http://schemas.microsoft.com/office/drawing/2014/main" id="{B282F23E-CCA6-42D6-BB1E-5060361A6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105750"/>
              </p:ext>
            </p:extLst>
          </p:nvPr>
        </p:nvGraphicFramePr>
        <p:xfrm>
          <a:off x="1350392" y="3766383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9" name="Table 31">
            <a:extLst>
              <a:ext uri="{FF2B5EF4-FFF2-40B4-BE49-F238E27FC236}">
                <a16:creationId xmlns:a16="http://schemas.microsoft.com/office/drawing/2014/main" id="{64DD3ECD-23BF-43E6-B0E7-504B9A9AAC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418235"/>
              </p:ext>
            </p:extLst>
          </p:nvPr>
        </p:nvGraphicFramePr>
        <p:xfrm>
          <a:off x="2369440" y="3766443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0" name="Table 31">
            <a:extLst>
              <a:ext uri="{FF2B5EF4-FFF2-40B4-BE49-F238E27FC236}">
                <a16:creationId xmlns:a16="http://schemas.microsoft.com/office/drawing/2014/main" id="{0727716C-5544-4690-966B-DCB2477B4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861466"/>
              </p:ext>
            </p:extLst>
          </p:nvPr>
        </p:nvGraphicFramePr>
        <p:xfrm>
          <a:off x="3381375" y="3767653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1" name="Table 31">
            <a:extLst>
              <a:ext uri="{FF2B5EF4-FFF2-40B4-BE49-F238E27FC236}">
                <a16:creationId xmlns:a16="http://schemas.microsoft.com/office/drawing/2014/main" id="{3AD8C453-57FC-4594-8FF7-DCA01A1EC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344099"/>
              </p:ext>
            </p:extLst>
          </p:nvPr>
        </p:nvGraphicFramePr>
        <p:xfrm>
          <a:off x="4390770" y="3767653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2" name="Table 31">
            <a:extLst>
              <a:ext uri="{FF2B5EF4-FFF2-40B4-BE49-F238E27FC236}">
                <a16:creationId xmlns:a16="http://schemas.microsoft.com/office/drawing/2014/main" id="{CD86C0C9-76C5-4D92-B9E4-BEF283E65B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498646"/>
              </p:ext>
            </p:extLst>
          </p:nvPr>
        </p:nvGraphicFramePr>
        <p:xfrm>
          <a:off x="5404354" y="3766443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3" name="Table 31">
            <a:extLst>
              <a:ext uri="{FF2B5EF4-FFF2-40B4-BE49-F238E27FC236}">
                <a16:creationId xmlns:a16="http://schemas.microsoft.com/office/drawing/2014/main" id="{2EF80AB1-8B59-4F37-8DDC-FB4AC0CD5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306833"/>
              </p:ext>
            </p:extLst>
          </p:nvPr>
        </p:nvGraphicFramePr>
        <p:xfrm>
          <a:off x="6423402" y="3766503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4" name="Table 31">
            <a:extLst>
              <a:ext uri="{FF2B5EF4-FFF2-40B4-BE49-F238E27FC236}">
                <a16:creationId xmlns:a16="http://schemas.microsoft.com/office/drawing/2014/main" id="{37BD3E7E-CD2B-4692-A74B-7770F0F78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404643"/>
              </p:ext>
            </p:extLst>
          </p:nvPr>
        </p:nvGraphicFramePr>
        <p:xfrm>
          <a:off x="7435337" y="3767713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5" name="Table 31">
            <a:extLst>
              <a:ext uri="{FF2B5EF4-FFF2-40B4-BE49-F238E27FC236}">
                <a16:creationId xmlns:a16="http://schemas.microsoft.com/office/drawing/2014/main" id="{D795C0CB-C408-446A-894C-553C02883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073347"/>
              </p:ext>
            </p:extLst>
          </p:nvPr>
        </p:nvGraphicFramePr>
        <p:xfrm>
          <a:off x="8444732" y="3767713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805E0BB-E062-4DBF-B134-B8087A9CD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654176"/>
              </p:ext>
            </p:extLst>
          </p:nvPr>
        </p:nvGraphicFramePr>
        <p:xfrm>
          <a:off x="1350393" y="3610330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100398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5BAFC1A1-95AD-48B8-82AE-604413A10103}"/>
              </a:ext>
            </a:extLst>
          </p:cNvPr>
          <p:cNvSpPr txBox="1"/>
          <p:nvPr/>
        </p:nvSpPr>
        <p:spPr>
          <a:xfrm>
            <a:off x="3725463" y="1288358"/>
            <a:ext cx="15940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stride 8 sub-tile</a:t>
            </a:r>
            <a:endParaRPr lang="en-US" sz="105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8709BB7-5C96-420D-A699-B0B3790067DC}"/>
              </a:ext>
            </a:extLst>
          </p:cNvPr>
          <p:cNvCxnSpPr>
            <a:cxnSpLocks/>
          </p:cNvCxnSpPr>
          <p:nvPr/>
        </p:nvCxnSpPr>
        <p:spPr>
          <a:xfrm>
            <a:off x="5400549" y="1296465"/>
            <a:ext cx="0" cy="2749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A188C99-1882-4578-B3AC-F95865FB086F}"/>
              </a:ext>
            </a:extLst>
          </p:cNvPr>
          <p:cNvSpPr txBox="1"/>
          <p:nvPr/>
        </p:nvSpPr>
        <p:spPr>
          <a:xfrm>
            <a:off x="4254459" y="3228519"/>
            <a:ext cx="11460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Restore order</a:t>
            </a:r>
            <a:endParaRPr lang="en-US" sz="105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5130D83-9198-4866-B1F4-1CE7F5AD9C7D}"/>
              </a:ext>
            </a:extLst>
          </p:cNvPr>
          <p:cNvCxnSpPr>
            <a:cxnSpLocks/>
          </p:cNvCxnSpPr>
          <p:nvPr/>
        </p:nvCxnSpPr>
        <p:spPr>
          <a:xfrm>
            <a:off x="5400549" y="3235094"/>
            <a:ext cx="0" cy="2749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3122DB11-56D2-4A31-B3E4-44391B61E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527852"/>
              </p:ext>
            </p:extLst>
          </p:nvPr>
        </p:nvGraphicFramePr>
        <p:xfrm>
          <a:off x="1350393" y="5564078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100398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15082EFD-A665-44EF-BD3C-4C40FF68F4F0}"/>
              </a:ext>
            </a:extLst>
          </p:cNvPr>
          <p:cNvSpPr txBox="1"/>
          <p:nvPr/>
        </p:nvSpPr>
        <p:spPr>
          <a:xfrm>
            <a:off x="6377268" y="5814616"/>
            <a:ext cx="3074694" cy="21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Consolas" panose="020B0609020204030204" pitchFamily="49" charset="0"/>
              </a:rPr>
              <a:t>(8x)W16_0,W16_4,W16_2,W16_6,W16_1,W16_5,W16_3,W16_7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4078D8-0671-4265-9834-C263670273B4}"/>
              </a:ext>
            </a:extLst>
          </p:cNvPr>
          <p:cNvSpPr txBox="1"/>
          <p:nvPr/>
        </p:nvSpPr>
        <p:spPr>
          <a:xfrm>
            <a:off x="6262346" y="6075968"/>
            <a:ext cx="3074694" cy="21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Consolas" panose="020B0609020204030204" pitchFamily="49" charset="0"/>
              </a:rPr>
              <a:t>(8x)W32_0,W32_4,W32_2,W32_6,W32_1,W32_5,W32_3,W32_7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918522-3949-4FE2-AC65-F60515891EB9}"/>
              </a:ext>
            </a:extLst>
          </p:cNvPr>
          <p:cNvSpPr txBox="1"/>
          <p:nvPr/>
        </p:nvSpPr>
        <p:spPr>
          <a:xfrm>
            <a:off x="6163286" y="6337320"/>
            <a:ext cx="3074694" cy="21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Consolas" panose="020B0609020204030204" pitchFamily="49" charset="0"/>
              </a:rPr>
              <a:t>(8x)W64_0,W64_4,W64_2,W64_6,W64_1,W64_5,W64_3,W64_7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7ACACE5-43BC-4FA8-AB93-81D7AA97D92A}"/>
              </a:ext>
            </a:extLst>
          </p:cNvPr>
          <p:cNvCxnSpPr>
            <a:cxnSpLocks/>
          </p:cNvCxnSpPr>
          <p:nvPr/>
        </p:nvCxnSpPr>
        <p:spPr>
          <a:xfrm>
            <a:off x="5400865" y="5228017"/>
            <a:ext cx="0" cy="2749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966302A-C79A-4CE6-8E7E-ADC404921507}"/>
              </a:ext>
            </a:extLst>
          </p:cNvPr>
          <p:cNvSpPr txBox="1"/>
          <p:nvPr/>
        </p:nvSpPr>
        <p:spPr>
          <a:xfrm>
            <a:off x="4447000" y="5215499"/>
            <a:ext cx="9535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reorder</a:t>
            </a:r>
            <a:endParaRPr lang="en-US" sz="105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054ED3F3-4033-4C79-B15E-4787E109DA08}"/>
              </a:ext>
            </a:extLst>
          </p:cNvPr>
          <p:cNvCxnSpPr>
            <a:cxnSpLocks/>
            <a:stCxn id="32" idx="3"/>
            <a:endCxn id="61" idx="3"/>
          </p:cNvCxnSpPr>
          <p:nvPr/>
        </p:nvCxnSpPr>
        <p:spPr>
          <a:xfrm flipV="1">
            <a:off x="9451962" y="4083326"/>
            <a:ext cx="3547" cy="1839012"/>
          </a:xfrm>
          <a:prstGeom prst="bentConnector3">
            <a:avLst>
              <a:gd name="adj1" fmla="val 64374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8CAC2CF-565D-4B03-B149-24B5630C0813}"/>
              </a:ext>
            </a:extLst>
          </p:cNvPr>
          <p:cNvCxnSpPr>
            <a:cxnSpLocks/>
            <a:stCxn id="35" idx="3"/>
            <a:endCxn id="65" idx="3"/>
          </p:cNvCxnSpPr>
          <p:nvPr/>
        </p:nvCxnSpPr>
        <p:spPr>
          <a:xfrm flipV="1">
            <a:off x="9337040" y="4302778"/>
            <a:ext cx="114922" cy="1880912"/>
          </a:xfrm>
          <a:prstGeom prst="bentConnector3">
            <a:avLst>
              <a:gd name="adj1" fmla="val 24587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F0920A2-D96E-470B-833D-15C95A7FD628}"/>
              </a:ext>
            </a:extLst>
          </p:cNvPr>
          <p:cNvCxnSpPr>
            <a:cxnSpLocks/>
            <a:stCxn id="36" idx="3"/>
            <a:endCxn id="66" idx="3"/>
          </p:cNvCxnSpPr>
          <p:nvPr/>
        </p:nvCxnSpPr>
        <p:spPr>
          <a:xfrm flipV="1">
            <a:off x="9237980" y="4628658"/>
            <a:ext cx="208385" cy="1816384"/>
          </a:xfrm>
          <a:prstGeom prst="bentConnector3">
            <a:avLst>
              <a:gd name="adj1" fmla="val 1511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FF1F6D69-5CD0-4133-AFA4-E462BA4E3EDA}"/>
              </a:ext>
            </a:extLst>
          </p:cNvPr>
          <p:cNvSpPr/>
          <p:nvPr/>
        </p:nvSpPr>
        <p:spPr>
          <a:xfrm>
            <a:off x="9382357" y="4029545"/>
            <a:ext cx="73152" cy="1075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4FB9047-9117-4632-9CEA-EFB4D24E326B}"/>
              </a:ext>
            </a:extLst>
          </p:cNvPr>
          <p:cNvSpPr/>
          <p:nvPr/>
        </p:nvSpPr>
        <p:spPr>
          <a:xfrm>
            <a:off x="9378810" y="4248997"/>
            <a:ext cx="73152" cy="1075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9D32665-E8C2-4B20-9BD2-BCBA206659EB}"/>
              </a:ext>
            </a:extLst>
          </p:cNvPr>
          <p:cNvSpPr/>
          <p:nvPr/>
        </p:nvSpPr>
        <p:spPr>
          <a:xfrm>
            <a:off x="9373213" y="4574877"/>
            <a:ext cx="73152" cy="1075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C82C50-3A5B-4CA6-9293-F1E961471777}"/>
              </a:ext>
            </a:extLst>
          </p:cNvPr>
          <p:cNvSpPr txBox="1"/>
          <p:nvPr/>
        </p:nvSpPr>
        <p:spPr>
          <a:xfrm>
            <a:off x="3338889" y="6029544"/>
            <a:ext cx="256134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050" b="1" baseline="30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nd</a:t>
            </a:r>
            <a:r>
              <a:rPr lang="zh-CN" altLang="en-US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stage,</a:t>
            </a:r>
            <a:r>
              <a:rPr lang="zh-CN" altLang="en-US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omega</a:t>
            </a:r>
            <a:r>
              <a:rPr lang="zh-CN" altLang="en-US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need to multiply a shift value per group(8 groups)</a:t>
            </a:r>
            <a:endParaRPr lang="en-US" sz="105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8" name="Left Brace 77">
            <a:extLst>
              <a:ext uri="{FF2B5EF4-FFF2-40B4-BE49-F238E27FC236}">
                <a16:creationId xmlns:a16="http://schemas.microsoft.com/office/drawing/2014/main" id="{AAF6A7F9-DCED-43F4-9237-34141638ABDD}"/>
              </a:ext>
            </a:extLst>
          </p:cNvPr>
          <p:cNvSpPr/>
          <p:nvPr/>
        </p:nvSpPr>
        <p:spPr>
          <a:xfrm>
            <a:off x="5954901" y="5922338"/>
            <a:ext cx="198120" cy="522704"/>
          </a:xfrm>
          <a:prstGeom prst="leftBrace">
            <a:avLst>
              <a:gd name="adj1" fmla="val 29416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56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166F71-2A40-457A-8B03-8D7E8EC5B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303111"/>
              </p:ext>
            </p:extLst>
          </p:nvPr>
        </p:nvGraphicFramePr>
        <p:xfrm>
          <a:off x="1350396" y="1102433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100398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FB56AA4-DEDD-467A-ABEF-6129701B1C0A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appendix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BD4253-327A-4D13-B326-7C08484EB46D}"/>
              </a:ext>
            </a:extLst>
          </p:cNvPr>
          <p:cNvSpPr txBox="1"/>
          <p:nvPr/>
        </p:nvSpPr>
        <p:spPr>
          <a:xfrm>
            <a:off x="3730189" y="699932"/>
            <a:ext cx="3584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Cooley-</a:t>
            </a:r>
            <a:r>
              <a:rPr lang="en-US" sz="1600" dirty="0" err="1"/>
              <a:t>tukey</a:t>
            </a:r>
            <a:r>
              <a:rPr lang="en-US" sz="1600" dirty="0"/>
              <a:t>-r (64 </a:t>
            </a:r>
            <a:r>
              <a:rPr lang="en-US" sz="1600" dirty="0" err="1"/>
              <a:t>pt</a:t>
            </a:r>
            <a:r>
              <a:rPr lang="en-US" sz="1600" dirty="0"/>
              <a:t>)</a:t>
            </a:r>
            <a:r>
              <a:rPr lang="zh-CN" altLang="en-US" sz="1600" dirty="0"/>
              <a:t>， </a:t>
            </a:r>
            <a:r>
              <a:rPr lang="en-US" altLang="zh-CN" sz="1600" dirty="0"/>
              <a:t>3</a:t>
            </a:r>
            <a:r>
              <a:rPr lang="en-US" sz="1600" dirty="0"/>
              <a:t>+3 division</a:t>
            </a:r>
          </a:p>
        </p:txBody>
      </p:sp>
      <p:graphicFrame>
        <p:nvGraphicFramePr>
          <p:cNvPr id="7" name="Table 31">
            <a:extLst>
              <a:ext uri="{FF2B5EF4-FFF2-40B4-BE49-F238E27FC236}">
                <a16:creationId xmlns:a16="http://schemas.microsoft.com/office/drawing/2014/main" id="{FF0BE65E-6A1E-4A0B-A38B-F33696624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3448"/>
              </p:ext>
            </p:extLst>
          </p:nvPr>
        </p:nvGraphicFramePr>
        <p:xfrm>
          <a:off x="1350392" y="1766545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B3959D7-289D-4FE6-971B-EF92CBBE2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117432"/>
              </p:ext>
            </p:extLst>
          </p:nvPr>
        </p:nvGraphicFramePr>
        <p:xfrm>
          <a:off x="1350393" y="1603477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100398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9" name="Table 31">
            <a:extLst>
              <a:ext uri="{FF2B5EF4-FFF2-40B4-BE49-F238E27FC236}">
                <a16:creationId xmlns:a16="http://schemas.microsoft.com/office/drawing/2014/main" id="{6747E86C-EC42-4B61-9517-A789A6688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758810"/>
              </p:ext>
            </p:extLst>
          </p:nvPr>
        </p:nvGraphicFramePr>
        <p:xfrm>
          <a:off x="2369440" y="1766605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0" name="Table 31">
            <a:extLst>
              <a:ext uri="{FF2B5EF4-FFF2-40B4-BE49-F238E27FC236}">
                <a16:creationId xmlns:a16="http://schemas.microsoft.com/office/drawing/2014/main" id="{A16C789F-3432-4CF3-8AE3-36BDACA5BF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065345"/>
              </p:ext>
            </p:extLst>
          </p:nvPr>
        </p:nvGraphicFramePr>
        <p:xfrm>
          <a:off x="3381375" y="1767815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1" name="Table 31">
            <a:extLst>
              <a:ext uri="{FF2B5EF4-FFF2-40B4-BE49-F238E27FC236}">
                <a16:creationId xmlns:a16="http://schemas.microsoft.com/office/drawing/2014/main" id="{9C910B60-E0B2-45D6-AAE7-E2E33D995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623624"/>
              </p:ext>
            </p:extLst>
          </p:nvPr>
        </p:nvGraphicFramePr>
        <p:xfrm>
          <a:off x="4390770" y="1767815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2" name="Table 31">
            <a:extLst>
              <a:ext uri="{FF2B5EF4-FFF2-40B4-BE49-F238E27FC236}">
                <a16:creationId xmlns:a16="http://schemas.microsoft.com/office/drawing/2014/main" id="{8551220F-8813-4AD0-A670-D9DCD1DCB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349026"/>
              </p:ext>
            </p:extLst>
          </p:nvPr>
        </p:nvGraphicFramePr>
        <p:xfrm>
          <a:off x="5404354" y="1766605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3" name="Table 31">
            <a:extLst>
              <a:ext uri="{FF2B5EF4-FFF2-40B4-BE49-F238E27FC236}">
                <a16:creationId xmlns:a16="http://schemas.microsoft.com/office/drawing/2014/main" id="{80BEEFB0-4CEB-48E1-95AA-6AB982107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286440"/>
              </p:ext>
            </p:extLst>
          </p:nvPr>
        </p:nvGraphicFramePr>
        <p:xfrm>
          <a:off x="6423402" y="1766665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4" name="Table 31">
            <a:extLst>
              <a:ext uri="{FF2B5EF4-FFF2-40B4-BE49-F238E27FC236}">
                <a16:creationId xmlns:a16="http://schemas.microsoft.com/office/drawing/2014/main" id="{9EE6BB7E-4D73-4D73-B180-013E8C6F6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537095"/>
              </p:ext>
            </p:extLst>
          </p:nvPr>
        </p:nvGraphicFramePr>
        <p:xfrm>
          <a:off x="7435337" y="1767875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5" name="Table 31">
            <a:extLst>
              <a:ext uri="{FF2B5EF4-FFF2-40B4-BE49-F238E27FC236}">
                <a16:creationId xmlns:a16="http://schemas.microsoft.com/office/drawing/2014/main" id="{6026F93E-1256-4772-A006-F06B10267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493112"/>
              </p:ext>
            </p:extLst>
          </p:nvPr>
        </p:nvGraphicFramePr>
        <p:xfrm>
          <a:off x="8444732" y="1767875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510FA62-84CB-48C0-B2A6-C188789F1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914533"/>
              </p:ext>
            </p:extLst>
          </p:nvPr>
        </p:nvGraphicFramePr>
        <p:xfrm>
          <a:off x="1350393" y="2975425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100398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A5B682C-7814-4248-B08C-38ABD8A02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633789"/>
              </p:ext>
            </p:extLst>
          </p:nvPr>
        </p:nvGraphicFramePr>
        <p:xfrm>
          <a:off x="1350393" y="4967643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51985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graphicFrame>
        <p:nvGraphicFramePr>
          <p:cNvPr id="18" name="Table 31">
            <a:extLst>
              <a:ext uri="{FF2B5EF4-FFF2-40B4-BE49-F238E27FC236}">
                <a16:creationId xmlns:a16="http://schemas.microsoft.com/office/drawing/2014/main" id="{E9DB5C7C-24E0-4687-BA83-9C820D9DD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448806"/>
              </p:ext>
            </p:extLst>
          </p:nvPr>
        </p:nvGraphicFramePr>
        <p:xfrm>
          <a:off x="1350392" y="3766383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9" name="Table 31">
            <a:extLst>
              <a:ext uri="{FF2B5EF4-FFF2-40B4-BE49-F238E27FC236}">
                <a16:creationId xmlns:a16="http://schemas.microsoft.com/office/drawing/2014/main" id="{ADFF5724-3B27-487D-8E22-93523E601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398290"/>
              </p:ext>
            </p:extLst>
          </p:nvPr>
        </p:nvGraphicFramePr>
        <p:xfrm>
          <a:off x="2369440" y="3766443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0" name="Table 31">
            <a:extLst>
              <a:ext uri="{FF2B5EF4-FFF2-40B4-BE49-F238E27FC236}">
                <a16:creationId xmlns:a16="http://schemas.microsoft.com/office/drawing/2014/main" id="{EBC3B20A-59A7-45CD-98FB-CB003BB5A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34883"/>
              </p:ext>
            </p:extLst>
          </p:nvPr>
        </p:nvGraphicFramePr>
        <p:xfrm>
          <a:off x="3381375" y="3767653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1" name="Table 31">
            <a:extLst>
              <a:ext uri="{FF2B5EF4-FFF2-40B4-BE49-F238E27FC236}">
                <a16:creationId xmlns:a16="http://schemas.microsoft.com/office/drawing/2014/main" id="{2910DE83-EA20-4D63-BA7D-3822D9A17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512123"/>
              </p:ext>
            </p:extLst>
          </p:nvPr>
        </p:nvGraphicFramePr>
        <p:xfrm>
          <a:off x="4390770" y="3767653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2" name="Table 31">
            <a:extLst>
              <a:ext uri="{FF2B5EF4-FFF2-40B4-BE49-F238E27FC236}">
                <a16:creationId xmlns:a16="http://schemas.microsoft.com/office/drawing/2014/main" id="{16170BFD-CA9F-491F-BEBF-0FB13F624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838884"/>
              </p:ext>
            </p:extLst>
          </p:nvPr>
        </p:nvGraphicFramePr>
        <p:xfrm>
          <a:off x="5404354" y="3766443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3" name="Table 31">
            <a:extLst>
              <a:ext uri="{FF2B5EF4-FFF2-40B4-BE49-F238E27FC236}">
                <a16:creationId xmlns:a16="http://schemas.microsoft.com/office/drawing/2014/main" id="{0F655C52-778D-428E-AD18-AE31F6D28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197260"/>
              </p:ext>
            </p:extLst>
          </p:nvPr>
        </p:nvGraphicFramePr>
        <p:xfrm>
          <a:off x="6423402" y="3766503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4" name="Table 31">
            <a:extLst>
              <a:ext uri="{FF2B5EF4-FFF2-40B4-BE49-F238E27FC236}">
                <a16:creationId xmlns:a16="http://schemas.microsoft.com/office/drawing/2014/main" id="{B2A91419-6634-47E1-9140-85D63E01B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72275"/>
              </p:ext>
            </p:extLst>
          </p:nvPr>
        </p:nvGraphicFramePr>
        <p:xfrm>
          <a:off x="7435337" y="3767713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5" name="Table 31">
            <a:extLst>
              <a:ext uri="{FF2B5EF4-FFF2-40B4-BE49-F238E27FC236}">
                <a16:creationId xmlns:a16="http://schemas.microsoft.com/office/drawing/2014/main" id="{9A74122A-3E3D-4FB1-8DD3-603F89539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609566"/>
              </p:ext>
            </p:extLst>
          </p:nvPr>
        </p:nvGraphicFramePr>
        <p:xfrm>
          <a:off x="8444732" y="3767713"/>
          <a:ext cx="1009779" cy="120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7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2174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227292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2174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4C40FEC-A9B1-4BF4-8C4D-7FA7E324B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402917"/>
              </p:ext>
            </p:extLst>
          </p:nvPr>
        </p:nvGraphicFramePr>
        <p:xfrm>
          <a:off x="1350393" y="3610330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100398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B6499C85-1E5A-4F05-82A6-960508B538AA}"/>
              </a:ext>
            </a:extLst>
          </p:cNvPr>
          <p:cNvSpPr txBox="1"/>
          <p:nvPr/>
        </p:nvSpPr>
        <p:spPr>
          <a:xfrm>
            <a:off x="3725463" y="1288358"/>
            <a:ext cx="15940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stride 8 sub-tile</a:t>
            </a:r>
            <a:endParaRPr lang="en-US" sz="105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0CB0EC3-E3AC-4EB4-ADC1-DD29717BA4E2}"/>
              </a:ext>
            </a:extLst>
          </p:cNvPr>
          <p:cNvCxnSpPr>
            <a:cxnSpLocks/>
          </p:cNvCxnSpPr>
          <p:nvPr/>
        </p:nvCxnSpPr>
        <p:spPr>
          <a:xfrm>
            <a:off x="5400549" y="1296465"/>
            <a:ext cx="0" cy="2749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EF61886-18EE-4E4D-B82C-C600ADA5C01F}"/>
              </a:ext>
            </a:extLst>
          </p:cNvPr>
          <p:cNvSpPr txBox="1"/>
          <p:nvPr/>
        </p:nvSpPr>
        <p:spPr>
          <a:xfrm>
            <a:off x="4254458" y="3228519"/>
            <a:ext cx="29904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Restore order   + </a:t>
            </a:r>
            <a:r>
              <a:rPr lang="en-US" altLang="zh-CN" sz="1050" b="1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brev_permute</a:t>
            </a:r>
            <a:endParaRPr lang="en-US" altLang="zh-CN" sz="105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59DBB98-BC75-4892-8CD5-DC33F2FC461E}"/>
              </a:ext>
            </a:extLst>
          </p:cNvPr>
          <p:cNvCxnSpPr>
            <a:cxnSpLocks/>
          </p:cNvCxnSpPr>
          <p:nvPr/>
        </p:nvCxnSpPr>
        <p:spPr>
          <a:xfrm>
            <a:off x="5400549" y="3235094"/>
            <a:ext cx="0" cy="2749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F1D03B6E-60E8-49C3-B2D1-F7C52B25A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077705"/>
              </p:ext>
            </p:extLst>
          </p:nvPr>
        </p:nvGraphicFramePr>
        <p:xfrm>
          <a:off x="1350393" y="5564078"/>
          <a:ext cx="8101569" cy="15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87">
                  <a:extLst>
                    <a:ext uri="{9D8B030D-6E8A-4147-A177-3AD203B41FA5}">
                      <a16:colId xmlns:a16="http://schemas.microsoft.com/office/drawing/2014/main" val="27641960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112916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1331868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66075466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500224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096439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106121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5941591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01999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8830179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99036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2803323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257976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3316937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878673319"/>
                    </a:ext>
                  </a:extLst>
                </a:gridCol>
                <a:gridCol w="130755">
                  <a:extLst>
                    <a:ext uri="{9D8B030D-6E8A-4147-A177-3AD203B41FA5}">
                      <a16:colId xmlns:a16="http://schemas.microsoft.com/office/drawing/2014/main" val="3628650972"/>
                    </a:ext>
                  </a:extLst>
                </a:gridCol>
                <a:gridCol w="122420">
                  <a:extLst>
                    <a:ext uri="{9D8B030D-6E8A-4147-A177-3AD203B41FA5}">
                      <a16:colId xmlns:a16="http://schemas.microsoft.com/office/drawing/2014/main" val="167449145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7822902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286440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830887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92496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123328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55227142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427539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64164252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7238391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1676176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01354074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66632631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0617777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9241483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509294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01746797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7091336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33104938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7548408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38021144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3192352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8131439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024808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13510900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16416441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70814740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486484995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88769824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70690148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53777198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109724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121955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193228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18628313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35363086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28203965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5712326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50457173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26734097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59915311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29577085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493489136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5813499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1047747174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491970332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2262596808"/>
                    </a:ext>
                  </a:extLst>
                </a:gridCol>
                <a:gridCol w="126587">
                  <a:extLst>
                    <a:ext uri="{9D8B030D-6E8A-4147-A177-3AD203B41FA5}">
                      <a16:colId xmlns:a16="http://schemas.microsoft.com/office/drawing/2014/main" val="348070712"/>
                    </a:ext>
                  </a:extLst>
                </a:gridCol>
              </a:tblGrid>
              <a:tr h="100398"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36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12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44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28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60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38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46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62</a:t>
                      </a:r>
                      <a:endParaRPr lang="en-US" sz="900" b="0" kern="600" spc="-1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39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47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600" spc="-1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63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975621"/>
                  </a:ext>
                </a:extLst>
              </a:tr>
            </a:tbl>
          </a:graphicData>
        </a:graphic>
      </p:graphicFrame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A9C177F-A6EB-468B-A042-098ED2A40794}"/>
              </a:ext>
            </a:extLst>
          </p:cNvPr>
          <p:cNvCxnSpPr>
            <a:cxnSpLocks/>
          </p:cNvCxnSpPr>
          <p:nvPr/>
        </p:nvCxnSpPr>
        <p:spPr>
          <a:xfrm>
            <a:off x="5400865" y="5228017"/>
            <a:ext cx="0" cy="2749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821B012-11AA-49F3-BB15-9BFE90E5EC78}"/>
              </a:ext>
            </a:extLst>
          </p:cNvPr>
          <p:cNvSpPr txBox="1"/>
          <p:nvPr/>
        </p:nvSpPr>
        <p:spPr>
          <a:xfrm>
            <a:off x="4447000" y="5215499"/>
            <a:ext cx="9535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reorder</a:t>
            </a:r>
            <a:endParaRPr lang="en-US" sz="105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D89059DC-39BE-47E3-8AAD-BC21A7B6E519}"/>
              </a:ext>
            </a:extLst>
          </p:cNvPr>
          <p:cNvCxnSpPr>
            <a:cxnSpLocks/>
            <a:endCxn id="40" idx="3"/>
          </p:cNvCxnSpPr>
          <p:nvPr/>
        </p:nvCxnSpPr>
        <p:spPr>
          <a:xfrm flipV="1">
            <a:off x="9451962" y="4083326"/>
            <a:ext cx="3547" cy="1839012"/>
          </a:xfrm>
          <a:prstGeom prst="bentConnector3">
            <a:avLst>
              <a:gd name="adj1" fmla="val 64374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9086A0B8-7F43-48A0-9522-8674C6BB25CD}"/>
              </a:ext>
            </a:extLst>
          </p:cNvPr>
          <p:cNvCxnSpPr>
            <a:cxnSpLocks/>
            <a:endCxn id="41" idx="3"/>
          </p:cNvCxnSpPr>
          <p:nvPr/>
        </p:nvCxnSpPr>
        <p:spPr>
          <a:xfrm flipV="1">
            <a:off x="9337040" y="4302778"/>
            <a:ext cx="114922" cy="1880912"/>
          </a:xfrm>
          <a:prstGeom prst="bentConnector3">
            <a:avLst>
              <a:gd name="adj1" fmla="val 24587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93A762B7-52B8-4DF8-ADAD-1AD5F122CF6C}"/>
              </a:ext>
            </a:extLst>
          </p:cNvPr>
          <p:cNvCxnSpPr>
            <a:cxnSpLocks/>
            <a:endCxn id="42" idx="3"/>
          </p:cNvCxnSpPr>
          <p:nvPr/>
        </p:nvCxnSpPr>
        <p:spPr>
          <a:xfrm flipV="1">
            <a:off x="9237980" y="4628658"/>
            <a:ext cx="208385" cy="1816384"/>
          </a:xfrm>
          <a:prstGeom prst="bentConnector3">
            <a:avLst>
              <a:gd name="adj1" fmla="val 1511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C3F9DD10-A927-49F0-82D4-017F9BC35FE7}"/>
              </a:ext>
            </a:extLst>
          </p:cNvPr>
          <p:cNvSpPr/>
          <p:nvPr/>
        </p:nvSpPr>
        <p:spPr>
          <a:xfrm>
            <a:off x="9382357" y="4029545"/>
            <a:ext cx="73152" cy="1075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E227142-04DE-4C33-B905-4D62B6C9BF2F}"/>
              </a:ext>
            </a:extLst>
          </p:cNvPr>
          <p:cNvSpPr/>
          <p:nvPr/>
        </p:nvSpPr>
        <p:spPr>
          <a:xfrm>
            <a:off x="9378810" y="4248997"/>
            <a:ext cx="73152" cy="1075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0FA9133-B682-4AF8-9FD6-F4C1C147D955}"/>
              </a:ext>
            </a:extLst>
          </p:cNvPr>
          <p:cNvSpPr/>
          <p:nvPr/>
        </p:nvSpPr>
        <p:spPr>
          <a:xfrm>
            <a:off x="9373213" y="4574877"/>
            <a:ext cx="73152" cy="1075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CFEA50-C7E1-496E-A685-80FBBF9A12A0}"/>
              </a:ext>
            </a:extLst>
          </p:cNvPr>
          <p:cNvSpPr txBox="1"/>
          <p:nvPr/>
        </p:nvSpPr>
        <p:spPr>
          <a:xfrm>
            <a:off x="3338889" y="6029544"/>
            <a:ext cx="256134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050" b="1" baseline="30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nd</a:t>
            </a:r>
            <a:r>
              <a:rPr lang="zh-CN" altLang="en-US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stage,</a:t>
            </a:r>
            <a:r>
              <a:rPr lang="zh-CN" altLang="en-US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omega</a:t>
            </a:r>
            <a:r>
              <a:rPr lang="zh-CN" altLang="en-US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need to multiply a shift value per group(8 groups)</a:t>
            </a:r>
            <a:endParaRPr lang="en-US" sz="105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3109FAA4-9F08-4F69-815D-AD7536984ADF}"/>
              </a:ext>
            </a:extLst>
          </p:cNvPr>
          <p:cNvSpPr/>
          <p:nvPr/>
        </p:nvSpPr>
        <p:spPr>
          <a:xfrm>
            <a:off x="5954901" y="5922338"/>
            <a:ext cx="198120" cy="522704"/>
          </a:xfrm>
          <a:prstGeom prst="leftBrace">
            <a:avLst>
              <a:gd name="adj1" fmla="val 29416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5D788F-4328-43C4-84D1-1C17E79A968C}"/>
              </a:ext>
            </a:extLst>
          </p:cNvPr>
          <p:cNvSpPr txBox="1"/>
          <p:nvPr/>
        </p:nvSpPr>
        <p:spPr>
          <a:xfrm>
            <a:off x="1741785" y="3403906"/>
            <a:ext cx="226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endParaRPr lang="en-US" sz="105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04DDC3-7085-42F4-A1E3-54558358B10E}"/>
              </a:ext>
            </a:extLst>
          </p:cNvPr>
          <p:cNvSpPr txBox="1"/>
          <p:nvPr/>
        </p:nvSpPr>
        <p:spPr>
          <a:xfrm>
            <a:off x="2760833" y="3406570"/>
            <a:ext cx="226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CD5441-9062-4796-9B53-AAB9318F14A2}"/>
              </a:ext>
            </a:extLst>
          </p:cNvPr>
          <p:cNvSpPr txBox="1"/>
          <p:nvPr/>
        </p:nvSpPr>
        <p:spPr>
          <a:xfrm>
            <a:off x="3772768" y="3406570"/>
            <a:ext cx="226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A74BCA-E0EB-42EA-AF79-F9301266BB58}"/>
              </a:ext>
            </a:extLst>
          </p:cNvPr>
          <p:cNvSpPr txBox="1"/>
          <p:nvPr/>
        </p:nvSpPr>
        <p:spPr>
          <a:xfrm>
            <a:off x="4758288" y="3406570"/>
            <a:ext cx="226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9D9058-64AC-41D0-83EE-C9DE1F016BA5}"/>
              </a:ext>
            </a:extLst>
          </p:cNvPr>
          <p:cNvSpPr txBox="1"/>
          <p:nvPr/>
        </p:nvSpPr>
        <p:spPr>
          <a:xfrm>
            <a:off x="5786742" y="3405140"/>
            <a:ext cx="226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C9DB42-FADE-4C1A-9A47-3BCA2AD0D25E}"/>
              </a:ext>
            </a:extLst>
          </p:cNvPr>
          <p:cNvSpPr txBox="1"/>
          <p:nvPr/>
        </p:nvSpPr>
        <p:spPr>
          <a:xfrm>
            <a:off x="6779178" y="3405596"/>
            <a:ext cx="226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DA2294-5243-436A-925A-AF13CF08CD0E}"/>
              </a:ext>
            </a:extLst>
          </p:cNvPr>
          <p:cNvSpPr txBox="1"/>
          <p:nvPr/>
        </p:nvSpPr>
        <p:spPr>
          <a:xfrm>
            <a:off x="7821196" y="3412611"/>
            <a:ext cx="226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0640EE-3A4E-4E03-B74E-701998E29135}"/>
              </a:ext>
            </a:extLst>
          </p:cNvPr>
          <p:cNvSpPr txBox="1"/>
          <p:nvPr/>
        </p:nvSpPr>
        <p:spPr>
          <a:xfrm>
            <a:off x="8813632" y="3412611"/>
            <a:ext cx="226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799A41-A0F0-4DCC-B53F-6E9227D8A4EA}"/>
              </a:ext>
            </a:extLst>
          </p:cNvPr>
          <p:cNvSpPr txBox="1"/>
          <p:nvPr/>
        </p:nvSpPr>
        <p:spPr>
          <a:xfrm>
            <a:off x="6377268" y="5814616"/>
            <a:ext cx="3074694" cy="21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Consolas" panose="020B0609020204030204" pitchFamily="49" charset="0"/>
              </a:rPr>
              <a:t>(8x)W16_0,W16_</a:t>
            </a:r>
            <a:r>
              <a:rPr lang="en-US" altLang="zh-CN" sz="800" dirty="0">
                <a:latin typeface="Consolas" panose="020B0609020204030204" pitchFamily="49" charset="0"/>
              </a:rPr>
              <a:t>1</a:t>
            </a:r>
            <a:r>
              <a:rPr lang="en-US" sz="800" dirty="0">
                <a:latin typeface="Consolas" panose="020B0609020204030204" pitchFamily="49" charset="0"/>
              </a:rPr>
              <a:t>,W16_2,W16_</a:t>
            </a:r>
            <a:r>
              <a:rPr lang="en-US" altLang="zh-CN" sz="800" dirty="0">
                <a:latin typeface="Consolas" panose="020B0609020204030204" pitchFamily="49" charset="0"/>
              </a:rPr>
              <a:t>3</a:t>
            </a:r>
            <a:r>
              <a:rPr lang="en-US" sz="800" dirty="0">
                <a:latin typeface="Consolas" panose="020B0609020204030204" pitchFamily="49" charset="0"/>
              </a:rPr>
              <a:t>,W16_</a:t>
            </a:r>
            <a:r>
              <a:rPr lang="en-US" altLang="zh-CN" sz="800" dirty="0">
                <a:latin typeface="Consolas" panose="020B0609020204030204" pitchFamily="49" charset="0"/>
              </a:rPr>
              <a:t>4</a:t>
            </a:r>
            <a:r>
              <a:rPr lang="en-US" sz="800" dirty="0">
                <a:latin typeface="Consolas" panose="020B0609020204030204" pitchFamily="49" charset="0"/>
              </a:rPr>
              <a:t>,W16_5,W16_</a:t>
            </a:r>
            <a:r>
              <a:rPr lang="en-US" altLang="zh-CN" sz="800" dirty="0">
                <a:latin typeface="Consolas" panose="020B0609020204030204" pitchFamily="49" charset="0"/>
              </a:rPr>
              <a:t>6</a:t>
            </a:r>
            <a:r>
              <a:rPr lang="en-US" sz="800" dirty="0">
                <a:latin typeface="Consolas" panose="020B0609020204030204" pitchFamily="49" charset="0"/>
              </a:rPr>
              <a:t>,W16_7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D203B1-B0F6-4414-B52A-F60B4B3B8316}"/>
              </a:ext>
            </a:extLst>
          </p:cNvPr>
          <p:cNvSpPr txBox="1"/>
          <p:nvPr/>
        </p:nvSpPr>
        <p:spPr>
          <a:xfrm>
            <a:off x="6262346" y="6075968"/>
            <a:ext cx="3074694" cy="21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Consolas" panose="020B0609020204030204" pitchFamily="49" charset="0"/>
              </a:rPr>
              <a:t>(8x)W32_0,W32_</a:t>
            </a:r>
            <a:r>
              <a:rPr lang="en-US" altLang="zh-CN" sz="800" dirty="0">
                <a:latin typeface="Consolas" panose="020B0609020204030204" pitchFamily="49" charset="0"/>
              </a:rPr>
              <a:t>1</a:t>
            </a:r>
            <a:r>
              <a:rPr lang="en-US" sz="800" dirty="0">
                <a:latin typeface="Consolas" panose="020B0609020204030204" pitchFamily="49" charset="0"/>
              </a:rPr>
              <a:t>,W32_2,W32_</a:t>
            </a:r>
            <a:r>
              <a:rPr lang="en-US" altLang="zh-CN" sz="800" dirty="0">
                <a:latin typeface="Consolas" panose="020B0609020204030204" pitchFamily="49" charset="0"/>
              </a:rPr>
              <a:t>3</a:t>
            </a:r>
            <a:r>
              <a:rPr lang="en-US" sz="800" dirty="0">
                <a:latin typeface="Consolas" panose="020B0609020204030204" pitchFamily="49" charset="0"/>
              </a:rPr>
              <a:t>,W32_</a:t>
            </a:r>
            <a:r>
              <a:rPr lang="en-US" altLang="zh-CN" sz="800" dirty="0">
                <a:latin typeface="Consolas" panose="020B0609020204030204" pitchFamily="49" charset="0"/>
              </a:rPr>
              <a:t>4</a:t>
            </a:r>
            <a:r>
              <a:rPr lang="en-US" sz="800" dirty="0">
                <a:latin typeface="Consolas" panose="020B0609020204030204" pitchFamily="49" charset="0"/>
              </a:rPr>
              <a:t>,W32_5,W32_</a:t>
            </a:r>
            <a:r>
              <a:rPr lang="en-US" altLang="zh-CN" sz="800" dirty="0">
                <a:latin typeface="Consolas" panose="020B0609020204030204" pitchFamily="49" charset="0"/>
              </a:rPr>
              <a:t>6</a:t>
            </a:r>
            <a:r>
              <a:rPr lang="en-US" sz="800" dirty="0">
                <a:latin typeface="Consolas" panose="020B0609020204030204" pitchFamily="49" charset="0"/>
              </a:rPr>
              <a:t>,W32_7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049A69-19B9-4574-BE02-1A12805B4ABD}"/>
              </a:ext>
            </a:extLst>
          </p:cNvPr>
          <p:cNvSpPr txBox="1"/>
          <p:nvPr/>
        </p:nvSpPr>
        <p:spPr>
          <a:xfrm>
            <a:off x="6163286" y="6337320"/>
            <a:ext cx="3074694" cy="21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Consolas" panose="020B0609020204030204" pitchFamily="49" charset="0"/>
              </a:rPr>
              <a:t>(8x)W64_0,W64_</a:t>
            </a:r>
            <a:r>
              <a:rPr lang="en-US" altLang="zh-CN" sz="800" dirty="0">
                <a:latin typeface="Consolas" panose="020B0609020204030204" pitchFamily="49" charset="0"/>
              </a:rPr>
              <a:t>1</a:t>
            </a:r>
            <a:r>
              <a:rPr lang="en-US" sz="800" dirty="0">
                <a:latin typeface="Consolas" panose="020B0609020204030204" pitchFamily="49" charset="0"/>
              </a:rPr>
              <a:t>,W64_2,W64_</a:t>
            </a:r>
            <a:r>
              <a:rPr lang="en-US" altLang="zh-CN" sz="800" dirty="0">
                <a:latin typeface="Consolas" panose="020B0609020204030204" pitchFamily="49" charset="0"/>
              </a:rPr>
              <a:t>3</a:t>
            </a:r>
            <a:r>
              <a:rPr lang="en-US" sz="800" dirty="0">
                <a:latin typeface="Consolas" panose="020B0609020204030204" pitchFamily="49" charset="0"/>
              </a:rPr>
              <a:t>,W64_</a:t>
            </a:r>
            <a:r>
              <a:rPr lang="en-US" altLang="zh-CN" sz="800" dirty="0">
                <a:latin typeface="Consolas" panose="020B0609020204030204" pitchFamily="49" charset="0"/>
              </a:rPr>
              <a:t>4</a:t>
            </a:r>
            <a:r>
              <a:rPr lang="en-US" sz="800" dirty="0">
                <a:latin typeface="Consolas" panose="020B0609020204030204" pitchFamily="49" charset="0"/>
              </a:rPr>
              <a:t>,W64_5,W64_</a:t>
            </a:r>
            <a:r>
              <a:rPr lang="en-US" altLang="zh-CN" sz="800" dirty="0">
                <a:latin typeface="Consolas" panose="020B0609020204030204" pitchFamily="49" charset="0"/>
              </a:rPr>
              <a:t>6</a:t>
            </a:r>
            <a:r>
              <a:rPr lang="en-US" sz="800" dirty="0">
                <a:latin typeface="Consolas" panose="020B0609020204030204" pitchFamily="49" charset="0"/>
              </a:rPr>
              <a:t>,W64_7</a:t>
            </a:r>
          </a:p>
        </p:txBody>
      </p:sp>
    </p:spTree>
    <p:extLst>
      <p:ext uri="{BB962C8B-B14F-4D97-AF65-F5344CB8AC3E}">
        <p14:creationId xmlns:p14="http://schemas.microsoft.com/office/powerpoint/2010/main" val="3470152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56FA95-AD1F-41D7-8D7D-9456C55A9D86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appendix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6E59E95C-3D0E-42A0-BA3D-F0E5E1178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135109"/>
              </p:ext>
            </p:extLst>
          </p:nvPr>
        </p:nvGraphicFramePr>
        <p:xfrm>
          <a:off x="426981" y="686166"/>
          <a:ext cx="11730888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361">
                  <a:extLst>
                    <a:ext uri="{9D8B030D-6E8A-4147-A177-3AD203B41FA5}">
                      <a16:colId xmlns:a16="http://schemas.microsoft.com/office/drawing/2014/main" val="3197775966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656914192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04333941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860938879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304240758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932907187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63301200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927478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0...15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16...31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32...47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48...63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64...79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80...95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96...111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112...127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67334"/>
                  </a:ext>
                </a:extLst>
              </a:tr>
            </a:tbl>
          </a:graphicData>
        </a:graphic>
      </p:graphicFrame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7B56335B-ACC3-4A56-B125-2C83919A7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655284"/>
              </p:ext>
            </p:extLst>
          </p:nvPr>
        </p:nvGraphicFramePr>
        <p:xfrm>
          <a:off x="426981" y="1204919"/>
          <a:ext cx="11730888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361">
                  <a:extLst>
                    <a:ext uri="{9D8B030D-6E8A-4147-A177-3AD203B41FA5}">
                      <a16:colId xmlns:a16="http://schemas.microsoft.com/office/drawing/2014/main" val="3197775966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656914192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04333941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860938879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304240758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932907187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63301200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927478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0,8,16,...,112,120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1,9,17,...,113,121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2,10,18,...,114,122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3,11,19,...,115,123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4,12,20,...,116,124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5,13,21,...,117,125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6,14,22,...,118,126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7,15,23,...,119,127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6733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030A624-01B8-48F4-9E72-B7830C17F0C8}"/>
              </a:ext>
            </a:extLst>
          </p:cNvPr>
          <p:cNvSpPr txBox="1"/>
          <p:nvPr/>
        </p:nvSpPr>
        <p:spPr>
          <a:xfrm>
            <a:off x="4620183" y="951003"/>
            <a:ext cx="15940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stride 8 sub-tile</a:t>
            </a:r>
            <a:endParaRPr lang="en-US" sz="105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D5C430-7B6E-4F6A-9420-725E7B402C4D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6292425" y="930006"/>
            <a:ext cx="0" cy="2749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8" name="Table 7">
            <a:extLst>
              <a:ext uri="{FF2B5EF4-FFF2-40B4-BE49-F238E27FC236}">
                <a16:creationId xmlns:a16="http://schemas.microsoft.com/office/drawing/2014/main" id="{5F0F2798-9240-4BCA-9528-3EFDDABFF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144435"/>
              </p:ext>
            </p:extLst>
          </p:nvPr>
        </p:nvGraphicFramePr>
        <p:xfrm>
          <a:off x="430355" y="3566984"/>
          <a:ext cx="11730888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361">
                  <a:extLst>
                    <a:ext uri="{9D8B030D-6E8A-4147-A177-3AD203B41FA5}">
                      <a16:colId xmlns:a16="http://schemas.microsoft.com/office/drawing/2014/main" val="3197775966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656914192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04333941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860938879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304240758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932907187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63301200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927478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0...15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16...31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32...47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48...63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64...79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80...95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96...111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112...127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67334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CDC29CCF-278F-4142-84D4-82E7E0299C85}"/>
              </a:ext>
            </a:extLst>
          </p:cNvPr>
          <p:cNvSpPr txBox="1"/>
          <p:nvPr/>
        </p:nvSpPr>
        <p:spPr>
          <a:xfrm>
            <a:off x="5096125" y="3270395"/>
            <a:ext cx="15940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Restore order</a:t>
            </a:r>
            <a:endParaRPr lang="en-US" sz="105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3EC573D-6BC4-4EB0-A891-637131DAF8AF}"/>
              </a:ext>
            </a:extLst>
          </p:cNvPr>
          <p:cNvCxnSpPr>
            <a:cxnSpLocks/>
          </p:cNvCxnSpPr>
          <p:nvPr/>
        </p:nvCxnSpPr>
        <p:spPr>
          <a:xfrm>
            <a:off x="6270259" y="3259897"/>
            <a:ext cx="0" cy="2749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61" name="Table 7">
            <a:extLst>
              <a:ext uri="{FF2B5EF4-FFF2-40B4-BE49-F238E27FC236}">
                <a16:creationId xmlns:a16="http://schemas.microsoft.com/office/drawing/2014/main" id="{4DD8DA4A-C47C-4740-8A78-21210FED0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8207"/>
              </p:ext>
            </p:extLst>
          </p:nvPr>
        </p:nvGraphicFramePr>
        <p:xfrm>
          <a:off x="430355" y="2983882"/>
          <a:ext cx="11730888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361">
                  <a:extLst>
                    <a:ext uri="{9D8B030D-6E8A-4147-A177-3AD203B41FA5}">
                      <a16:colId xmlns:a16="http://schemas.microsoft.com/office/drawing/2014/main" val="3197775966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656914192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04333941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860938879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304240758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932907187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63301200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927478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0,8,16,...,112,120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1,9,17,...,113,121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2,10,18,...,114,122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3,11,19,...,115,123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4,12,20,...,116,124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5,13,21,...,117,125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6,14,22,...,118,126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7,15,23,...,119,127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67334"/>
                  </a:ext>
                </a:extLst>
              </a:tr>
            </a:tbl>
          </a:graphicData>
        </a:graphic>
      </p:graphicFrame>
      <p:graphicFrame>
        <p:nvGraphicFramePr>
          <p:cNvPr id="80" name="Table 7">
            <a:extLst>
              <a:ext uri="{FF2B5EF4-FFF2-40B4-BE49-F238E27FC236}">
                <a16:creationId xmlns:a16="http://schemas.microsoft.com/office/drawing/2014/main" id="{84CD11FD-D8E4-439F-973D-3178B12C6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711571"/>
              </p:ext>
            </p:extLst>
          </p:nvPr>
        </p:nvGraphicFramePr>
        <p:xfrm>
          <a:off x="439595" y="5206603"/>
          <a:ext cx="11730888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361">
                  <a:extLst>
                    <a:ext uri="{9D8B030D-6E8A-4147-A177-3AD203B41FA5}">
                      <a16:colId xmlns:a16="http://schemas.microsoft.com/office/drawing/2014/main" val="3197775966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656914192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04333941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860938879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304240758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932907187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63301200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927478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0...15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16...31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32...47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48...63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64...79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80...95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96...111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112...127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67334"/>
                  </a:ext>
                </a:extLst>
              </a:tr>
            </a:tbl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A136D04B-EE7C-41F3-ABE7-56A0D222845E}"/>
              </a:ext>
            </a:extLst>
          </p:cNvPr>
          <p:cNvSpPr txBox="1"/>
          <p:nvPr/>
        </p:nvSpPr>
        <p:spPr>
          <a:xfrm>
            <a:off x="4454223" y="298176"/>
            <a:ext cx="3597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Cooley-</a:t>
            </a:r>
            <a:r>
              <a:rPr lang="en-US" sz="1600" dirty="0" err="1"/>
              <a:t>tukey</a:t>
            </a:r>
            <a:r>
              <a:rPr lang="en-US" sz="1600" dirty="0"/>
              <a:t>-r (128 </a:t>
            </a:r>
            <a:r>
              <a:rPr lang="en-US" sz="1600" dirty="0" err="1"/>
              <a:t>pt</a:t>
            </a:r>
            <a:r>
              <a:rPr lang="en-US" sz="1600" dirty="0"/>
              <a:t>),  4+3 division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4E7B1E1-5176-4E57-8F14-DD9A4E66E02D}"/>
              </a:ext>
            </a:extLst>
          </p:cNvPr>
          <p:cNvSpPr txBox="1"/>
          <p:nvPr/>
        </p:nvSpPr>
        <p:spPr>
          <a:xfrm>
            <a:off x="440706" y="6160021"/>
            <a:ext cx="7536461" cy="21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onsolas" panose="020B0609020204030204" pitchFamily="49" charset="0"/>
              </a:rPr>
              <a:t>W32_0, W32_8, W32_4, W32_12, W32_2, W32_10, W32_6, W32_14, W32_1, W32_9, W32_5, W32_13, W32_3, W32_11, W32_7, W32_15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63B4074-2FB3-4B9D-961C-C1372533EC26}"/>
              </a:ext>
            </a:extLst>
          </p:cNvPr>
          <p:cNvSpPr/>
          <p:nvPr/>
        </p:nvSpPr>
        <p:spPr>
          <a:xfrm>
            <a:off x="515342" y="6392355"/>
            <a:ext cx="7536460" cy="21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800" b="1" dirty="0">
                <a:latin typeface="Consolas" panose="020B0609020204030204" pitchFamily="49" charset="0"/>
              </a:rPr>
              <a:t>W</a:t>
            </a:r>
            <a:r>
              <a:rPr lang="en-US" altLang="zh-CN" sz="800" b="1" dirty="0">
                <a:latin typeface="Consolas" panose="020B0609020204030204" pitchFamily="49" charset="0"/>
              </a:rPr>
              <a:t>64</a:t>
            </a:r>
            <a:r>
              <a:rPr lang="en-US" sz="800" b="1" dirty="0">
                <a:latin typeface="Consolas" panose="020B0609020204030204" pitchFamily="49" charset="0"/>
              </a:rPr>
              <a:t>_0, W</a:t>
            </a:r>
            <a:r>
              <a:rPr lang="en-US" altLang="zh-CN" sz="800" b="1" dirty="0">
                <a:latin typeface="Consolas" panose="020B0609020204030204" pitchFamily="49" charset="0"/>
              </a:rPr>
              <a:t>64</a:t>
            </a:r>
            <a:r>
              <a:rPr lang="en-US" sz="800" b="1" dirty="0">
                <a:latin typeface="Consolas" panose="020B0609020204030204" pitchFamily="49" charset="0"/>
              </a:rPr>
              <a:t>_8, W</a:t>
            </a:r>
            <a:r>
              <a:rPr lang="en-US" altLang="zh-CN" sz="800" b="1" dirty="0">
                <a:latin typeface="Consolas" panose="020B0609020204030204" pitchFamily="49" charset="0"/>
              </a:rPr>
              <a:t>64</a:t>
            </a:r>
            <a:r>
              <a:rPr lang="en-US" sz="800" b="1" dirty="0">
                <a:latin typeface="Consolas" panose="020B0609020204030204" pitchFamily="49" charset="0"/>
              </a:rPr>
              <a:t>_4, W</a:t>
            </a:r>
            <a:r>
              <a:rPr lang="en-US" altLang="zh-CN" sz="800" b="1" dirty="0">
                <a:latin typeface="Consolas" panose="020B0609020204030204" pitchFamily="49" charset="0"/>
              </a:rPr>
              <a:t>64</a:t>
            </a:r>
            <a:r>
              <a:rPr lang="en-US" sz="800" b="1" dirty="0">
                <a:latin typeface="Consolas" panose="020B0609020204030204" pitchFamily="49" charset="0"/>
              </a:rPr>
              <a:t>_12, W</a:t>
            </a:r>
            <a:r>
              <a:rPr lang="en-US" altLang="zh-CN" sz="800" b="1" dirty="0">
                <a:latin typeface="Consolas" panose="020B0609020204030204" pitchFamily="49" charset="0"/>
              </a:rPr>
              <a:t>64</a:t>
            </a:r>
            <a:r>
              <a:rPr lang="en-US" sz="800" b="1" dirty="0">
                <a:latin typeface="Consolas" panose="020B0609020204030204" pitchFamily="49" charset="0"/>
              </a:rPr>
              <a:t>_2, W</a:t>
            </a:r>
            <a:r>
              <a:rPr lang="en-US" altLang="zh-CN" sz="800" b="1" dirty="0">
                <a:latin typeface="Consolas" panose="020B0609020204030204" pitchFamily="49" charset="0"/>
              </a:rPr>
              <a:t>64</a:t>
            </a:r>
            <a:r>
              <a:rPr lang="en-US" sz="800" b="1" dirty="0">
                <a:latin typeface="Consolas" panose="020B0609020204030204" pitchFamily="49" charset="0"/>
              </a:rPr>
              <a:t>_10, W</a:t>
            </a:r>
            <a:r>
              <a:rPr lang="en-US" altLang="zh-CN" sz="800" b="1" dirty="0">
                <a:latin typeface="Consolas" panose="020B0609020204030204" pitchFamily="49" charset="0"/>
              </a:rPr>
              <a:t>64</a:t>
            </a:r>
            <a:r>
              <a:rPr lang="en-US" sz="800" b="1" dirty="0">
                <a:latin typeface="Consolas" panose="020B0609020204030204" pitchFamily="49" charset="0"/>
              </a:rPr>
              <a:t>_6, W</a:t>
            </a:r>
            <a:r>
              <a:rPr lang="en-US" altLang="zh-CN" sz="800" b="1" dirty="0">
                <a:latin typeface="Consolas" panose="020B0609020204030204" pitchFamily="49" charset="0"/>
              </a:rPr>
              <a:t>64</a:t>
            </a:r>
            <a:r>
              <a:rPr lang="en-US" sz="800" b="1" dirty="0">
                <a:latin typeface="Consolas" panose="020B0609020204030204" pitchFamily="49" charset="0"/>
              </a:rPr>
              <a:t>_14, W</a:t>
            </a:r>
            <a:r>
              <a:rPr lang="en-US" altLang="zh-CN" sz="800" b="1" dirty="0">
                <a:latin typeface="Consolas" panose="020B0609020204030204" pitchFamily="49" charset="0"/>
              </a:rPr>
              <a:t>64</a:t>
            </a:r>
            <a:r>
              <a:rPr lang="en-US" sz="800" b="1" dirty="0">
                <a:latin typeface="Consolas" panose="020B0609020204030204" pitchFamily="49" charset="0"/>
              </a:rPr>
              <a:t>_1, W</a:t>
            </a:r>
            <a:r>
              <a:rPr lang="en-US" altLang="zh-CN" sz="800" b="1" dirty="0">
                <a:latin typeface="Consolas" panose="020B0609020204030204" pitchFamily="49" charset="0"/>
              </a:rPr>
              <a:t>64</a:t>
            </a:r>
            <a:r>
              <a:rPr lang="en-US" sz="800" b="1" dirty="0">
                <a:latin typeface="Consolas" panose="020B0609020204030204" pitchFamily="49" charset="0"/>
              </a:rPr>
              <a:t>_9, W</a:t>
            </a:r>
            <a:r>
              <a:rPr lang="en-US" altLang="zh-CN" sz="800" b="1" dirty="0">
                <a:latin typeface="Consolas" panose="020B0609020204030204" pitchFamily="49" charset="0"/>
              </a:rPr>
              <a:t>64</a:t>
            </a:r>
            <a:r>
              <a:rPr lang="en-US" sz="800" b="1" dirty="0">
                <a:latin typeface="Consolas" panose="020B0609020204030204" pitchFamily="49" charset="0"/>
              </a:rPr>
              <a:t>_5, W</a:t>
            </a:r>
            <a:r>
              <a:rPr lang="en-US" altLang="zh-CN" sz="800" b="1" dirty="0">
                <a:latin typeface="Consolas" panose="020B0609020204030204" pitchFamily="49" charset="0"/>
              </a:rPr>
              <a:t>64</a:t>
            </a:r>
            <a:r>
              <a:rPr lang="en-US" sz="800" b="1" dirty="0">
                <a:latin typeface="Consolas" panose="020B0609020204030204" pitchFamily="49" charset="0"/>
              </a:rPr>
              <a:t>_13, W</a:t>
            </a:r>
            <a:r>
              <a:rPr lang="en-US" altLang="zh-CN" sz="800" b="1" dirty="0">
                <a:latin typeface="Consolas" panose="020B0609020204030204" pitchFamily="49" charset="0"/>
              </a:rPr>
              <a:t>64</a:t>
            </a:r>
            <a:r>
              <a:rPr lang="en-US" sz="800" b="1" dirty="0">
                <a:latin typeface="Consolas" panose="020B0609020204030204" pitchFamily="49" charset="0"/>
              </a:rPr>
              <a:t>_3, W</a:t>
            </a:r>
            <a:r>
              <a:rPr lang="en-US" altLang="zh-CN" sz="800" b="1" dirty="0">
                <a:latin typeface="Consolas" panose="020B0609020204030204" pitchFamily="49" charset="0"/>
              </a:rPr>
              <a:t>64</a:t>
            </a:r>
            <a:r>
              <a:rPr lang="en-US" sz="800" b="1" dirty="0">
                <a:latin typeface="Consolas" panose="020B0609020204030204" pitchFamily="49" charset="0"/>
              </a:rPr>
              <a:t>_11, W</a:t>
            </a:r>
            <a:r>
              <a:rPr lang="en-US" altLang="zh-CN" sz="800" b="1" dirty="0">
                <a:latin typeface="Consolas" panose="020B0609020204030204" pitchFamily="49" charset="0"/>
              </a:rPr>
              <a:t>64</a:t>
            </a:r>
            <a:r>
              <a:rPr lang="en-US" sz="800" b="1" dirty="0">
                <a:latin typeface="Consolas" panose="020B0609020204030204" pitchFamily="49" charset="0"/>
              </a:rPr>
              <a:t>_7, W</a:t>
            </a:r>
            <a:r>
              <a:rPr lang="en-US" altLang="zh-CN" sz="800" b="1" dirty="0">
                <a:latin typeface="Consolas" panose="020B0609020204030204" pitchFamily="49" charset="0"/>
              </a:rPr>
              <a:t>64</a:t>
            </a:r>
            <a:r>
              <a:rPr lang="en-US" sz="800" b="1" dirty="0">
                <a:latin typeface="Consolas" panose="020B0609020204030204" pitchFamily="49" charset="0"/>
              </a:rPr>
              <a:t>_15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2B3CE40-C611-4621-8FD1-586F188F10DA}"/>
              </a:ext>
            </a:extLst>
          </p:cNvPr>
          <p:cNvSpPr/>
          <p:nvPr/>
        </p:nvSpPr>
        <p:spPr>
          <a:xfrm>
            <a:off x="573099" y="6617818"/>
            <a:ext cx="7565062" cy="21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800" b="1" dirty="0">
                <a:latin typeface="Consolas" panose="020B0609020204030204" pitchFamily="49" charset="0"/>
              </a:rPr>
              <a:t>W</a:t>
            </a:r>
            <a:r>
              <a:rPr lang="en-US" altLang="zh-CN" sz="800" b="1" dirty="0">
                <a:latin typeface="Consolas" panose="020B0609020204030204" pitchFamily="49" charset="0"/>
              </a:rPr>
              <a:t>128</a:t>
            </a:r>
            <a:r>
              <a:rPr lang="en-US" sz="800" b="1" dirty="0">
                <a:latin typeface="Consolas" panose="020B0609020204030204" pitchFamily="49" charset="0"/>
              </a:rPr>
              <a:t>_0, W</a:t>
            </a:r>
            <a:r>
              <a:rPr lang="en-US" altLang="zh-CN" sz="800" b="1" dirty="0">
                <a:latin typeface="Consolas" panose="020B0609020204030204" pitchFamily="49" charset="0"/>
              </a:rPr>
              <a:t>128</a:t>
            </a:r>
            <a:r>
              <a:rPr lang="en-US" sz="800" b="1" dirty="0">
                <a:latin typeface="Consolas" panose="020B0609020204030204" pitchFamily="49" charset="0"/>
              </a:rPr>
              <a:t>_8, W</a:t>
            </a:r>
            <a:r>
              <a:rPr lang="en-US" altLang="zh-CN" sz="800" b="1" dirty="0">
                <a:latin typeface="Consolas" panose="020B0609020204030204" pitchFamily="49" charset="0"/>
              </a:rPr>
              <a:t>128</a:t>
            </a:r>
            <a:r>
              <a:rPr lang="en-US" sz="800" b="1" dirty="0">
                <a:latin typeface="Consolas" panose="020B0609020204030204" pitchFamily="49" charset="0"/>
              </a:rPr>
              <a:t>_4, W</a:t>
            </a:r>
            <a:r>
              <a:rPr lang="en-US" altLang="zh-CN" sz="800" b="1" dirty="0">
                <a:latin typeface="Consolas" panose="020B0609020204030204" pitchFamily="49" charset="0"/>
              </a:rPr>
              <a:t>128</a:t>
            </a:r>
            <a:r>
              <a:rPr lang="en-US" sz="800" b="1" dirty="0">
                <a:latin typeface="Consolas" panose="020B0609020204030204" pitchFamily="49" charset="0"/>
              </a:rPr>
              <a:t>_12, W</a:t>
            </a:r>
            <a:r>
              <a:rPr lang="en-US" altLang="zh-CN" sz="800" b="1" dirty="0">
                <a:latin typeface="Consolas" panose="020B0609020204030204" pitchFamily="49" charset="0"/>
              </a:rPr>
              <a:t>128</a:t>
            </a:r>
            <a:r>
              <a:rPr lang="en-US" sz="800" b="1" dirty="0">
                <a:latin typeface="Consolas" panose="020B0609020204030204" pitchFamily="49" charset="0"/>
              </a:rPr>
              <a:t>_2, W</a:t>
            </a:r>
            <a:r>
              <a:rPr lang="en-US" altLang="zh-CN" sz="800" b="1" dirty="0">
                <a:latin typeface="Consolas" panose="020B0609020204030204" pitchFamily="49" charset="0"/>
              </a:rPr>
              <a:t>128</a:t>
            </a:r>
            <a:r>
              <a:rPr lang="en-US" sz="800" b="1" dirty="0">
                <a:latin typeface="Consolas" panose="020B0609020204030204" pitchFamily="49" charset="0"/>
              </a:rPr>
              <a:t>_10, W</a:t>
            </a:r>
            <a:r>
              <a:rPr lang="en-US" altLang="zh-CN" sz="800" b="1" dirty="0">
                <a:latin typeface="Consolas" panose="020B0609020204030204" pitchFamily="49" charset="0"/>
              </a:rPr>
              <a:t>128</a:t>
            </a:r>
            <a:r>
              <a:rPr lang="en-US" sz="800" b="1" dirty="0">
                <a:latin typeface="Consolas" panose="020B0609020204030204" pitchFamily="49" charset="0"/>
              </a:rPr>
              <a:t>_6, W</a:t>
            </a:r>
            <a:r>
              <a:rPr lang="en-US" altLang="zh-CN" sz="800" b="1" dirty="0">
                <a:latin typeface="Consolas" panose="020B0609020204030204" pitchFamily="49" charset="0"/>
              </a:rPr>
              <a:t>128</a:t>
            </a:r>
            <a:r>
              <a:rPr lang="en-US" sz="800" b="1" dirty="0">
                <a:latin typeface="Consolas" panose="020B0609020204030204" pitchFamily="49" charset="0"/>
              </a:rPr>
              <a:t>_14, W</a:t>
            </a:r>
            <a:r>
              <a:rPr lang="en-US" altLang="zh-CN" sz="800" b="1" dirty="0">
                <a:latin typeface="Consolas" panose="020B0609020204030204" pitchFamily="49" charset="0"/>
              </a:rPr>
              <a:t>128</a:t>
            </a:r>
            <a:r>
              <a:rPr lang="en-US" sz="800" b="1" dirty="0">
                <a:latin typeface="Consolas" panose="020B0609020204030204" pitchFamily="49" charset="0"/>
              </a:rPr>
              <a:t>_1, W</a:t>
            </a:r>
            <a:r>
              <a:rPr lang="en-US" altLang="zh-CN" sz="800" b="1" dirty="0">
                <a:latin typeface="Consolas" panose="020B0609020204030204" pitchFamily="49" charset="0"/>
              </a:rPr>
              <a:t>128</a:t>
            </a:r>
            <a:r>
              <a:rPr lang="en-US" sz="800" b="1" dirty="0">
                <a:latin typeface="Consolas" panose="020B0609020204030204" pitchFamily="49" charset="0"/>
              </a:rPr>
              <a:t>_9, W</a:t>
            </a:r>
            <a:r>
              <a:rPr lang="en-US" altLang="zh-CN" sz="800" b="1" dirty="0">
                <a:latin typeface="Consolas" panose="020B0609020204030204" pitchFamily="49" charset="0"/>
              </a:rPr>
              <a:t>128</a:t>
            </a:r>
            <a:r>
              <a:rPr lang="en-US" sz="800" b="1" dirty="0">
                <a:latin typeface="Consolas" panose="020B0609020204030204" pitchFamily="49" charset="0"/>
              </a:rPr>
              <a:t>_5, W</a:t>
            </a:r>
            <a:r>
              <a:rPr lang="en-US" altLang="zh-CN" sz="800" b="1" dirty="0">
                <a:latin typeface="Consolas" panose="020B0609020204030204" pitchFamily="49" charset="0"/>
              </a:rPr>
              <a:t>128</a:t>
            </a:r>
            <a:r>
              <a:rPr lang="en-US" sz="800" b="1" dirty="0">
                <a:latin typeface="Consolas" panose="020B0609020204030204" pitchFamily="49" charset="0"/>
              </a:rPr>
              <a:t>_13, W</a:t>
            </a:r>
            <a:r>
              <a:rPr lang="en-US" altLang="zh-CN" sz="800" b="1" dirty="0">
                <a:latin typeface="Consolas" panose="020B0609020204030204" pitchFamily="49" charset="0"/>
              </a:rPr>
              <a:t>128</a:t>
            </a:r>
            <a:r>
              <a:rPr lang="en-US" sz="800" b="1" dirty="0">
                <a:latin typeface="Consolas" panose="020B0609020204030204" pitchFamily="49" charset="0"/>
              </a:rPr>
              <a:t>_3, W</a:t>
            </a:r>
            <a:r>
              <a:rPr lang="en-US" altLang="zh-CN" sz="800" b="1" dirty="0">
                <a:latin typeface="Consolas" panose="020B0609020204030204" pitchFamily="49" charset="0"/>
              </a:rPr>
              <a:t>128</a:t>
            </a:r>
            <a:r>
              <a:rPr lang="en-US" sz="800" b="1" dirty="0">
                <a:latin typeface="Consolas" panose="020B0609020204030204" pitchFamily="49" charset="0"/>
              </a:rPr>
              <a:t>_11, W</a:t>
            </a:r>
            <a:r>
              <a:rPr lang="en-US" altLang="zh-CN" sz="800" b="1" dirty="0">
                <a:latin typeface="Consolas" panose="020B0609020204030204" pitchFamily="49" charset="0"/>
              </a:rPr>
              <a:t>128</a:t>
            </a:r>
            <a:r>
              <a:rPr lang="en-US" sz="800" b="1" dirty="0">
                <a:latin typeface="Consolas" panose="020B0609020204030204" pitchFamily="49" charset="0"/>
              </a:rPr>
              <a:t>_7, W</a:t>
            </a:r>
            <a:r>
              <a:rPr lang="en-US" altLang="zh-CN" sz="800" b="1" dirty="0">
                <a:latin typeface="Consolas" panose="020B0609020204030204" pitchFamily="49" charset="0"/>
              </a:rPr>
              <a:t>128</a:t>
            </a:r>
            <a:r>
              <a:rPr lang="en-US" sz="800" b="1" dirty="0">
                <a:latin typeface="Consolas" panose="020B0609020204030204" pitchFamily="49" charset="0"/>
              </a:rPr>
              <a:t>_15</a:t>
            </a:r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16541856-E4AA-49EB-97E6-036CB669BC07}"/>
              </a:ext>
            </a:extLst>
          </p:cNvPr>
          <p:cNvCxnSpPr>
            <a:cxnSpLocks/>
            <a:stCxn id="90" idx="1"/>
            <a:endCxn id="134" idx="1"/>
          </p:cNvCxnSpPr>
          <p:nvPr/>
        </p:nvCxnSpPr>
        <p:spPr>
          <a:xfrm rot="10800000">
            <a:off x="358330" y="4141011"/>
            <a:ext cx="82377" cy="2126732"/>
          </a:xfrm>
          <a:prstGeom prst="bentConnector3">
            <a:avLst>
              <a:gd name="adj1" fmla="val 3775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07D924D0-2632-4AB3-BFAC-A3582855E181}"/>
              </a:ext>
            </a:extLst>
          </p:cNvPr>
          <p:cNvCxnSpPr>
            <a:cxnSpLocks/>
            <a:stCxn id="91" idx="1"/>
            <a:endCxn id="135" idx="1"/>
          </p:cNvCxnSpPr>
          <p:nvPr/>
        </p:nvCxnSpPr>
        <p:spPr>
          <a:xfrm rot="10800000">
            <a:off x="367232" y="4468661"/>
            <a:ext cx="148110" cy="2031417"/>
          </a:xfrm>
          <a:prstGeom prst="bentConnector3">
            <a:avLst>
              <a:gd name="adj1" fmla="val 2226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089A3E57-E2F9-4125-82BA-3768D4E0D40B}"/>
              </a:ext>
            </a:extLst>
          </p:cNvPr>
          <p:cNvCxnSpPr>
            <a:cxnSpLocks/>
            <a:stCxn id="92" idx="1"/>
            <a:endCxn id="136" idx="1"/>
          </p:cNvCxnSpPr>
          <p:nvPr/>
        </p:nvCxnSpPr>
        <p:spPr>
          <a:xfrm rot="10800000">
            <a:off x="367233" y="4819226"/>
            <a:ext cx="205867" cy="1906314"/>
          </a:xfrm>
          <a:prstGeom prst="bentConnector3">
            <a:avLst>
              <a:gd name="adj1" fmla="val 1616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0" name="Table 31">
            <a:extLst>
              <a:ext uri="{FF2B5EF4-FFF2-40B4-BE49-F238E27FC236}">
                <a16:creationId xmlns:a16="http://schemas.microsoft.com/office/drawing/2014/main" id="{6AE7B733-6F8D-44CB-B562-05C99667A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873836"/>
              </p:ext>
            </p:extLst>
          </p:nvPr>
        </p:nvGraphicFramePr>
        <p:xfrm>
          <a:off x="430355" y="1459805"/>
          <a:ext cx="1458524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524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11" name="Table 31">
            <a:extLst>
              <a:ext uri="{FF2B5EF4-FFF2-40B4-BE49-F238E27FC236}">
                <a16:creationId xmlns:a16="http://schemas.microsoft.com/office/drawing/2014/main" id="{F81C0A9E-34D7-4F54-BC97-F772FE67B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410001"/>
              </p:ext>
            </p:extLst>
          </p:nvPr>
        </p:nvGraphicFramePr>
        <p:xfrm>
          <a:off x="1888879" y="1458835"/>
          <a:ext cx="1458524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524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cap="non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12" name="Table 31">
            <a:extLst>
              <a:ext uri="{FF2B5EF4-FFF2-40B4-BE49-F238E27FC236}">
                <a16:creationId xmlns:a16="http://schemas.microsoft.com/office/drawing/2014/main" id="{8EA7C995-41BE-4FEC-81BC-60D5440BAF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238739"/>
              </p:ext>
            </p:extLst>
          </p:nvPr>
        </p:nvGraphicFramePr>
        <p:xfrm>
          <a:off x="3347404" y="1458835"/>
          <a:ext cx="1484521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521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13" name="Table 31">
            <a:extLst>
              <a:ext uri="{FF2B5EF4-FFF2-40B4-BE49-F238E27FC236}">
                <a16:creationId xmlns:a16="http://schemas.microsoft.com/office/drawing/2014/main" id="{49227364-20D2-48BA-A330-25A068D79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000182"/>
              </p:ext>
            </p:extLst>
          </p:nvPr>
        </p:nvGraphicFramePr>
        <p:xfrm>
          <a:off x="4831925" y="1458835"/>
          <a:ext cx="1460500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14" name="Table 31">
            <a:extLst>
              <a:ext uri="{FF2B5EF4-FFF2-40B4-BE49-F238E27FC236}">
                <a16:creationId xmlns:a16="http://schemas.microsoft.com/office/drawing/2014/main" id="{208A9044-B4AC-4D3B-924C-375BE880B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605201"/>
              </p:ext>
            </p:extLst>
          </p:nvPr>
        </p:nvGraphicFramePr>
        <p:xfrm>
          <a:off x="6292426" y="1464441"/>
          <a:ext cx="1465272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527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15" name="Table 31">
            <a:extLst>
              <a:ext uri="{FF2B5EF4-FFF2-40B4-BE49-F238E27FC236}">
                <a16:creationId xmlns:a16="http://schemas.microsoft.com/office/drawing/2014/main" id="{66ABA06E-8283-4642-BC94-6DFCD94C8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71112"/>
              </p:ext>
            </p:extLst>
          </p:nvPr>
        </p:nvGraphicFramePr>
        <p:xfrm>
          <a:off x="7757699" y="1463471"/>
          <a:ext cx="1472998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998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>
                          <a:solidFill>
                            <a:schemeClr val="tx1"/>
                          </a:solidFill>
                        </a:rPr>
                        <a:t>0…15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/>
                        <a:t>  </a:t>
                      </a:r>
                      <a:r>
                        <a:rPr lang="en-US" sz="700" baseline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</a:t>
                      </a:r>
                      <a:endParaRPr lang="en-US" sz="700" baseline="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/>
                        <a:t>0…15</a:t>
                      </a:r>
                      <a:endParaRPr lang="en-US" sz="700" b="1" baseline="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  <a:endParaRPr lang="en-US" sz="700" baseline="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/>
                        <a:t>0…15</a:t>
                      </a:r>
                      <a:endParaRPr lang="en-US" sz="700" b="1" baseline="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  <a:endParaRPr lang="en-US" sz="700" baseline="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/>
                        <a:t>0…15</a:t>
                      </a:r>
                      <a:endParaRPr lang="en-US" sz="700" b="1" baseline="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16" name="Table 31">
            <a:extLst>
              <a:ext uri="{FF2B5EF4-FFF2-40B4-BE49-F238E27FC236}">
                <a16:creationId xmlns:a16="http://schemas.microsoft.com/office/drawing/2014/main" id="{2D06BDD7-8704-4240-A76C-94E6B6232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276480"/>
              </p:ext>
            </p:extLst>
          </p:nvPr>
        </p:nvGraphicFramePr>
        <p:xfrm>
          <a:off x="9222972" y="1463471"/>
          <a:ext cx="1472999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99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17" name="Table 31">
            <a:extLst>
              <a:ext uri="{FF2B5EF4-FFF2-40B4-BE49-F238E27FC236}">
                <a16:creationId xmlns:a16="http://schemas.microsoft.com/office/drawing/2014/main" id="{0A17B32D-27A9-4141-977F-AB9EB6FEE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455463"/>
              </p:ext>
            </p:extLst>
          </p:nvPr>
        </p:nvGraphicFramePr>
        <p:xfrm>
          <a:off x="10695970" y="1463471"/>
          <a:ext cx="1458525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525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18" name="Table 31">
            <a:extLst>
              <a:ext uri="{FF2B5EF4-FFF2-40B4-BE49-F238E27FC236}">
                <a16:creationId xmlns:a16="http://schemas.microsoft.com/office/drawing/2014/main" id="{FB0D8B0E-3A4D-4F51-9D38-094BED700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733680"/>
              </p:ext>
            </p:extLst>
          </p:nvPr>
        </p:nvGraphicFramePr>
        <p:xfrm>
          <a:off x="426981" y="3821389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19" name="Table 31">
            <a:extLst>
              <a:ext uri="{FF2B5EF4-FFF2-40B4-BE49-F238E27FC236}">
                <a16:creationId xmlns:a16="http://schemas.microsoft.com/office/drawing/2014/main" id="{9E053C9A-3A03-4677-8467-46903230A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383363"/>
              </p:ext>
            </p:extLst>
          </p:nvPr>
        </p:nvGraphicFramePr>
        <p:xfrm>
          <a:off x="1155081" y="3821389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20" name="Table 31">
            <a:extLst>
              <a:ext uri="{FF2B5EF4-FFF2-40B4-BE49-F238E27FC236}">
                <a16:creationId xmlns:a16="http://schemas.microsoft.com/office/drawing/2014/main" id="{F8C400C5-4F77-49CD-90D1-7CC89A9D0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611663"/>
              </p:ext>
            </p:extLst>
          </p:nvPr>
        </p:nvGraphicFramePr>
        <p:xfrm>
          <a:off x="1882443" y="3821389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21" name="Table 31">
            <a:extLst>
              <a:ext uri="{FF2B5EF4-FFF2-40B4-BE49-F238E27FC236}">
                <a16:creationId xmlns:a16="http://schemas.microsoft.com/office/drawing/2014/main" id="{2EE3F546-9729-45CD-86BE-432055AC7A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294654"/>
              </p:ext>
            </p:extLst>
          </p:nvPr>
        </p:nvGraphicFramePr>
        <p:xfrm>
          <a:off x="2610543" y="3821389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22" name="Table 31">
            <a:extLst>
              <a:ext uri="{FF2B5EF4-FFF2-40B4-BE49-F238E27FC236}">
                <a16:creationId xmlns:a16="http://schemas.microsoft.com/office/drawing/2014/main" id="{D5F681FF-12D0-4366-AC72-244225A71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944415"/>
              </p:ext>
            </p:extLst>
          </p:nvPr>
        </p:nvGraphicFramePr>
        <p:xfrm>
          <a:off x="3347403" y="3809763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23" name="Table 31">
            <a:extLst>
              <a:ext uri="{FF2B5EF4-FFF2-40B4-BE49-F238E27FC236}">
                <a16:creationId xmlns:a16="http://schemas.microsoft.com/office/drawing/2014/main" id="{40F716EF-815F-4256-86B0-D48E49C60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827110"/>
              </p:ext>
            </p:extLst>
          </p:nvPr>
        </p:nvGraphicFramePr>
        <p:xfrm>
          <a:off x="4075503" y="3809763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24" name="Table 31">
            <a:extLst>
              <a:ext uri="{FF2B5EF4-FFF2-40B4-BE49-F238E27FC236}">
                <a16:creationId xmlns:a16="http://schemas.microsoft.com/office/drawing/2014/main" id="{D0E3989E-861B-46CA-B6D1-35559E279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457332"/>
              </p:ext>
            </p:extLst>
          </p:nvPr>
        </p:nvGraphicFramePr>
        <p:xfrm>
          <a:off x="4833901" y="3806426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25" name="Table 31">
            <a:extLst>
              <a:ext uri="{FF2B5EF4-FFF2-40B4-BE49-F238E27FC236}">
                <a16:creationId xmlns:a16="http://schemas.microsoft.com/office/drawing/2014/main" id="{B04985B8-B7E1-4699-AC63-E9063965C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395161"/>
              </p:ext>
            </p:extLst>
          </p:nvPr>
        </p:nvGraphicFramePr>
        <p:xfrm>
          <a:off x="5562001" y="3806426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26" name="Table 31">
            <a:extLst>
              <a:ext uri="{FF2B5EF4-FFF2-40B4-BE49-F238E27FC236}">
                <a16:creationId xmlns:a16="http://schemas.microsoft.com/office/drawing/2014/main" id="{691D1540-F520-421D-9F49-91553736E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598569"/>
              </p:ext>
            </p:extLst>
          </p:nvPr>
        </p:nvGraphicFramePr>
        <p:xfrm>
          <a:off x="6305039" y="3806426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27" name="Table 31">
            <a:extLst>
              <a:ext uri="{FF2B5EF4-FFF2-40B4-BE49-F238E27FC236}">
                <a16:creationId xmlns:a16="http://schemas.microsoft.com/office/drawing/2014/main" id="{9897C693-670C-494B-8155-F7F542FCD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281572"/>
              </p:ext>
            </p:extLst>
          </p:nvPr>
        </p:nvGraphicFramePr>
        <p:xfrm>
          <a:off x="7033139" y="3806426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28" name="Table 31">
            <a:extLst>
              <a:ext uri="{FF2B5EF4-FFF2-40B4-BE49-F238E27FC236}">
                <a16:creationId xmlns:a16="http://schemas.microsoft.com/office/drawing/2014/main" id="{DCEE61CA-99CC-4E94-8113-687786B45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565954"/>
              </p:ext>
            </p:extLst>
          </p:nvPr>
        </p:nvGraphicFramePr>
        <p:xfrm>
          <a:off x="7776177" y="3806426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29" name="Table 128">
            <a:extLst>
              <a:ext uri="{FF2B5EF4-FFF2-40B4-BE49-F238E27FC236}">
                <a16:creationId xmlns:a16="http://schemas.microsoft.com/office/drawing/2014/main" id="{3F6FD5A9-6CF0-46C7-B122-6F229D9FB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654289"/>
              </p:ext>
            </p:extLst>
          </p:nvPr>
        </p:nvGraphicFramePr>
        <p:xfrm>
          <a:off x="8504277" y="3806426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30" name="Table 31">
            <a:extLst>
              <a:ext uri="{FF2B5EF4-FFF2-40B4-BE49-F238E27FC236}">
                <a16:creationId xmlns:a16="http://schemas.microsoft.com/office/drawing/2014/main" id="{3687B53C-6D3D-4E7E-81A9-2B7ED2280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277384"/>
              </p:ext>
            </p:extLst>
          </p:nvPr>
        </p:nvGraphicFramePr>
        <p:xfrm>
          <a:off x="9247315" y="3806426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31" name="Table 31">
            <a:extLst>
              <a:ext uri="{FF2B5EF4-FFF2-40B4-BE49-F238E27FC236}">
                <a16:creationId xmlns:a16="http://schemas.microsoft.com/office/drawing/2014/main" id="{83423D4A-39E6-4847-B8D0-921035358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247299"/>
              </p:ext>
            </p:extLst>
          </p:nvPr>
        </p:nvGraphicFramePr>
        <p:xfrm>
          <a:off x="9975415" y="3806426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32" name="Table 31">
            <a:extLst>
              <a:ext uri="{FF2B5EF4-FFF2-40B4-BE49-F238E27FC236}">
                <a16:creationId xmlns:a16="http://schemas.microsoft.com/office/drawing/2014/main" id="{62D60A77-21EE-4AB8-9C64-BA98DF1DB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334849"/>
              </p:ext>
            </p:extLst>
          </p:nvPr>
        </p:nvGraphicFramePr>
        <p:xfrm>
          <a:off x="10695970" y="3806426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33" name="Table 31">
            <a:extLst>
              <a:ext uri="{FF2B5EF4-FFF2-40B4-BE49-F238E27FC236}">
                <a16:creationId xmlns:a16="http://schemas.microsoft.com/office/drawing/2014/main" id="{50E9CE9B-DEB8-49BE-82B0-253A34859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390040"/>
              </p:ext>
            </p:extLst>
          </p:nvPr>
        </p:nvGraphicFramePr>
        <p:xfrm>
          <a:off x="11424070" y="3806426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sp>
        <p:nvSpPr>
          <p:cNvPr id="134" name="Rectangle 133">
            <a:extLst>
              <a:ext uri="{FF2B5EF4-FFF2-40B4-BE49-F238E27FC236}">
                <a16:creationId xmlns:a16="http://schemas.microsoft.com/office/drawing/2014/main" id="{BC5CA50A-7320-453E-924B-0953CFF400B2}"/>
              </a:ext>
            </a:extLst>
          </p:cNvPr>
          <p:cNvSpPr/>
          <p:nvPr/>
        </p:nvSpPr>
        <p:spPr>
          <a:xfrm>
            <a:off x="358329" y="4050266"/>
            <a:ext cx="11824768" cy="1814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03C3E617-8D6E-47E7-AFFA-B26A563ED1DA}"/>
              </a:ext>
            </a:extLst>
          </p:cNvPr>
          <p:cNvSpPr/>
          <p:nvPr/>
        </p:nvSpPr>
        <p:spPr>
          <a:xfrm>
            <a:off x="367232" y="4368300"/>
            <a:ext cx="11824768" cy="200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16AC2BA-305F-4974-A219-E8E24FE22565}"/>
              </a:ext>
            </a:extLst>
          </p:cNvPr>
          <p:cNvSpPr/>
          <p:nvPr/>
        </p:nvSpPr>
        <p:spPr>
          <a:xfrm>
            <a:off x="367232" y="4697306"/>
            <a:ext cx="11824768" cy="2438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9" name="Table 7">
            <a:extLst>
              <a:ext uri="{FF2B5EF4-FFF2-40B4-BE49-F238E27FC236}">
                <a16:creationId xmlns:a16="http://schemas.microsoft.com/office/drawing/2014/main" id="{D790C3DA-5D6B-4C89-83B9-C19FDEE75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105872"/>
              </p:ext>
            </p:extLst>
          </p:nvPr>
        </p:nvGraphicFramePr>
        <p:xfrm>
          <a:off x="439595" y="5688942"/>
          <a:ext cx="11730888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0888">
                  <a:extLst>
                    <a:ext uri="{9D8B030D-6E8A-4147-A177-3AD203B41FA5}">
                      <a16:colId xmlns:a16="http://schemas.microsoft.com/office/drawing/2014/main" val="3197775966"/>
                    </a:ext>
                  </a:extLst>
                </a:gridCol>
              </a:tblGrid>
              <a:tr h="126475"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0,64,32,96,16,80,48,112,   8,72,40,104,24,88,56,120,   ... (brev_128)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67334"/>
                  </a:ext>
                </a:extLst>
              </a:tr>
            </a:tbl>
          </a:graphicData>
        </a:graphic>
      </p:graphicFrame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F0B04C61-617A-4153-A980-4812663EAD78}"/>
              </a:ext>
            </a:extLst>
          </p:cNvPr>
          <p:cNvCxnSpPr>
            <a:cxnSpLocks/>
            <a:endCxn id="139" idx="0"/>
          </p:cNvCxnSpPr>
          <p:nvPr/>
        </p:nvCxnSpPr>
        <p:spPr>
          <a:xfrm>
            <a:off x="6305039" y="5511403"/>
            <a:ext cx="0" cy="17753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8A99D353-D1DD-489D-8FC1-1C0137F9E71A}"/>
              </a:ext>
            </a:extLst>
          </p:cNvPr>
          <p:cNvSpPr txBox="1"/>
          <p:nvPr/>
        </p:nvSpPr>
        <p:spPr>
          <a:xfrm>
            <a:off x="5153403" y="5445733"/>
            <a:ext cx="15940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Bit-reverse</a:t>
            </a:r>
            <a:endParaRPr lang="en-US" sz="105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A91562E-F74E-466B-8864-53907411C9CD}"/>
              </a:ext>
            </a:extLst>
          </p:cNvPr>
          <p:cNvSpPr txBox="1"/>
          <p:nvPr/>
        </p:nvSpPr>
        <p:spPr>
          <a:xfrm>
            <a:off x="8183034" y="6222260"/>
            <a:ext cx="29773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050" b="1" baseline="30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nd</a:t>
            </a:r>
            <a:r>
              <a:rPr lang="zh-CN" altLang="en-US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stage,</a:t>
            </a:r>
            <a:r>
              <a:rPr lang="zh-CN" altLang="en-US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omega</a:t>
            </a:r>
            <a:r>
              <a:rPr lang="zh-CN" altLang="en-US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need to multiply a shift value per group(16 groups)</a:t>
            </a:r>
            <a:endParaRPr lang="en-US" sz="105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795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730C92-800E-47C0-BB25-C52152CE2441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appendix</a:t>
            </a:r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4F90C4A0-5FCC-4E08-B151-2E26C92CBEED}"/>
              </a:ext>
            </a:extLst>
          </p:cNvPr>
          <p:cNvGraphicFramePr>
            <a:graphicFrameLocks noGrp="1"/>
          </p:cNvGraphicFramePr>
          <p:nvPr/>
        </p:nvGraphicFramePr>
        <p:xfrm>
          <a:off x="426981" y="686166"/>
          <a:ext cx="11730888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361">
                  <a:extLst>
                    <a:ext uri="{9D8B030D-6E8A-4147-A177-3AD203B41FA5}">
                      <a16:colId xmlns:a16="http://schemas.microsoft.com/office/drawing/2014/main" val="3197775966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656914192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04333941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860938879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304240758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932907187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63301200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927478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0...15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16...31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32...47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48...63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64...79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80...95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96...111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112...127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67334"/>
                  </a:ext>
                </a:extLst>
              </a:tr>
            </a:tbl>
          </a:graphicData>
        </a:graphic>
      </p:graphicFrame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246FC1C5-4F4B-4C6D-A29E-A8A067C422A0}"/>
              </a:ext>
            </a:extLst>
          </p:cNvPr>
          <p:cNvGraphicFramePr>
            <a:graphicFrameLocks noGrp="1"/>
          </p:cNvGraphicFramePr>
          <p:nvPr/>
        </p:nvGraphicFramePr>
        <p:xfrm>
          <a:off x="426981" y="1204919"/>
          <a:ext cx="11730888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361">
                  <a:extLst>
                    <a:ext uri="{9D8B030D-6E8A-4147-A177-3AD203B41FA5}">
                      <a16:colId xmlns:a16="http://schemas.microsoft.com/office/drawing/2014/main" val="3197775966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656914192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04333941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860938879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304240758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932907187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63301200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927478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0,8,16,...,112,120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1,9,17,...,113,121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2,10,18,...,114,122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3,11,19,...,115,123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4,12,20,...,116,124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5,13,21,...,117,125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6,14,22,...,118,126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7,15,23,...,119,127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6733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D80C56F-4F85-4DE5-A82E-F16DC509A38B}"/>
              </a:ext>
            </a:extLst>
          </p:cNvPr>
          <p:cNvSpPr txBox="1"/>
          <p:nvPr/>
        </p:nvSpPr>
        <p:spPr>
          <a:xfrm>
            <a:off x="4620183" y="951003"/>
            <a:ext cx="15940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stride 8 sub-tile</a:t>
            </a:r>
            <a:endParaRPr lang="en-US" sz="105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454701-3B3A-475B-929D-950D781CC129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6292425" y="930006"/>
            <a:ext cx="0" cy="2749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A4E07372-84AE-40B2-BE06-7C7ADB704ACF}"/>
              </a:ext>
            </a:extLst>
          </p:cNvPr>
          <p:cNvGraphicFramePr>
            <a:graphicFrameLocks noGrp="1"/>
          </p:cNvGraphicFramePr>
          <p:nvPr/>
        </p:nvGraphicFramePr>
        <p:xfrm>
          <a:off x="430355" y="3566984"/>
          <a:ext cx="11730896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81">
                  <a:extLst>
                    <a:ext uri="{9D8B030D-6E8A-4147-A177-3AD203B41FA5}">
                      <a16:colId xmlns:a16="http://schemas.microsoft.com/office/drawing/2014/main" val="3197775966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80506402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656914192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727434945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104333941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3771859277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860938879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59038671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304240758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740659037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932907187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075258474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163301200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025996304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927478272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38618770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0...7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64...71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32...39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96...111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16...23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80...87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48...55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112...119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8...15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72...79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40...47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104...111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24...31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88...95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56...83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120...127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67334"/>
                  </a:ext>
                </a:extLst>
              </a:tr>
            </a:tbl>
          </a:graphicData>
        </a:graphic>
      </p:graphicFrame>
      <p:graphicFrame>
        <p:nvGraphicFramePr>
          <p:cNvPr id="10" name="Table 31">
            <a:extLst>
              <a:ext uri="{FF2B5EF4-FFF2-40B4-BE49-F238E27FC236}">
                <a16:creationId xmlns:a16="http://schemas.microsoft.com/office/drawing/2014/main" id="{8B5BAE28-E1F3-4F02-9A76-361F8FB3DCFF}"/>
              </a:ext>
            </a:extLst>
          </p:cNvPr>
          <p:cNvGraphicFramePr>
            <a:graphicFrameLocks noGrp="1"/>
          </p:cNvGraphicFramePr>
          <p:nvPr/>
        </p:nvGraphicFramePr>
        <p:xfrm>
          <a:off x="430355" y="1459805"/>
          <a:ext cx="1458524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524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1" name="Table 31">
            <a:extLst>
              <a:ext uri="{FF2B5EF4-FFF2-40B4-BE49-F238E27FC236}">
                <a16:creationId xmlns:a16="http://schemas.microsoft.com/office/drawing/2014/main" id="{4DE43041-18D9-4055-AB26-6E2EB374E55C}"/>
              </a:ext>
            </a:extLst>
          </p:cNvPr>
          <p:cNvGraphicFramePr>
            <a:graphicFrameLocks noGrp="1"/>
          </p:cNvGraphicFramePr>
          <p:nvPr/>
        </p:nvGraphicFramePr>
        <p:xfrm>
          <a:off x="1888879" y="1458835"/>
          <a:ext cx="1458524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524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cap="non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2" name="Table 31">
            <a:extLst>
              <a:ext uri="{FF2B5EF4-FFF2-40B4-BE49-F238E27FC236}">
                <a16:creationId xmlns:a16="http://schemas.microsoft.com/office/drawing/2014/main" id="{E4BE8D55-2681-4012-87D2-7CF9C1950F66}"/>
              </a:ext>
            </a:extLst>
          </p:cNvPr>
          <p:cNvGraphicFramePr>
            <a:graphicFrameLocks noGrp="1"/>
          </p:cNvGraphicFramePr>
          <p:nvPr/>
        </p:nvGraphicFramePr>
        <p:xfrm>
          <a:off x="3347404" y="1458835"/>
          <a:ext cx="1484521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521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3" name="Table 31">
            <a:extLst>
              <a:ext uri="{FF2B5EF4-FFF2-40B4-BE49-F238E27FC236}">
                <a16:creationId xmlns:a16="http://schemas.microsoft.com/office/drawing/2014/main" id="{235FA666-79A1-46EF-AB01-A1D8A304C969}"/>
              </a:ext>
            </a:extLst>
          </p:cNvPr>
          <p:cNvGraphicFramePr>
            <a:graphicFrameLocks noGrp="1"/>
          </p:cNvGraphicFramePr>
          <p:nvPr/>
        </p:nvGraphicFramePr>
        <p:xfrm>
          <a:off x="4831925" y="1458835"/>
          <a:ext cx="1460500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4" name="Table 31">
            <a:extLst>
              <a:ext uri="{FF2B5EF4-FFF2-40B4-BE49-F238E27FC236}">
                <a16:creationId xmlns:a16="http://schemas.microsoft.com/office/drawing/2014/main" id="{BA5DFB18-85BF-4F25-8434-EE15C5E58103}"/>
              </a:ext>
            </a:extLst>
          </p:cNvPr>
          <p:cNvGraphicFramePr>
            <a:graphicFrameLocks noGrp="1"/>
          </p:cNvGraphicFramePr>
          <p:nvPr/>
        </p:nvGraphicFramePr>
        <p:xfrm>
          <a:off x="6292426" y="1464441"/>
          <a:ext cx="1465272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527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5" name="Table 31">
            <a:extLst>
              <a:ext uri="{FF2B5EF4-FFF2-40B4-BE49-F238E27FC236}">
                <a16:creationId xmlns:a16="http://schemas.microsoft.com/office/drawing/2014/main" id="{D957AFF8-BF63-4D1E-821A-7FF00BEE48BF}"/>
              </a:ext>
            </a:extLst>
          </p:cNvPr>
          <p:cNvGraphicFramePr>
            <a:graphicFrameLocks noGrp="1"/>
          </p:cNvGraphicFramePr>
          <p:nvPr/>
        </p:nvGraphicFramePr>
        <p:xfrm>
          <a:off x="7757699" y="1463471"/>
          <a:ext cx="1472998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998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>
                          <a:solidFill>
                            <a:schemeClr val="tx1"/>
                          </a:solidFill>
                        </a:rPr>
                        <a:t>0…15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/>
                        <a:t>  </a:t>
                      </a:r>
                      <a:r>
                        <a:rPr lang="en-US" sz="700" baseline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</a:t>
                      </a:r>
                      <a:endParaRPr lang="en-US" sz="700" baseline="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/>
                        <a:t>0…15</a:t>
                      </a:r>
                      <a:endParaRPr lang="en-US" sz="700" b="1" baseline="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  <a:endParaRPr lang="en-US" sz="700" baseline="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/>
                        <a:t>0…15</a:t>
                      </a:r>
                      <a:endParaRPr lang="en-US" sz="700" b="1" baseline="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  <a:endParaRPr lang="en-US" sz="700" baseline="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/>
                        <a:t>0…15</a:t>
                      </a:r>
                      <a:endParaRPr lang="en-US" sz="700" b="1" baseline="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6" name="Table 31">
            <a:extLst>
              <a:ext uri="{FF2B5EF4-FFF2-40B4-BE49-F238E27FC236}">
                <a16:creationId xmlns:a16="http://schemas.microsoft.com/office/drawing/2014/main" id="{52411C42-5598-4EA6-9C11-95F44FB83D5C}"/>
              </a:ext>
            </a:extLst>
          </p:cNvPr>
          <p:cNvGraphicFramePr>
            <a:graphicFrameLocks noGrp="1"/>
          </p:cNvGraphicFramePr>
          <p:nvPr/>
        </p:nvGraphicFramePr>
        <p:xfrm>
          <a:off x="9222972" y="1463471"/>
          <a:ext cx="1472999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999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17" name="Table 31">
            <a:extLst>
              <a:ext uri="{FF2B5EF4-FFF2-40B4-BE49-F238E27FC236}">
                <a16:creationId xmlns:a16="http://schemas.microsoft.com/office/drawing/2014/main" id="{50EDE705-5E28-48FE-91CC-F91F9FC41479}"/>
              </a:ext>
            </a:extLst>
          </p:cNvPr>
          <p:cNvGraphicFramePr>
            <a:graphicFrameLocks noGrp="1"/>
          </p:cNvGraphicFramePr>
          <p:nvPr/>
        </p:nvGraphicFramePr>
        <p:xfrm>
          <a:off x="10695970" y="1463471"/>
          <a:ext cx="1458525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525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AD347BA-B413-4912-9DA6-38042B7AE3C6}"/>
              </a:ext>
            </a:extLst>
          </p:cNvPr>
          <p:cNvSpPr txBox="1"/>
          <p:nvPr/>
        </p:nvSpPr>
        <p:spPr>
          <a:xfrm>
            <a:off x="5096124" y="3270395"/>
            <a:ext cx="2401955" cy="261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Restore order   + </a:t>
            </a:r>
            <a:r>
              <a:rPr lang="en-US" altLang="zh-CN" sz="1050" b="1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brev_permute</a:t>
            </a:r>
            <a:endParaRPr lang="en-US" sz="105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9" name="Table 31">
            <a:extLst>
              <a:ext uri="{FF2B5EF4-FFF2-40B4-BE49-F238E27FC236}">
                <a16:creationId xmlns:a16="http://schemas.microsoft.com/office/drawing/2014/main" id="{A3A45C3D-FC4E-4B99-8F8F-E23E2CFED4C5}"/>
              </a:ext>
            </a:extLst>
          </p:cNvPr>
          <p:cNvGraphicFramePr>
            <a:graphicFrameLocks noGrp="1"/>
          </p:cNvGraphicFramePr>
          <p:nvPr/>
        </p:nvGraphicFramePr>
        <p:xfrm>
          <a:off x="426981" y="3821389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0" name="Table 31">
            <a:extLst>
              <a:ext uri="{FF2B5EF4-FFF2-40B4-BE49-F238E27FC236}">
                <a16:creationId xmlns:a16="http://schemas.microsoft.com/office/drawing/2014/main" id="{0B6357E9-C133-4620-B29B-B12915958BDC}"/>
              </a:ext>
            </a:extLst>
          </p:cNvPr>
          <p:cNvGraphicFramePr>
            <a:graphicFrameLocks noGrp="1"/>
          </p:cNvGraphicFramePr>
          <p:nvPr/>
        </p:nvGraphicFramePr>
        <p:xfrm>
          <a:off x="1155081" y="3821389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849B95F-D1C6-473F-BFF7-929BEDA5ED7B}"/>
              </a:ext>
            </a:extLst>
          </p:cNvPr>
          <p:cNvCxnSpPr>
            <a:cxnSpLocks/>
          </p:cNvCxnSpPr>
          <p:nvPr/>
        </p:nvCxnSpPr>
        <p:spPr>
          <a:xfrm>
            <a:off x="6270259" y="3259897"/>
            <a:ext cx="0" cy="2749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2" name="Table 7">
            <a:extLst>
              <a:ext uri="{FF2B5EF4-FFF2-40B4-BE49-F238E27FC236}">
                <a16:creationId xmlns:a16="http://schemas.microsoft.com/office/drawing/2014/main" id="{45FD91C8-B7DF-4B8E-9F55-025DB0E2EB23}"/>
              </a:ext>
            </a:extLst>
          </p:cNvPr>
          <p:cNvGraphicFramePr>
            <a:graphicFrameLocks noGrp="1"/>
          </p:cNvGraphicFramePr>
          <p:nvPr/>
        </p:nvGraphicFramePr>
        <p:xfrm>
          <a:off x="430355" y="2983882"/>
          <a:ext cx="11730888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361">
                  <a:extLst>
                    <a:ext uri="{9D8B030D-6E8A-4147-A177-3AD203B41FA5}">
                      <a16:colId xmlns:a16="http://schemas.microsoft.com/office/drawing/2014/main" val="3197775966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656914192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04333941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860938879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304240758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932907187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63301200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927478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0,8,16,...,112,120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1,9,17,...,113,121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2,10,18,...,114,122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3,11,19,...,115,123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4,12,20,...,116,124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5,13,21,...,117,125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6,14,22,...,118,126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7,15,23,...,119,127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67334"/>
                  </a:ext>
                </a:extLst>
              </a:tr>
            </a:tbl>
          </a:graphicData>
        </a:graphic>
      </p:graphicFrame>
      <p:graphicFrame>
        <p:nvGraphicFramePr>
          <p:cNvPr id="23" name="Table 31">
            <a:extLst>
              <a:ext uri="{FF2B5EF4-FFF2-40B4-BE49-F238E27FC236}">
                <a16:creationId xmlns:a16="http://schemas.microsoft.com/office/drawing/2014/main" id="{179C3E47-FAD3-4FA2-BA5F-969C577D4C18}"/>
              </a:ext>
            </a:extLst>
          </p:cNvPr>
          <p:cNvGraphicFramePr>
            <a:graphicFrameLocks noGrp="1"/>
          </p:cNvGraphicFramePr>
          <p:nvPr/>
        </p:nvGraphicFramePr>
        <p:xfrm>
          <a:off x="1882443" y="3821389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4" name="Table 31">
            <a:extLst>
              <a:ext uri="{FF2B5EF4-FFF2-40B4-BE49-F238E27FC236}">
                <a16:creationId xmlns:a16="http://schemas.microsoft.com/office/drawing/2014/main" id="{6B109B69-857C-4480-A933-15983E79EF03}"/>
              </a:ext>
            </a:extLst>
          </p:cNvPr>
          <p:cNvGraphicFramePr>
            <a:graphicFrameLocks noGrp="1"/>
          </p:cNvGraphicFramePr>
          <p:nvPr/>
        </p:nvGraphicFramePr>
        <p:xfrm>
          <a:off x="2610543" y="3821389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5" name="Table 31">
            <a:extLst>
              <a:ext uri="{FF2B5EF4-FFF2-40B4-BE49-F238E27FC236}">
                <a16:creationId xmlns:a16="http://schemas.microsoft.com/office/drawing/2014/main" id="{66F0A447-CBEF-4614-B6E9-B0D491906182}"/>
              </a:ext>
            </a:extLst>
          </p:cNvPr>
          <p:cNvGraphicFramePr>
            <a:graphicFrameLocks noGrp="1"/>
          </p:cNvGraphicFramePr>
          <p:nvPr/>
        </p:nvGraphicFramePr>
        <p:xfrm>
          <a:off x="3347403" y="3809763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6" name="Table 31">
            <a:extLst>
              <a:ext uri="{FF2B5EF4-FFF2-40B4-BE49-F238E27FC236}">
                <a16:creationId xmlns:a16="http://schemas.microsoft.com/office/drawing/2014/main" id="{C7AEEDC1-6026-4D92-BDC6-8A5762A0413D}"/>
              </a:ext>
            </a:extLst>
          </p:cNvPr>
          <p:cNvGraphicFramePr>
            <a:graphicFrameLocks noGrp="1"/>
          </p:cNvGraphicFramePr>
          <p:nvPr/>
        </p:nvGraphicFramePr>
        <p:xfrm>
          <a:off x="4075503" y="3809763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7" name="Table 31">
            <a:extLst>
              <a:ext uri="{FF2B5EF4-FFF2-40B4-BE49-F238E27FC236}">
                <a16:creationId xmlns:a16="http://schemas.microsoft.com/office/drawing/2014/main" id="{CF7B34AB-D694-4BE1-BA4A-75AB6F87BE76}"/>
              </a:ext>
            </a:extLst>
          </p:cNvPr>
          <p:cNvGraphicFramePr>
            <a:graphicFrameLocks noGrp="1"/>
          </p:cNvGraphicFramePr>
          <p:nvPr/>
        </p:nvGraphicFramePr>
        <p:xfrm>
          <a:off x="4833901" y="3806426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8" name="Table 31">
            <a:extLst>
              <a:ext uri="{FF2B5EF4-FFF2-40B4-BE49-F238E27FC236}">
                <a16:creationId xmlns:a16="http://schemas.microsoft.com/office/drawing/2014/main" id="{E8A6BE7B-75EC-49E7-A2B3-8DEEAAD87F98}"/>
              </a:ext>
            </a:extLst>
          </p:cNvPr>
          <p:cNvGraphicFramePr>
            <a:graphicFrameLocks noGrp="1"/>
          </p:cNvGraphicFramePr>
          <p:nvPr/>
        </p:nvGraphicFramePr>
        <p:xfrm>
          <a:off x="5562001" y="3806426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9" name="Table 31">
            <a:extLst>
              <a:ext uri="{FF2B5EF4-FFF2-40B4-BE49-F238E27FC236}">
                <a16:creationId xmlns:a16="http://schemas.microsoft.com/office/drawing/2014/main" id="{35A5E8BC-4B76-4AFE-ADFC-A6E854E2501C}"/>
              </a:ext>
            </a:extLst>
          </p:cNvPr>
          <p:cNvGraphicFramePr>
            <a:graphicFrameLocks noGrp="1"/>
          </p:cNvGraphicFramePr>
          <p:nvPr/>
        </p:nvGraphicFramePr>
        <p:xfrm>
          <a:off x="6305039" y="3806426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30" name="Table 31">
            <a:extLst>
              <a:ext uri="{FF2B5EF4-FFF2-40B4-BE49-F238E27FC236}">
                <a16:creationId xmlns:a16="http://schemas.microsoft.com/office/drawing/2014/main" id="{CA91DD4F-E7FA-4951-A678-F65F344E8CEC}"/>
              </a:ext>
            </a:extLst>
          </p:cNvPr>
          <p:cNvGraphicFramePr>
            <a:graphicFrameLocks noGrp="1"/>
          </p:cNvGraphicFramePr>
          <p:nvPr/>
        </p:nvGraphicFramePr>
        <p:xfrm>
          <a:off x="7033139" y="3806426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31" name="Table 31">
            <a:extLst>
              <a:ext uri="{FF2B5EF4-FFF2-40B4-BE49-F238E27FC236}">
                <a16:creationId xmlns:a16="http://schemas.microsoft.com/office/drawing/2014/main" id="{F054EA54-6DB3-43D1-9867-AFD50ABEF28C}"/>
              </a:ext>
            </a:extLst>
          </p:cNvPr>
          <p:cNvGraphicFramePr>
            <a:graphicFrameLocks noGrp="1"/>
          </p:cNvGraphicFramePr>
          <p:nvPr/>
        </p:nvGraphicFramePr>
        <p:xfrm>
          <a:off x="7776177" y="3806426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7761387-90C9-40C5-BD96-1BFC3D0FE4F3}"/>
              </a:ext>
            </a:extLst>
          </p:cNvPr>
          <p:cNvGraphicFramePr>
            <a:graphicFrameLocks noGrp="1"/>
          </p:cNvGraphicFramePr>
          <p:nvPr/>
        </p:nvGraphicFramePr>
        <p:xfrm>
          <a:off x="8504277" y="3806426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33" name="Table 31">
            <a:extLst>
              <a:ext uri="{FF2B5EF4-FFF2-40B4-BE49-F238E27FC236}">
                <a16:creationId xmlns:a16="http://schemas.microsoft.com/office/drawing/2014/main" id="{70EBA757-1C08-4C30-82B4-9CE933C9F8B0}"/>
              </a:ext>
            </a:extLst>
          </p:cNvPr>
          <p:cNvGraphicFramePr>
            <a:graphicFrameLocks noGrp="1"/>
          </p:cNvGraphicFramePr>
          <p:nvPr/>
        </p:nvGraphicFramePr>
        <p:xfrm>
          <a:off x="9247315" y="3806426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34" name="Table 31">
            <a:extLst>
              <a:ext uri="{FF2B5EF4-FFF2-40B4-BE49-F238E27FC236}">
                <a16:creationId xmlns:a16="http://schemas.microsoft.com/office/drawing/2014/main" id="{76FA4044-0CC3-4F82-B1AC-0793FE1EE909}"/>
              </a:ext>
            </a:extLst>
          </p:cNvPr>
          <p:cNvGraphicFramePr>
            <a:graphicFrameLocks noGrp="1"/>
          </p:cNvGraphicFramePr>
          <p:nvPr/>
        </p:nvGraphicFramePr>
        <p:xfrm>
          <a:off x="9975415" y="3806426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35" name="Table 31">
            <a:extLst>
              <a:ext uri="{FF2B5EF4-FFF2-40B4-BE49-F238E27FC236}">
                <a16:creationId xmlns:a16="http://schemas.microsoft.com/office/drawing/2014/main" id="{B530CB96-655C-478D-BFD9-215A930E7727}"/>
              </a:ext>
            </a:extLst>
          </p:cNvPr>
          <p:cNvGraphicFramePr>
            <a:graphicFrameLocks noGrp="1"/>
          </p:cNvGraphicFramePr>
          <p:nvPr/>
        </p:nvGraphicFramePr>
        <p:xfrm>
          <a:off x="10695970" y="3806426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36" name="Table 31">
            <a:extLst>
              <a:ext uri="{FF2B5EF4-FFF2-40B4-BE49-F238E27FC236}">
                <a16:creationId xmlns:a16="http://schemas.microsoft.com/office/drawing/2014/main" id="{FB06DCB4-67E5-4C7F-84F2-D4D0ED83ABA2}"/>
              </a:ext>
            </a:extLst>
          </p:cNvPr>
          <p:cNvGraphicFramePr>
            <a:graphicFrameLocks noGrp="1"/>
          </p:cNvGraphicFramePr>
          <p:nvPr/>
        </p:nvGraphicFramePr>
        <p:xfrm>
          <a:off x="11424070" y="3806426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C3AF759E-1A4A-4409-AA96-E74EA40B4CD7}"/>
              </a:ext>
            </a:extLst>
          </p:cNvPr>
          <p:cNvSpPr txBox="1"/>
          <p:nvPr/>
        </p:nvSpPr>
        <p:spPr>
          <a:xfrm>
            <a:off x="4454223" y="298176"/>
            <a:ext cx="3597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Cooley-</a:t>
            </a:r>
            <a:r>
              <a:rPr lang="en-US" sz="1600" dirty="0" err="1"/>
              <a:t>tukey</a:t>
            </a:r>
            <a:r>
              <a:rPr lang="en-US" sz="1600" dirty="0"/>
              <a:t>-r (128 </a:t>
            </a:r>
            <a:r>
              <a:rPr lang="en-US" sz="1600" dirty="0" err="1"/>
              <a:t>pt</a:t>
            </a:r>
            <a:r>
              <a:rPr lang="en-US" sz="1600" dirty="0"/>
              <a:t>),  4+3 division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61948D0-C449-45F9-A89B-304B18F4F26C}"/>
              </a:ext>
            </a:extLst>
          </p:cNvPr>
          <p:cNvSpPr/>
          <p:nvPr/>
        </p:nvSpPr>
        <p:spPr>
          <a:xfrm>
            <a:off x="358329" y="4050266"/>
            <a:ext cx="11824768" cy="1814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DFD3F48-F168-4A40-9CC2-C23A29D5AF0F}"/>
              </a:ext>
            </a:extLst>
          </p:cNvPr>
          <p:cNvSpPr/>
          <p:nvPr/>
        </p:nvSpPr>
        <p:spPr>
          <a:xfrm>
            <a:off x="367232" y="4368300"/>
            <a:ext cx="11824768" cy="200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7B717C-C872-4B3E-8265-7310A9C99514}"/>
              </a:ext>
            </a:extLst>
          </p:cNvPr>
          <p:cNvSpPr/>
          <p:nvPr/>
        </p:nvSpPr>
        <p:spPr>
          <a:xfrm>
            <a:off x="367232" y="4697306"/>
            <a:ext cx="11824768" cy="2438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9E2F08-2419-4F48-AD52-A744475044C2}"/>
              </a:ext>
            </a:extLst>
          </p:cNvPr>
          <p:cNvSpPr txBox="1"/>
          <p:nvPr/>
        </p:nvSpPr>
        <p:spPr>
          <a:xfrm>
            <a:off x="609868" y="3379555"/>
            <a:ext cx="226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endParaRPr lang="en-US" sz="105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6AC2635-3326-4143-A9D4-DFC40A44E801}"/>
              </a:ext>
            </a:extLst>
          </p:cNvPr>
          <p:cNvSpPr txBox="1"/>
          <p:nvPr/>
        </p:nvSpPr>
        <p:spPr>
          <a:xfrm>
            <a:off x="1414791" y="3380265"/>
            <a:ext cx="226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endParaRPr lang="en-US" sz="105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28D5359-0140-45C7-83AA-CF365E0F97DA}"/>
              </a:ext>
            </a:extLst>
          </p:cNvPr>
          <p:cNvSpPr txBox="1"/>
          <p:nvPr/>
        </p:nvSpPr>
        <p:spPr>
          <a:xfrm>
            <a:off x="2106218" y="3364267"/>
            <a:ext cx="226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endParaRPr lang="en-US" sz="105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DEC108-A512-4DF3-82FD-DCF606682617}"/>
              </a:ext>
            </a:extLst>
          </p:cNvPr>
          <p:cNvSpPr txBox="1"/>
          <p:nvPr/>
        </p:nvSpPr>
        <p:spPr>
          <a:xfrm>
            <a:off x="2766351" y="3379524"/>
            <a:ext cx="3730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  <a:latin typeface="Consolas" panose="020B0609020204030204" pitchFamily="49" charset="0"/>
              </a:rPr>
              <a:t>12</a:t>
            </a:r>
            <a:endParaRPr lang="en-US" sz="105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4CDA4F-F445-44C3-ABD3-3CC40EF8A9B3}"/>
              </a:ext>
            </a:extLst>
          </p:cNvPr>
          <p:cNvSpPr txBox="1"/>
          <p:nvPr/>
        </p:nvSpPr>
        <p:spPr>
          <a:xfrm>
            <a:off x="3566805" y="3374883"/>
            <a:ext cx="3730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endParaRPr lang="en-US" sz="105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9AEEAE-638E-4093-8D45-8F92FD274B7B}"/>
              </a:ext>
            </a:extLst>
          </p:cNvPr>
          <p:cNvSpPr txBox="1"/>
          <p:nvPr/>
        </p:nvSpPr>
        <p:spPr>
          <a:xfrm>
            <a:off x="4289892" y="3379524"/>
            <a:ext cx="3730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endParaRPr lang="en-US" sz="105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21EBF5-A8F6-4A17-A1BB-2C30AFAAC01D}"/>
              </a:ext>
            </a:extLst>
          </p:cNvPr>
          <p:cNvSpPr txBox="1"/>
          <p:nvPr/>
        </p:nvSpPr>
        <p:spPr>
          <a:xfrm>
            <a:off x="4986946" y="3379524"/>
            <a:ext cx="3730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endParaRPr lang="en-US" sz="105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CE9954-4089-4C02-A485-9F5E0C8B3D0C}"/>
              </a:ext>
            </a:extLst>
          </p:cNvPr>
          <p:cNvSpPr txBox="1"/>
          <p:nvPr/>
        </p:nvSpPr>
        <p:spPr>
          <a:xfrm>
            <a:off x="5735197" y="3387983"/>
            <a:ext cx="3730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  <a:latin typeface="Consolas" panose="020B0609020204030204" pitchFamily="49" charset="0"/>
              </a:rPr>
              <a:t>14</a:t>
            </a:r>
            <a:endParaRPr lang="en-US" sz="105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F73CDFB-ED3E-46A1-AE44-4F48D07DA586}"/>
              </a:ext>
            </a:extLst>
          </p:cNvPr>
          <p:cNvSpPr txBox="1"/>
          <p:nvPr/>
        </p:nvSpPr>
        <p:spPr>
          <a:xfrm>
            <a:off x="6511062" y="3385990"/>
            <a:ext cx="3730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endParaRPr lang="en-US" sz="105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C12CF9E-0094-48C3-BC5D-F9460F5D7C19}"/>
              </a:ext>
            </a:extLst>
          </p:cNvPr>
          <p:cNvSpPr txBox="1"/>
          <p:nvPr/>
        </p:nvSpPr>
        <p:spPr>
          <a:xfrm>
            <a:off x="7264961" y="3379524"/>
            <a:ext cx="3730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  <a:endParaRPr lang="en-US" sz="105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BCC2EA-03B0-4996-B7BF-2DDF12602238}"/>
              </a:ext>
            </a:extLst>
          </p:cNvPr>
          <p:cNvSpPr txBox="1"/>
          <p:nvPr/>
        </p:nvSpPr>
        <p:spPr>
          <a:xfrm>
            <a:off x="8013424" y="3379524"/>
            <a:ext cx="3730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B7353BA-FEB3-4227-9501-35226F20AA72}"/>
              </a:ext>
            </a:extLst>
          </p:cNvPr>
          <p:cNvSpPr txBox="1"/>
          <p:nvPr/>
        </p:nvSpPr>
        <p:spPr>
          <a:xfrm>
            <a:off x="8690938" y="3379524"/>
            <a:ext cx="3730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854E786-4CD5-4985-98F7-00AA11DA8CE7}"/>
              </a:ext>
            </a:extLst>
          </p:cNvPr>
          <p:cNvSpPr txBox="1"/>
          <p:nvPr/>
        </p:nvSpPr>
        <p:spPr>
          <a:xfrm>
            <a:off x="9416797" y="3379524"/>
            <a:ext cx="3730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FDFFA8F-6E9D-4DFD-A117-BB04D384C0DB}"/>
              </a:ext>
            </a:extLst>
          </p:cNvPr>
          <p:cNvSpPr txBox="1"/>
          <p:nvPr/>
        </p:nvSpPr>
        <p:spPr>
          <a:xfrm>
            <a:off x="10162076" y="3371829"/>
            <a:ext cx="3730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292BA80-401B-4ACC-A205-C06035D102F2}"/>
              </a:ext>
            </a:extLst>
          </p:cNvPr>
          <p:cNvSpPr txBox="1"/>
          <p:nvPr/>
        </p:nvSpPr>
        <p:spPr>
          <a:xfrm>
            <a:off x="10887935" y="3378203"/>
            <a:ext cx="3730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37D887-0D70-4676-BC88-BC644187FDC0}"/>
              </a:ext>
            </a:extLst>
          </p:cNvPr>
          <p:cNvSpPr txBox="1"/>
          <p:nvPr/>
        </p:nvSpPr>
        <p:spPr>
          <a:xfrm>
            <a:off x="11652199" y="3364267"/>
            <a:ext cx="3730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  <a:latin typeface="Consolas" panose="020B0609020204030204" pitchFamily="49" charset="0"/>
              </a:rPr>
              <a:t>15</a:t>
            </a:r>
          </a:p>
        </p:txBody>
      </p:sp>
      <p:graphicFrame>
        <p:nvGraphicFramePr>
          <p:cNvPr id="66" name="Table 7">
            <a:extLst>
              <a:ext uri="{FF2B5EF4-FFF2-40B4-BE49-F238E27FC236}">
                <a16:creationId xmlns:a16="http://schemas.microsoft.com/office/drawing/2014/main" id="{C5F83706-3211-4A74-A046-47CA14F09F34}"/>
              </a:ext>
            </a:extLst>
          </p:cNvPr>
          <p:cNvGraphicFramePr>
            <a:graphicFrameLocks noGrp="1"/>
          </p:cNvGraphicFramePr>
          <p:nvPr/>
        </p:nvGraphicFramePr>
        <p:xfrm>
          <a:off x="423599" y="5206367"/>
          <a:ext cx="11730896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81">
                  <a:extLst>
                    <a:ext uri="{9D8B030D-6E8A-4147-A177-3AD203B41FA5}">
                      <a16:colId xmlns:a16="http://schemas.microsoft.com/office/drawing/2014/main" val="3197775966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80506402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656914192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727434945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104333941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3771859277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860938879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59038671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304240758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740659037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932907187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075258474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163301200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025996304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927478272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38618770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0...7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64...71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32...39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96...111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16...23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80...87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48...55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112...119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8...15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72...79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40...47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104...111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24...31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88...95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56...83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120...127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67334"/>
                  </a:ext>
                </a:extLst>
              </a:tr>
            </a:tbl>
          </a:graphicData>
        </a:graphic>
      </p:graphicFrame>
      <p:sp>
        <p:nvSpPr>
          <p:cNvPr id="67" name="TextBox 66">
            <a:extLst>
              <a:ext uri="{FF2B5EF4-FFF2-40B4-BE49-F238E27FC236}">
                <a16:creationId xmlns:a16="http://schemas.microsoft.com/office/drawing/2014/main" id="{4371BF53-5530-4AB9-B9DA-FDB0E15E3FD7}"/>
              </a:ext>
            </a:extLst>
          </p:cNvPr>
          <p:cNvSpPr txBox="1"/>
          <p:nvPr/>
        </p:nvSpPr>
        <p:spPr>
          <a:xfrm>
            <a:off x="440706" y="6160021"/>
            <a:ext cx="7536461" cy="21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onsolas" panose="020B0609020204030204" pitchFamily="49" charset="0"/>
              </a:rPr>
              <a:t>W32_0, W32_1, W32_2, W32_3, W32_4, W32_5, W32_6, W32_7, W32_8, W32_9, W32_10, W32_11, W32_12, W32_13, W32_14, W32_15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8C792A4-66D4-4F31-822F-D6F9BD90E661}"/>
              </a:ext>
            </a:extLst>
          </p:cNvPr>
          <p:cNvSpPr/>
          <p:nvPr/>
        </p:nvSpPr>
        <p:spPr>
          <a:xfrm>
            <a:off x="515342" y="6392355"/>
            <a:ext cx="7536460" cy="21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l-PL" sz="800" b="1" dirty="0">
                <a:latin typeface="Consolas" panose="020B0609020204030204" pitchFamily="49" charset="0"/>
              </a:rPr>
              <a:t>W64_0, W64_1, W64_2, W64_3, W64_4, W64_5, W64_6, W64_7, W64_8, W64_9, W64_10, W64_11, W64_12, W64_13, W64_14, W64_15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F66CF34-1D6C-4EDA-92BB-DBE03456D49C}"/>
              </a:ext>
            </a:extLst>
          </p:cNvPr>
          <p:cNvSpPr/>
          <p:nvPr/>
        </p:nvSpPr>
        <p:spPr>
          <a:xfrm>
            <a:off x="573099" y="6617818"/>
            <a:ext cx="7565062" cy="21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l-PL" sz="800" b="1" dirty="0">
                <a:latin typeface="Consolas" panose="020B0609020204030204" pitchFamily="49" charset="0"/>
              </a:rPr>
              <a:t>W128_0, W128_1, W128_2, W128_3, W128_4, W128_5, W128_6, W128_7, W128_8, W128_9, W128_10, W128_11, W128_12, W128_13, W128_14, W128_15</a:t>
            </a:r>
          </a:p>
        </p:txBody>
      </p:sp>
      <p:graphicFrame>
        <p:nvGraphicFramePr>
          <p:cNvPr id="70" name="Table 7">
            <a:extLst>
              <a:ext uri="{FF2B5EF4-FFF2-40B4-BE49-F238E27FC236}">
                <a16:creationId xmlns:a16="http://schemas.microsoft.com/office/drawing/2014/main" id="{FEC9293B-45F7-4CDD-9422-CE12912931AC}"/>
              </a:ext>
            </a:extLst>
          </p:cNvPr>
          <p:cNvGraphicFramePr>
            <a:graphicFrameLocks noGrp="1"/>
          </p:cNvGraphicFramePr>
          <p:nvPr/>
        </p:nvGraphicFramePr>
        <p:xfrm>
          <a:off x="439595" y="5688942"/>
          <a:ext cx="11730888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0888">
                  <a:extLst>
                    <a:ext uri="{9D8B030D-6E8A-4147-A177-3AD203B41FA5}">
                      <a16:colId xmlns:a16="http://schemas.microsoft.com/office/drawing/2014/main" val="3197775966"/>
                    </a:ext>
                  </a:extLst>
                </a:gridCol>
              </a:tblGrid>
              <a:tr h="126475"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0,64,32,96,16,80,48,112,   8,72,40,104,24,88,56,120,   ... (brev_128)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67334"/>
                  </a:ext>
                </a:extLst>
              </a:tr>
            </a:tbl>
          </a:graphicData>
        </a:graphic>
      </p:graphicFrame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9565ADD-23AC-4C1D-84E5-54C9B0D0C7C5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6305039" y="5511403"/>
            <a:ext cx="0" cy="17753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D6868D3-D8E4-4398-88A3-C860DD1D6AD6}"/>
              </a:ext>
            </a:extLst>
          </p:cNvPr>
          <p:cNvSpPr txBox="1"/>
          <p:nvPr/>
        </p:nvSpPr>
        <p:spPr>
          <a:xfrm>
            <a:off x="5153403" y="5445733"/>
            <a:ext cx="15940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Bit-reverse</a:t>
            </a:r>
            <a:endParaRPr lang="en-US" sz="105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F52C744-134E-4EF5-A2AF-780BDB4593AA}"/>
              </a:ext>
            </a:extLst>
          </p:cNvPr>
          <p:cNvSpPr txBox="1"/>
          <p:nvPr/>
        </p:nvSpPr>
        <p:spPr>
          <a:xfrm>
            <a:off x="8183034" y="6222260"/>
            <a:ext cx="29773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050" b="1" baseline="30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nd</a:t>
            </a:r>
            <a:r>
              <a:rPr lang="zh-CN" altLang="en-US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stage,</a:t>
            </a:r>
            <a:r>
              <a:rPr lang="zh-CN" altLang="en-US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omega</a:t>
            </a:r>
            <a:r>
              <a:rPr lang="zh-CN" altLang="en-US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need to multiply a shift value per group(16 groups)</a:t>
            </a:r>
            <a:endParaRPr lang="en-US" sz="105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767DE2A8-39E8-4F86-87CF-FD07E44EED46}"/>
              </a:ext>
            </a:extLst>
          </p:cNvPr>
          <p:cNvCxnSpPr>
            <a:cxnSpLocks/>
          </p:cNvCxnSpPr>
          <p:nvPr/>
        </p:nvCxnSpPr>
        <p:spPr>
          <a:xfrm rot="10800000">
            <a:off x="358330" y="4141011"/>
            <a:ext cx="82377" cy="2126732"/>
          </a:xfrm>
          <a:prstGeom prst="bentConnector3">
            <a:avLst>
              <a:gd name="adj1" fmla="val 3775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A0127731-ED27-4787-83B1-8FD78062C613}"/>
              </a:ext>
            </a:extLst>
          </p:cNvPr>
          <p:cNvCxnSpPr>
            <a:cxnSpLocks/>
          </p:cNvCxnSpPr>
          <p:nvPr/>
        </p:nvCxnSpPr>
        <p:spPr>
          <a:xfrm rot="10800000">
            <a:off x="367232" y="4468661"/>
            <a:ext cx="148110" cy="2031417"/>
          </a:xfrm>
          <a:prstGeom prst="bentConnector3">
            <a:avLst>
              <a:gd name="adj1" fmla="val 2226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CD07C026-C0D8-4B94-ABA0-F79863C8E8CB}"/>
              </a:ext>
            </a:extLst>
          </p:cNvPr>
          <p:cNvCxnSpPr>
            <a:cxnSpLocks/>
          </p:cNvCxnSpPr>
          <p:nvPr/>
        </p:nvCxnSpPr>
        <p:spPr>
          <a:xfrm rot="10800000">
            <a:off x="367233" y="4819226"/>
            <a:ext cx="205867" cy="1906314"/>
          </a:xfrm>
          <a:prstGeom prst="bentConnector3">
            <a:avLst>
              <a:gd name="adj1" fmla="val 1616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2189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730C92-800E-47C0-BB25-C52152CE2441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appendix</a:t>
            </a:r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4F90C4A0-5FCC-4E08-B151-2E26C92CB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60454"/>
              </p:ext>
            </p:extLst>
          </p:nvPr>
        </p:nvGraphicFramePr>
        <p:xfrm>
          <a:off x="426981" y="686166"/>
          <a:ext cx="11730888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361">
                  <a:extLst>
                    <a:ext uri="{9D8B030D-6E8A-4147-A177-3AD203B41FA5}">
                      <a16:colId xmlns:a16="http://schemas.microsoft.com/office/drawing/2014/main" val="3197775966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656914192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04333941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860938879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304240758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932907187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63301200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927478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0...15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16...31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32...47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48...63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64...79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80...95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96...111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112...127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6733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D80C56F-4F85-4DE5-A82E-F16DC509A38B}"/>
              </a:ext>
            </a:extLst>
          </p:cNvPr>
          <p:cNvSpPr txBox="1"/>
          <p:nvPr/>
        </p:nvSpPr>
        <p:spPr>
          <a:xfrm>
            <a:off x="4620183" y="951003"/>
            <a:ext cx="15940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stride 16 sub-tile</a:t>
            </a:r>
            <a:endParaRPr lang="en-US" sz="105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454701-3B3A-475B-929D-950D781CC12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292425" y="930006"/>
            <a:ext cx="0" cy="2749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A4E07372-84AE-40B2-BE06-7C7ADB704A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292268"/>
              </p:ext>
            </p:extLst>
          </p:nvPr>
        </p:nvGraphicFramePr>
        <p:xfrm>
          <a:off x="426973" y="1193409"/>
          <a:ext cx="11730896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81">
                  <a:extLst>
                    <a:ext uri="{9D8B030D-6E8A-4147-A177-3AD203B41FA5}">
                      <a16:colId xmlns:a16="http://schemas.microsoft.com/office/drawing/2014/main" val="3197775966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80506402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656914192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727434945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104333941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3771859277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860938879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59038671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304240758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740659037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932907187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075258474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163301200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025996304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927478272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38618770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0,16...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1,17...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2,18...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3,19...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4...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5...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6...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7...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8...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9...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10...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11...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12...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13...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14...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15...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67334"/>
                  </a:ext>
                </a:extLst>
              </a:tr>
            </a:tbl>
          </a:graphicData>
        </a:graphic>
      </p:graphicFrame>
      <p:graphicFrame>
        <p:nvGraphicFramePr>
          <p:cNvPr id="19" name="Table 31">
            <a:extLst>
              <a:ext uri="{FF2B5EF4-FFF2-40B4-BE49-F238E27FC236}">
                <a16:creationId xmlns:a16="http://schemas.microsoft.com/office/drawing/2014/main" id="{A3A45C3D-FC4E-4B99-8F8F-E23E2CFED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981236"/>
              </p:ext>
            </p:extLst>
          </p:nvPr>
        </p:nvGraphicFramePr>
        <p:xfrm>
          <a:off x="423599" y="1447814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0" name="Table 31">
            <a:extLst>
              <a:ext uri="{FF2B5EF4-FFF2-40B4-BE49-F238E27FC236}">
                <a16:creationId xmlns:a16="http://schemas.microsoft.com/office/drawing/2014/main" id="{0B6357E9-C133-4620-B29B-B12915958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781028"/>
              </p:ext>
            </p:extLst>
          </p:nvPr>
        </p:nvGraphicFramePr>
        <p:xfrm>
          <a:off x="1151699" y="1447814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3" name="Table 31">
            <a:extLst>
              <a:ext uri="{FF2B5EF4-FFF2-40B4-BE49-F238E27FC236}">
                <a16:creationId xmlns:a16="http://schemas.microsoft.com/office/drawing/2014/main" id="{179C3E47-FAD3-4FA2-BA5F-969C577D4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558000"/>
              </p:ext>
            </p:extLst>
          </p:nvPr>
        </p:nvGraphicFramePr>
        <p:xfrm>
          <a:off x="1879061" y="1447814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4" name="Table 31">
            <a:extLst>
              <a:ext uri="{FF2B5EF4-FFF2-40B4-BE49-F238E27FC236}">
                <a16:creationId xmlns:a16="http://schemas.microsoft.com/office/drawing/2014/main" id="{6B109B69-857C-4480-A933-15983E79E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156326"/>
              </p:ext>
            </p:extLst>
          </p:nvPr>
        </p:nvGraphicFramePr>
        <p:xfrm>
          <a:off x="2607161" y="1447814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5" name="Table 31">
            <a:extLst>
              <a:ext uri="{FF2B5EF4-FFF2-40B4-BE49-F238E27FC236}">
                <a16:creationId xmlns:a16="http://schemas.microsoft.com/office/drawing/2014/main" id="{66F0A447-CBEF-4614-B6E9-B0D491906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079401"/>
              </p:ext>
            </p:extLst>
          </p:nvPr>
        </p:nvGraphicFramePr>
        <p:xfrm>
          <a:off x="3344021" y="1436188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6" name="Table 31">
            <a:extLst>
              <a:ext uri="{FF2B5EF4-FFF2-40B4-BE49-F238E27FC236}">
                <a16:creationId xmlns:a16="http://schemas.microsoft.com/office/drawing/2014/main" id="{C7AEEDC1-6026-4D92-BDC6-8A5762A04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46845"/>
              </p:ext>
            </p:extLst>
          </p:nvPr>
        </p:nvGraphicFramePr>
        <p:xfrm>
          <a:off x="4072121" y="1436188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7" name="Table 31">
            <a:extLst>
              <a:ext uri="{FF2B5EF4-FFF2-40B4-BE49-F238E27FC236}">
                <a16:creationId xmlns:a16="http://schemas.microsoft.com/office/drawing/2014/main" id="{CF7B34AB-D694-4BE1-BA4A-75AB6F87B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796688"/>
              </p:ext>
            </p:extLst>
          </p:nvPr>
        </p:nvGraphicFramePr>
        <p:xfrm>
          <a:off x="4830519" y="1432851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8" name="Table 31">
            <a:extLst>
              <a:ext uri="{FF2B5EF4-FFF2-40B4-BE49-F238E27FC236}">
                <a16:creationId xmlns:a16="http://schemas.microsoft.com/office/drawing/2014/main" id="{E8A6BE7B-75EC-49E7-A2B3-8DEEAAD87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775188"/>
              </p:ext>
            </p:extLst>
          </p:nvPr>
        </p:nvGraphicFramePr>
        <p:xfrm>
          <a:off x="5558619" y="1432851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29" name="Table 31">
            <a:extLst>
              <a:ext uri="{FF2B5EF4-FFF2-40B4-BE49-F238E27FC236}">
                <a16:creationId xmlns:a16="http://schemas.microsoft.com/office/drawing/2014/main" id="{35A5E8BC-4B76-4AFE-ADFC-A6E854E25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991173"/>
              </p:ext>
            </p:extLst>
          </p:nvPr>
        </p:nvGraphicFramePr>
        <p:xfrm>
          <a:off x="6301657" y="1432851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30" name="Table 31">
            <a:extLst>
              <a:ext uri="{FF2B5EF4-FFF2-40B4-BE49-F238E27FC236}">
                <a16:creationId xmlns:a16="http://schemas.microsoft.com/office/drawing/2014/main" id="{CA91DD4F-E7FA-4951-A678-F65F344E8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406476"/>
              </p:ext>
            </p:extLst>
          </p:nvPr>
        </p:nvGraphicFramePr>
        <p:xfrm>
          <a:off x="7029757" y="1432851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31" name="Table 31">
            <a:extLst>
              <a:ext uri="{FF2B5EF4-FFF2-40B4-BE49-F238E27FC236}">
                <a16:creationId xmlns:a16="http://schemas.microsoft.com/office/drawing/2014/main" id="{F054EA54-6DB3-43D1-9867-AFD50ABEF2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064319"/>
              </p:ext>
            </p:extLst>
          </p:nvPr>
        </p:nvGraphicFramePr>
        <p:xfrm>
          <a:off x="7772795" y="1432851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7761387-90C9-40C5-BD96-1BFC3D0FE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376031"/>
              </p:ext>
            </p:extLst>
          </p:nvPr>
        </p:nvGraphicFramePr>
        <p:xfrm>
          <a:off x="8500895" y="1432851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33" name="Table 31">
            <a:extLst>
              <a:ext uri="{FF2B5EF4-FFF2-40B4-BE49-F238E27FC236}">
                <a16:creationId xmlns:a16="http://schemas.microsoft.com/office/drawing/2014/main" id="{70EBA757-1C08-4C30-82B4-9CE933C9F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933295"/>
              </p:ext>
            </p:extLst>
          </p:nvPr>
        </p:nvGraphicFramePr>
        <p:xfrm>
          <a:off x="9243933" y="1432851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34" name="Table 31">
            <a:extLst>
              <a:ext uri="{FF2B5EF4-FFF2-40B4-BE49-F238E27FC236}">
                <a16:creationId xmlns:a16="http://schemas.microsoft.com/office/drawing/2014/main" id="{76FA4044-0CC3-4F82-B1AC-0793FE1EE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668475"/>
              </p:ext>
            </p:extLst>
          </p:nvPr>
        </p:nvGraphicFramePr>
        <p:xfrm>
          <a:off x="9972033" y="1432851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35" name="Table 31">
            <a:extLst>
              <a:ext uri="{FF2B5EF4-FFF2-40B4-BE49-F238E27FC236}">
                <a16:creationId xmlns:a16="http://schemas.microsoft.com/office/drawing/2014/main" id="{B530CB96-655C-478D-BFD9-215A930E7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649330"/>
              </p:ext>
            </p:extLst>
          </p:nvPr>
        </p:nvGraphicFramePr>
        <p:xfrm>
          <a:off x="10692588" y="1432851"/>
          <a:ext cx="728100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00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36" name="Table 31">
            <a:extLst>
              <a:ext uri="{FF2B5EF4-FFF2-40B4-BE49-F238E27FC236}">
                <a16:creationId xmlns:a16="http://schemas.microsoft.com/office/drawing/2014/main" id="{FB06DCB4-67E5-4C7F-84F2-D4D0ED83A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420247"/>
              </p:ext>
            </p:extLst>
          </p:nvPr>
        </p:nvGraphicFramePr>
        <p:xfrm>
          <a:off x="11420688" y="1432851"/>
          <a:ext cx="746412" cy="138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FFT8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w4_0*2, w4_1*2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w8_0, w8_2, w8_1, w8_3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0,4,2,6,1,5,3,7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C3AF759E-1A4A-4409-AA96-E74EA40B4CD7}"/>
              </a:ext>
            </a:extLst>
          </p:cNvPr>
          <p:cNvSpPr txBox="1"/>
          <p:nvPr/>
        </p:nvSpPr>
        <p:spPr>
          <a:xfrm>
            <a:off x="4454223" y="298176"/>
            <a:ext cx="3597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Cooley-</a:t>
            </a:r>
            <a:r>
              <a:rPr lang="en-US" sz="1600" dirty="0" err="1"/>
              <a:t>tukey</a:t>
            </a:r>
            <a:r>
              <a:rPr lang="en-US" sz="1600" dirty="0"/>
              <a:t>-r (128 </a:t>
            </a:r>
            <a:r>
              <a:rPr lang="en-US" sz="1600" dirty="0" err="1"/>
              <a:t>pt</a:t>
            </a:r>
            <a:r>
              <a:rPr lang="en-US" sz="1600" dirty="0"/>
              <a:t>),  3+4 division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71BF53-5530-4AB9-B9DA-FDB0E15E3FD7}"/>
              </a:ext>
            </a:extLst>
          </p:cNvPr>
          <p:cNvSpPr txBox="1"/>
          <p:nvPr/>
        </p:nvSpPr>
        <p:spPr>
          <a:xfrm>
            <a:off x="440706" y="6160021"/>
            <a:ext cx="7536461" cy="21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onsolas" panose="020B0609020204030204" pitchFamily="49" charset="0"/>
              </a:rPr>
              <a:t>W32_0, W32_1, W32_2, W32_3, W32_4, W32_5, W32_6, W32_7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8C792A4-66D4-4F31-822F-D6F9BD90E661}"/>
              </a:ext>
            </a:extLst>
          </p:cNvPr>
          <p:cNvSpPr/>
          <p:nvPr/>
        </p:nvSpPr>
        <p:spPr>
          <a:xfrm>
            <a:off x="515342" y="6392355"/>
            <a:ext cx="7536460" cy="21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l-PL" sz="800" b="1" dirty="0">
                <a:latin typeface="Consolas" panose="020B0609020204030204" pitchFamily="49" charset="0"/>
              </a:rPr>
              <a:t>W64_0, W64_1, W64_2, W64_3, W64_4, W64_5, W64_6, W64_7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F66CF34-1D6C-4EDA-92BB-DBE03456D49C}"/>
              </a:ext>
            </a:extLst>
          </p:cNvPr>
          <p:cNvSpPr/>
          <p:nvPr/>
        </p:nvSpPr>
        <p:spPr>
          <a:xfrm>
            <a:off x="573099" y="6617818"/>
            <a:ext cx="7565062" cy="21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l-PL" sz="800" b="1" dirty="0">
                <a:latin typeface="Consolas" panose="020B0609020204030204" pitchFamily="49" charset="0"/>
              </a:rPr>
              <a:t>W128_0, W128_1, W128_2, W128_3, W128_4, W128_5, W128_6, W128_7</a:t>
            </a:r>
          </a:p>
        </p:txBody>
      </p:sp>
      <p:graphicFrame>
        <p:nvGraphicFramePr>
          <p:cNvPr id="70" name="Table 7">
            <a:extLst>
              <a:ext uri="{FF2B5EF4-FFF2-40B4-BE49-F238E27FC236}">
                <a16:creationId xmlns:a16="http://schemas.microsoft.com/office/drawing/2014/main" id="{FEC9293B-45F7-4CDD-9422-CE1291293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424942"/>
              </p:ext>
            </p:extLst>
          </p:nvPr>
        </p:nvGraphicFramePr>
        <p:xfrm>
          <a:off x="409098" y="5441572"/>
          <a:ext cx="11730888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0888">
                  <a:extLst>
                    <a:ext uri="{9D8B030D-6E8A-4147-A177-3AD203B41FA5}">
                      <a16:colId xmlns:a16="http://schemas.microsoft.com/office/drawing/2014/main" val="3197775966"/>
                    </a:ext>
                  </a:extLst>
                </a:gridCol>
              </a:tblGrid>
              <a:tr h="206553"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0,64,32,96,16,80,48,112,   8,72,40,104,24,88,56,120,   ... (brev_128)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67334"/>
                  </a:ext>
                </a:extLst>
              </a:tr>
            </a:tbl>
          </a:graphicData>
        </a:graphic>
      </p:graphicFrame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9565ADD-23AC-4C1D-84E5-54C9B0D0C7C5}"/>
              </a:ext>
            </a:extLst>
          </p:cNvPr>
          <p:cNvCxnSpPr>
            <a:cxnSpLocks/>
          </p:cNvCxnSpPr>
          <p:nvPr/>
        </p:nvCxnSpPr>
        <p:spPr>
          <a:xfrm>
            <a:off x="6274542" y="5243367"/>
            <a:ext cx="0" cy="17753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D6868D3-D8E4-4398-88A3-C860DD1D6AD6}"/>
              </a:ext>
            </a:extLst>
          </p:cNvPr>
          <p:cNvSpPr txBox="1"/>
          <p:nvPr/>
        </p:nvSpPr>
        <p:spPr>
          <a:xfrm>
            <a:off x="5194569" y="5243367"/>
            <a:ext cx="15940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Bit-reverse</a:t>
            </a:r>
            <a:endParaRPr lang="en-US" sz="105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F52C744-134E-4EF5-A2AF-780BDB4593AA}"/>
              </a:ext>
            </a:extLst>
          </p:cNvPr>
          <p:cNvSpPr txBox="1"/>
          <p:nvPr/>
        </p:nvSpPr>
        <p:spPr>
          <a:xfrm>
            <a:off x="8183034" y="6222260"/>
            <a:ext cx="29773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050" b="1" baseline="30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nd</a:t>
            </a:r>
            <a:r>
              <a:rPr lang="zh-CN" altLang="en-US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stage,</a:t>
            </a:r>
            <a:r>
              <a:rPr lang="zh-CN" altLang="en-US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omega</a:t>
            </a:r>
            <a:r>
              <a:rPr lang="zh-CN" altLang="en-US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need to multiply a shift value per group(8 groups)</a:t>
            </a:r>
            <a:endParaRPr lang="en-US" sz="1050" b="1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CD07C026-C0D8-4B94-ABA0-F79863C8E8CB}"/>
              </a:ext>
            </a:extLst>
          </p:cNvPr>
          <p:cNvCxnSpPr>
            <a:cxnSpLocks/>
          </p:cNvCxnSpPr>
          <p:nvPr/>
        </p:nvCxnSpPr>
        <p:spPr>
          <a:xfrm rot="10800000">
            <a:off x="423599" y="4821792"/>
            <a:ext cx="205867" cy="1906314"/>
          </a:xfrm>
          <a:prstGeom prst="bentConnector3">
            <a:avLst>
              <a:gd name="adj1" fmla="val 1616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Table 7">
            <a:extLst>
              <a:ext uri="{FF2B5EF4-FFF2-40B4-BE49-F238E27FC236}">
                <a16:creationId xmlns:a16="http://schemas.microsoft.com/office/drawing/2014/main" id="{987655C1-D2B3-4E38-9580-D5F37F984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691122"/>
              </p:ext>
            </p:extLst>
          </p:nvPr>
        </p:nvGraphicFramePr>
        <p:xfrm>
          <a:off x="415846" y="2842690"/>
          <a:ext cx="11730896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81">
                  <a:extLst>
                    <a:ext uri="{9D8B030D-6E8A-4147-A177-3AD203B41FA5}">
                      <a16:colId xmlns:a16="http://schemas.microsoft.com/office/drawing/2014/main" val="3197775966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80506402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656914192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727434945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104333941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3771859277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860938879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59038671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304240758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740659037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932907187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075258474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163301200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2025996304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1927478272"/>
                    </a:ext>
                  </a:extLst>
                </a:gridCol>
                <a:gridCol w="733181">
                  <a:extLst>
                    <a:ext uri="{9D8B030D-6E8A-4147-A177-3AD203B41FA5}">
                      <a16:colId xmlns:a16="http://schemas.microsoft.com/office/drawing/2014/main" val="38618770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0,16...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1,17...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2,18...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3,19...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4...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5...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6...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7...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8...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9...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10...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11...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12...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13...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14...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15...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67334"/>
                  </a:ext>
                </a:extLst>
              </a:tr>
            </a:tbl>
          </a:graphicData>
        </a:graphic>
      </p:graphicFrame>
      <p:graphicFrame>
        <p:nvGraphicFramePr>
          <p:cNvPr id="78" name="Table 7">
            <a:extLst>
              <a:ext uri="{FF2B5EF4-FFF2-40B4-BE49-F238E27FC236}">
                <a16:creationId xmlns:a16="http://schemas.microsoft.com/office/drawing/2014/main" id="{8000F998-F325-4EC9-9F9A-CB25E932C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218181"/>
              </p:ext>
            </p:extLst>
          </p:nvPr>
        </p:nvGraphicFramePr>
        <p:xfrm>
          <a:off x="409098" y="3371074"/>
          <a:ext cx="11730888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361">
                  <a:extLst>
                    <a:ext uri="{9D8B030D-6E8A-4147-A177-3AD203B41FA5}">
                      <a16:colId xmlns:a16="http://schemas.microsoft.com/office/drawing/2014/main" val="3197775966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656914192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04333941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860938879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304240758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2932907187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163301200"/>
                    </a:ext>
                  </a:extLst>
                </a:gridCol>
                <a:gridCol w="1466361">
                  <a:extLst>
                    <a:ext uri="{9D8B030D-6E8A-4147-A177-3AD203B41FA5}">
                      <a16:colId xmlns:a16="http://schemas.microsoft.com/office/drawing/2014/main" val="1927478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700" b="0" i="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0,2,4,6,8,10,12,14, 1,3,5,7,9,11,13,15</a:t>
                      </a:r>
                      <a:endParaRPr lang="en-US" sz="7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64,66,68,70,72,74,76,78, 65,67,69,71,73,75,77,79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32,34,36,38,40,42,44,46,</a:t>
                      </a:r>
                    </a:p>
                    <a:p>
                      <a:r>
                        <a:rPr lang="en-US" sz="7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33,35,37,39,41,43,45,47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96,98,100,102,104,106,108,110,</a:t>
                      </a:r>
                    </a:p>
                    <a:p>
                      <a:r>
                        <a:rPr lang="en-US" sz="6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97,99,101,103,105,107,109,111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16,18,20,22,24,26,28,30,</a:t>
                      </a:r>
                    </a:p>
                    <a:p>
                      <a:r>
                        <a:rPr lang="en-US" sz="7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17,19,21,23,25,27,29,31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80,82,84,86,88,90,92,94,</a:t>
                      </a:r>
                    </a:p>
                    <a:p>
                      <a:r>
                        <a:rPr lang="en-US" sz="7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81,83,85,87,89,91,93,95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48,50,52,54,56,58,60,62,</a:t>
                      </a:r>
                    </a:p>
                    <a:p>
                      <a:r>
                        <a:rPr lang="en-US" sz="7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49,51,53,55,57,59,61,63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112,114,116,118,120,122,124,126,</a:t>
                      </a:r>
                    </a:p>
                    <a:p>
                      <a:r>
                        <a:rPr lang="en-US" sz="600" b="0" i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</a:rPr>
                        <a:t>113,115,117,119,121,123,125,127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67334"/>
                  </a:ext>
                </a:extLst>
              </a:tr>
            </a:tbl>
          </a:graphicData>
        </a:graphic>
      </p:graphicFrame>
      <p:graphicFrame>
        <p:nvGraphicFramePr>
          <p:cNvPr id="79" name="Table 31">
            <a:extLst>
              <a:ext uri="{FF2B5EF4-FFF2-40B4-BE49-F238E27FC236}">
                <a16:creationId xmlns:a16="http://schemas.microsoft.com/office/drawing/2014/main" id="{C0DE2A44-0959-4FC6-87D2-1603548BD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147375"/>
              </p:ext>
            </p:extLst>
          </p:nvPr>
        </p:nvGraphicFramePr>
        <p:xfrm>
          <a:off x="415846" y="3680648"/>
          <a:ext cx="1458524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524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FFT16_tile_3_1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 x 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 x 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88" name="Table 31">
            <a:extLst>
              <a:ext uri="{FF2B5EF4-FFF2-40B4-BE49-F238E27FC236}">
                <a16:creationId xmlns:a16="http://schemas.microsoft.com/office/drawing/2014/main" id="{971D063F-5495-4708-971E-1912CFEAE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273256"/>
              </p:ext>
            </p:extLst>
          </p:nvPr>
        </p:nvGraphicFramePr>
        <p:xfrm>
          <a:off x="1882979" y="3675874"/>
          <a:ext cx="1458524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524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FFT16_tile_3_1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 x 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 x 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89" name="Table 31">
            <a:extLst>
              <a:ext uri="{FF2B5EF4-FFF2-40B4-BE49-F238E27FC236}">
                <a16:creationId xmlns:a16="http://schemas.microsoft.com/office/drawing/2014/main" id="{961519E1-A70C-4EC3-A1E0-BE728CDA0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209568"/>
              </p:ext>
            </p:extLst>
          </p:nvPr>
        </p:nvGraphicFramePr>
        <p:xfrm>
          <a:off x="3350643" y="3675874"/>
          <a:ext cx="1458524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524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FFT16_tile_3_1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 x 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 x 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90" name="Table 31">
            <a:extLst>
              <a:ext uri="{FF2B5EF4-FFF2-40B4-BE49-F238E27FC236}">
                <a16:creationId xmlns:a16="http://schemas.microsoft.com/office/drawing/2014/main" id="{26D1A4C1-A10F-42C3-ACEC-09711D024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165670"/>
              </p:ext>
            </p:extLst>
          </p:nvPr>
        </p:nvGraphicFramePr>
        <p:xfrm>
          <a:off x="4809167" y="3675874"/>
          <a:ext cx="1458524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524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FFT16_tile_3_1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 x 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 x 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91" name="Table 31">
            <a:extLst>
              <a:ext uri="{FF2B5EF4-FFF2-40B4-BE49-F238E27FC236}">
                <a16:creationId xmlns:a16="http://schemas.microsoft.com/office/drawing/2014/main" id="{CE2E8AF4-88DE-479F-B49C-AAFF12E3F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185510"/>
              </p:ext>
            </p:extLst>
          </p:nvPr>
        </p:nvGraphicFramePr>
        <p:xfrm>
          <a:off x="6281615" y="3673895"/>
          <a:ext cx="1458524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524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FFT16_tile_3_1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 x 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 x 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92" name="Table 31">
            <a:extLst>
              <a:ext uri="{FF2B5EF4-FFF2-40B4-BE49-F238E27FC236}">
                <a16:creationId xmlns:a16="http://schemas.microsoft.com/office/drawing/2014/main" id="{BCAC780A-52FB-4384-B0C7-023076D0D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385033"/>
              </p:ext>
            </p:extLst>
          </p:nvPr>
        </p:nvGraphicFramePr>
        <p:xfrm>
          <a:off x="7748748" y="3669121"/>
          <a:ext cx="1458524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524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FFT16_tile_3_1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 x 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 x 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93" name="Table 31">
            <a:extLst>
              <a:ext uri="{FF2B5EF4-FFF2-40B4-BE49-F238E27FC236}">
                <a16:creationId xmlns:a16="http://schemas.microsoft.com/office/drawing/2014/main" id="{B3D89EE6-5BBC-468A-8736-A945F6AAF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968784"/>
              </p:ext>
            </p:extLst>
          </p:nvPr>
        </p:nvGraphicFramePr>
        <p:xfrm>
          <a:off x="9216412" y="3669121"/>
          <a:ext cx="1458524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524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FFT16_tile_3_1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 x 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 x 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graphicFrame>
        <p:nvGraphicFramePr>
          <p:cNvPr id="94" name="Table 31">
            <a:extLst>
              <a:ext uri="{FF2B5EF4-FFF2-40B4-BE49-F238E27FC236}">
                <a16:creationId xmlns:a16="http://schemas.microsoft.com/office/drawing/2014/main" id="{2DF41B35-8B46-4BA6-9D26-65D5731C8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508808"/>
              </p:ext>
            </p:extLst>
          </p:nvPr>
        </p:nvGraphicFramePr>
        <p:xfrm>
          <a:off x="10674936" y="3669121"/>
          <a:ext cx="1458524" cy="151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524">
                  <a:extLst>
                    <a:ext uri="{9D8B030D-6E8A-4147-A177-3AD203B41FA5}">
                      <a16:colId xmlns:a16="http://schemas.microsoft.com/office/drawing/2014/main" val="1056969040"/>
                    </a:ext>
                  </a:extLst>
                </a:gridCol>
              </a:tblGrid>
              <a:tr h="137556">
                <a:tc>
                  <a:txBody>
                    <a:bodyPr/>
                    <a:lstStyle/>
                    <a:p>
                      <a:pPr algn="ctr"/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FFT16_tile_3_1 (</a:t>
                      </a:r>
                      <a:r>
                        <a:rPr lang="en-US" sz="700" baseline="0" dirty="0" err="1">
                          <a:solidFill>
                            <a:schemeClr val="tx1"/>
                          </a:solidFill>
                        </a:rPr>
                        <a:t>ct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-r)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2116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97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/>
                        <a:t>  </a:t>
                      </a:r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W2_0*8 x 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9213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1969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w4_0*4, w4_1*4 x 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92721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altLang="zh-CN" sz="700" b="1" baseline="0" dirty="0">
                          <a:solidFill>
                            <a:schemeClr val="tx1"/>
                          </a:solidFill>
                        </a:rPr>
                        <a:t>0…7, 8…15</a:t>
                      </a:r>
                      <a:endParaRPr lang="en-US" sz="7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849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w8_0*2, w8_2*2, w8_1*2, w8_3*2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051020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90387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w16_0,w16_4,…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87319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b="1" baseline="0" dirty="0"/>
                        <a:t>0…15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54908"/>
                  </a:ext>
                </a:extLst>
              </a:tr>
              <a:tr h="137556">
                <a:tc>
                  <a:txBody>
                    <a:bodyPr/>
                    <a:lstStyle/>
                    <a:p>
                      <a:r>
                        <a:rPr lang="en-US" sz="700" strike="sngStrike" baseline="0" dirty="0">
                          <a:solidFill>
                            <a:schemeClr val="bg1"/>
                          </a:solidFill>
                        </a:rPr>
                        <a:t>0,8,4,12,2,10,6,14,1,9,5,13,3,11,7,15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70897"/>
                  </a:ext>
                </a:extLst>
              </a:tr>
            </a:tbl>
          </a:graphicData>
        </a:graphic>
      </p:graphicFrame>
      <p:sp>
        <p:nvSpPr>
          <p:cNvPr id="95" name="TextBox 94">
            <a:extLst>
              <a:ext uri="{FF2B5EF4-FFF2-40B4-BE49-F238E27FC236}">
                <a16:creationId xmlns:a16="http://schemas.microsoft.com/office/drawing/2014/main" id="{CA6FAAD8-D1C0-485C-AE40-667BE6C9438C}"/>
              </a:ext>
            </a:extLst>
          </p:cNvPr>
          <p:cNvSpPr txBox="1"/>
          <p:nvPr/>
        </p:nvSpPr>
        <p:spPr>
          <a:xfrm>
            <a:off x="392694" y="5915694"/>
            <a:ext cx="7536461" cy="21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onsolas" panose="020B0609020204030204" pitchFamily="49" charset="0"/>
              </a:rPr>
              <a:t>W16_0, W16_1, W16_2, W16_3, W16_4, W16_5, W16_6, W16_7</a:t>
            </a:r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10EA1E92-1CDD-4C87-9A76-BACF98C2979D}"/>
              </a:ext>
            </a:extLst>
          </p:cNvPr>
          <p:cNvCxnSpPr>
            <a:cxnSpLocks/>
          </p:cNvCxnSpPr>
          <p:nvPr/>
        </p:nvCxnSpPr>
        <p:spPr>
          <a:xfrm rot="10800000">
            <a:off x="346793" y="4610335"/>
            <a:ext cx="205867" cy="1906314"/>
          </a:xfrm>
          <a:prstGeom prst="bentConnector3">
            <a:avLst>
              <a:gd name="adj1" fmla="val 1616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118B3F08-C460-4D5C-824E-589F7469DF37}"/>
              </a:ext>
            </a:extLst>
          </p:cNvPr>
          <p:cNvCxnSpPr>
            <a:cxnSpLocks/>
          </p:cNvCxnSpPr>
          <p:nvPr/>
        </p:nvCxnSpPr>
        <p:spPr>
          <a:xfrm rot="10800000">
            <a:off x="285118" y="4323989"/>
            <a:ext cx="205867" cy="1906314"/>
          </a:xfrm>
          <a:prstGeom prst="bentConnector3">
            <a:avLst>
              <a:gd name="adj1" fmla="val 1616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C4A19E9E-8F58-4F7A-906B-C27206C5D5EA}"/>
              </a:ext>
            </a:extLst>
          </p:cNvPr>
          <p:cNvCxnSpPr>
            <a:cxnSpLocks/>
          </p:cNvCxnSpPr>
          <p:nvPr/>
        </p:nvCxnSpPr>
        <p:spPr>
          <a:xfrm rot="10800000">
            <a:off x="205370" y="4112532"/>
            <a:ext cx="205867" cy="1906314"/>
          </a:xfrm>
          <a:prstGeom prst="bentConnector3">
            <a:avLst>
              <a:gd name="adj1" fmla="val 1616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108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EA0611-E2F5-4F6D-A130-212869FC6271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appendix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A359AD-D515-4099-8713-DD14C8D16051}"/>
              </a:ext>
            </a:extLst>
          </p:cNvPr>
          <p:cNvSpPr txBox="1"/>
          <p:nvPr/>
        </p:nvSpPr>
        <p:spPr>
          <a:xfrm>
            <a:off x="2854215" y="138792"/>
            <a:ext cx="171778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butterfly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0C135C-117E-4489-9142-3B60A2EBFEA4}"/>
              </a:ext>
            </a:extLst>
          </p:cNvPr>
          <p:cNvSpPr txBox="1"/>
          <p:nvPr/>
        </p:nvSpPr>
        <p:spPr>
          <a:xfrm>
            <a:off x="550415" y="1083076"/>
            <a:ext cx="108130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 reverse sequence:</a:t>
            </a:r>
          </a:p>
          <a:p>
            <a:r>
              <a:rPr lang="en-US" sz="1200" dirty="0">
                <a:latin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https://oeis.org/A030109</a:t>
            </a:r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0, 0, 1, 0, 2, 1, 3, 0, 4, 2, 6, 1, 5, 3, 7, 0, 8, 4, 12, 2, 10, 6, 14, 1, 9, 5, 13, 3, 11, 7, 15, 0, 16, 8, 24, 4, 20, 12, 28, 2, 18, 10, 26, 6, 22, 14, 30, 1, 17, 9, 25, 5, 21, 13, 29, 3, 19, 11, 27, 7, 23, 15, 31, 0, 32, 16, 48, 8, 40, 24, 56, 4, 36, 20, 52, 12, 44, 28, 60, 2, 34, 18, 50...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1 : 0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2 : 0, 1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4 : 0, 2, 1, 3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8 : 0, 4, 2, 6, 1, 5, 3, 7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16: 0, 8, 4, 12, 2, 10, 6, 14, 1, 9, 5, 13, 3, 11, 7, 15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32: 0, 16, 8, 24, 4, 20, 12, 28, 2, 18, 10, 26, 6, 22, 14, 30, 1, 17, 9, 25, 5, 21, 13, 29, 3, 19, 11, 27, 7, 23, 15, 31</a:t>
            </a:r>
          </a:p>
        </p:txBody>
      </p:sp>
    </p:spTree>
    <p:extLst>
      <p:ext uri="{BB962C8B-B14F-4D97-AF65-F5344CB8AC3E}">
        <p14:creationId xmlns:p14="http://schemas.microsoft.com/office/powerpoint/2010/main" val="9925903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79814F-EFC0-4F79-8912-1ACEB5DF8BB8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appendix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4E6C4A-2935-4D59-8BA0-05DF04BEBFF6}"/>
              </a:ext>
            </a:extLst>
          </p:cNvPr>
          <p:cNvSpPr txBox="1"/>
          <p:nvPr/>
        </p:nvSpPr>
        <p:spPr>
          <a:xfrm>
            <a:off x="2854215" y="138792"/>
            <a:ext cx="171778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r2c/c2r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74A06-8587-4275-A855-0C66CCFD8B7C}"/>
              </a:ext>
            </a:extLst>
          </p:cNvPr>
          <p:cNvSpPr/>
          <p:nvPr/>
        </p:nvSpPr>
        <p:spPr>
          <a:xfrm>
            <a:off x="149290" y="915993"/>
            <a:ext cx="5366927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r2c of N point: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1. input real g(n), </a:t>
            </a:r>
            <a:r>
              <a:rPr lang="en-US" sz="1400" dirty="0" err="1">
                <a:latin typeface="Consolas" panose="020B0609020204030204" pitchFamily="49" charset="0"/>
              </a:rPr>
              <a:t>len:N</a:t>
            </a:r>
            <a:r>
              <a:rPr lang="en-US" sz="1400" dirty="0">
                <a:latin typeface="Consolas" panose="020B0609020204030204" pitchFamily="49" charset="0"/>
              </a:rPr>
              <a:t>, form N/2 complex </a:t>
            </a:r>
            <a:r>
              <a:rPr lang="en-US" sz="1400" dirty="0" err="1">
                <a:latin typeface="Consolas" panose="020B0609020204030204" pitchFamily="49" charset="0"/>
              </a:rPr>
              <a:t>sequency</a:t>
            </a:r>
            <a:r>
              <a:rPr lang="en-US" sz="1400" dirty="0">
                <a:latin typeface="Consolas" panose="020B0609020204030204" pitchFamily="49" charset="0"/>
              </a:rPr>
              <a:t> x(n), </a:t>
            </a:r>
            <a:r>
              <a:rPr lang="en-US" sz="1400" dirty="0" err="1">
                <a:latin typeface="Consolas" panose="020B0609020204030204" pitchFamily="49" charset="0"/>
              </a:rPr>
              <a:t>len:N</a:t>
            </a:r>
            <a:r>
              <a:rPr lang="en-US" sz="1400" dirty="0">
                <a:latin typeface="Consolas" panose="020B0609020204030204" pitchFamily="49" charset="0"/>
              </a:rPr>
              <a:t>/2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latin typeface="Consolas" panose="020B0609020204030204" pitchFamily="49" charset="0"/>
              </a:rPr>
              <a:t>xr</a:t>
            </a:r>
            <a:r>
              <a:rPr lang="en-US" sz="1400" dirty="0">
                <a:latin typeface="Consolas" panose="020B0609020204030204" pitchFamily="49" charset="0"/>
              </a:rPr>
              <a:t>(n) = g(2*n)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xi(n) = g(2*n+1)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2. compute N/2 point </a:t>
            </a:r>
            <a:r>
              <a:rPr lang="en-US" sz="1400" dirty="0" err="1">
                <a:latin typeface="Consolas" panose="020B0609020204030204" pitchFamily="49" charset="0"/>
              </a:rPr>
              <a:t>fft</a:t>
            </a:r>
            <a:r>
              <a:rPr lang="en-US" sz="1400" dirty="0">
                <a:latin typeface="Consolas" panose="020B0609020204030204" pitchFamily="49" charset="0"/>
              </a:rPr>
              <a:t>, x(n)-&gt;X(k), </a:t>
            </a:r>
            <a:r>
              <a:rPr lang="en-US" sz="1400" dirty="0" err="1">
                <a:latin typeface="Consolas" panose="020B0609020204030204" pitchFamily="49" charset="0"/>
              </a:rPr>
              <a:t>len:N</a:t>
            </a:r>
            <a:r>
              <a:rPr lang="en-US" sz="1400" dirty="0">
                <a:latin typeface="Consolas" panose="020B0609020204030204" pitchFamily="49" charset="0"/>
              </a:rPr>
              <a:t>/2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3. get final G(k) </a:t>
            </a:r>
            <a:r>
              <a:rPr lang="en-US" sz="1400" dirty="0" err="1">
                <a:latin typeface="Consolas" panose="020B0609020204030204" pitchFamily="49" charset="0"/>
              </a:rPr>
              <a:t>len:N</a:t>
            </a:r>
            <a:r>
              <a:rPr lang="en-US" sz="1400" dirty="0">
                <a:latin typeface="Consolas" panose="020B0609020204030204" pitchFamily="49" charset="0"/>
              </a:rPr>
              <a:t>, from X(k) </a:t>
            </a:r>
            <a:r>
              <a:rPr lang="en-US" sz="1400" dirty="0" err="1">
                <a:latin typeface="Consolas" panose="020B0609020204030204" pitchFamily="49" charset="0"/>
              </a:rPr>
              <a:t>len:N</a:t>
            </a:r>
            <a:r>
              <a:rPr lang="en-US" sz="1400" dirty="0">
                <a:latin typeface="Consolas" panose="020B0609020204030204" pitchFamily="49" charset="0"/>
              </a:rPr>
              <a:t>/2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a) for first half: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G(k) = X(k)A(k)+X*(N-k)B(k), k:0...N/2-1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        and, let X(N) = X(0)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A(k) = 0.5*(1-j*W(</a:t>
            </a:r>
            <a:r>
              <a:rPr lang="en-US" sz="1400" dirty="0" err="1">
                <a:latin typeface="Consolas" panose="020B0609020204030204" pitchFamily="49" charset="0"/>
              </a:rPr>
              <a:t>N,k</a:t>
            </a:r>
            <a:r>
              <a:rPr lang="en-US" sz="1400" dirty="0">
                <a:latin typeface="Consolas" panose="020B0609020204030204" pitchFamily="49" charset="0"/>
              </a:rPr>
              <a:t>)), k:0...N/2-1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B(k) = 0.5*(1+j*W(</a:t>
            </a:r>
            <a:r>
              <a:rPr lang="en-US" sz="1400" dirty="0" err="1">
                <a:latin typeface="Consolas" panose="020B0609020204030204" pitchFamily="49" charset="0"/>
              </a:rPr>
              <a:t>N,k</a:t>
            </a:r>
            <a:r>
              <a:rPr lang="en-US" sz="1400" dirty="0">
                <a:latin typeface="Consolas" panose="020B0609020204030204" pitchFamily="49" charset="0"/>
              </a:rPr>
              <a:t>)), k:0...N/2-1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W(</a:t>
            </a:r>
            <a:r>
              <a:rPr lang="en-US" sz="1400" dirty="0" err="1">
                <a:latin typeface="Consolas" panose="020B0609020204030204" pitchFamily="49" charset="0"/>
              </a:rPr>
              <a:t>N,k</a:t>
            </a:r>
            <a:r>
              <a:rPr lang="en-US" sz="1400" dirty="0">
                <a:latin typeface="Consolas" panose="020B0609020204030204" pitchFamily="49" charset="0"/>
              </a:rPr>
              <a:t>) = e^( -1 * 2PI*k/N * j)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b) for second half: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Gr(N/2) = </a:t>
            </a:r>
            <a:r>
              <a:rPr lang="en-US" sz="1400" dirty="0" err="1">
                <a:latin typeface="Consolas" panose="020B0609020204030204" pitchFamily="49" charset="0"/>
              </a:rPr>
              <a:t>Xr</a:t>
            </a:r>
            <a:r>
              <a:rPr lang="en-US" sz="1400" dirty="0">
                <a:latin typeface="Consolas" panose="020B0609020204030204" pitchFamily="49" charset="0"/>
              </a:rPr>
              <a:t>(0) - Xi(0),    real - </a:t>
            </a:r>
            <a:r>
              <a:rPr lang="en-US" sz="1400" dirty="0" err="1">
                <a:latin typeface="Consolas" panose="020B0609020204030204" pitchFamily="49" charset="0"/>
              </a:rPr>
              <a:t>imag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 Gi(N/2) = 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G(N-k) = G*(k), k:1...N/2-1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51B642-2582-4143-8DE5-82AE1BD58CD2}"/>
              </a:ext>
            </a:extLst>
          </p:cNvPr>
          <p:cNvSpPr/>
          <p:nvPr/>
        </p:nvSpPr>
        <p:spPr>
          <a:xfrm>
            <a:off x="5946710" y="671520"/>
            <a:ext cx="6096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step 3 can re-write as follow: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</a:t>
            </a:r>
            <a:r>
              <a:rPr lang="en-US" sz="1400" dirty="0" err="1">
                <a:latin typeface="Consolas" panose="020B0609020204030204" pitchFamily="49" charset="0"/>
              </a:rPr>
              <a:t>Ar</a:t>
            </a:r>
            <a:r>
              <a:rPr lang="en-US" sz="1400" dirty="0">
                <a:latin typeface="Consolas" panose="020B0609020204030204" pitchFamily="49" charset="0"/>
              </a:rPr>
              <a:t>(k) = 0.5*(1.0-sin(2*PI*k/N))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Ai(k) = 0.5*(-1*cos(2*PI*k/N))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Br(k) = 0.5*(1+sin(2*PI*k/N))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Bi(k) = 0.5*(1*cos(2*PI*k/N))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    k=0...N/2-1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a) for first half: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Gr(k) = </a:t>
            </a:r>
            <a:r>
              <a:rPr lang="en-US" sz="1400" dirty="0" err="1">
                <a:latin typeface="Consolas" panose="020B0609020204030204" pitchFamily="49" charset="0"/>
              </a:rPr>
              <a:t>Xr</a:t>
            </a:r>
            <a:r>
              <a:rPr lang="en-US" sz="1400" dirty="0">
                <a:latin typeface="Consolas" panose="020B0609020204030204" pitchFamily="49" charset="0"/>
              </a:rPr>
              <a:t>(k)</a:t>
            </a:r>
            <a:r>
              <a:rPr lang="en-US" sz="1400" dirty="0" err="1">
                <a:latin typeface="Consolas" panose="020B0609020204030204" pitchFamily="49" charset="0"/>
              </a:rPr>
              <a:t>Ar</a:t>
            </a:r>
            <a:r>
              <a:rPr lang="en-US" sz="1400" dirty="0">
                <a:latin typeface="Consolas" panose="020B0609020204030204" pitchFamily="49" charset="0"/>
              </a:rPr>
              <a:t>(k) – Xi(k)Ai(k) + </a:t>
            </a:r>
            <a:r>
              <a:rPr lang="en-US" sz="1400" dirty="0" err="1">
                <a:latin typeface="Consolas" panose="020B0609020204030204" pitchFamily="49" charset="0"/>
              </a:rPr>
              <a:t>Xr</a:t>
            </a:r>
            <a:r>
              <a:rPr lang="en-US" sz="1400" dirty="0">
                <a:latin typeface="Consolas" panose="020B0609020204030204" pitchFamily="49" charset="0"/>
              </a:rPr>
              <a:t>(N/2–k)Br(k) + Xi(N/2–k)Bi(k)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Gi(k) = Xi(k)</a:t>
            </a:r>
            <a:r>
              <a:rPr lang="en-US" sz="1400" dirty="0" err="1">
                <a:latin typeface="Consolas" panose="020B0609020204030204" pitchFamily="49" charset="0"/>
              </a:rPr>
              <a:t>Ar</a:t>
            </a:r>
            <a:r>
              <a:rPr lang="en-US" sz="1400" dirty="0">
                <a:latin typeface="Consolas" panose="020B0609020204030204" pitchFamily="49" charset="0"/>
              </a:rPr>
              <a:t>(k) + </a:t>
            </a:r>
            <a:r>
              <a:rPr lang="en-US" sz="1400" dirty="0" err="1">
                <a:latin typeface="Consolas" panose="020B0609020204030204" pitchFamily="49" charset="0"/>
              </a:rPr>
              <a:t>Xr</a:t>
            </a:r>
            <a:r>
              <a:rPr lang="en-US" sz="1400" dirty="0">
                <a:latin typeface="Consolas" panose="020B0609020204030204" pitchFamily="49" charset="0"/>
              </a:rPr>
              <a:t>(k)Ai(k) + </a:t>
            </a:r>
            <a:r>
              <a:rPr lang="en-US" sz="1400" dirty="0" err="1">
                <a:latin typeface="Consolas" panose="020B0609020204030204" pitchFamily="49" charset="0"/>
              </a:rPr>
              <a:t>Xr</a:t>
            </a:r>
            <a:r>
              <a:rPr lang="en-US" sz="1400" dirty="0">
                <a:latin typeface="Consolas" panose="020B0609020204030204" pitchFamily="49" charset="0"/>
              </a:rPr>
              <a:t>(N/2–k)Bi(k) – Xi(N/2–k)Br(k)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        for k = 0...N/2–1 and X(N/2) = X(0)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Gr(k) = 0.5*( </a:t>
            </a:r>
            <a:r>
              <a:rPr lang="en-US" sz="1400" dirty="0" err="1">
                <a:latin typeface="Consolas" panose="020B0609020204030204" pitchFamily="49" charset="0"/>
              </a:rPr>
              <a:t>Xr</a:t>
            </a:r>
            <a:r>
              <a:rPr lang="en-US" sz="1400" dirty="0">
                <a:latin typeface="Consolas" panose="020B0609020204030204" pitchFamily="49" charset="0"/>
              </a:rPr>
              <a:t>(k)*(1-sin) + Xi(k)*cos + </a:t>
            </a:r>
            <a:r>
              <a:rPr lang="en-US" sz="1400" dirty="0" err="1">
                <a:latin typeface="Consolas" panose="020B0609020204030204" pitchFamily="49" charset="0"/>
              </a:rPr>
              <a:t>Xr</a:t>
            </a:r>
            <a:r>
              <a:rPr lang="en-US" sz="1400" dirty="0">
                <a:latin typeface="Consolas" panose="020B0609020204030204" pitchFamily="49" charset="0"/>
              </a:rPr>
              <a:t>(N/2-k)*(1+sin) + Xi(N/2-k)*cos 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Gi(k) = 0.5*( Xi(k)*(1-sin) - </a:t>
            </a:r>
            <a:r>
              <a:rPr lang="en-US" sz="1400" dirty="0" err="1">
                <a:latin typeface="Consolas" panose="020B0609020204030204" pitchFamily="49" charset="0"/>
              </a:rPr>
              <a:t>Xr</a:t>
            </a:r>
            <a:r>
              <a:rPr lang="en-US" sz="1400" dirty="0">
                <a:latin typeface="Consolas" panose="020B0609020204030204" pitchFamily="49" charset="0"/>
              </a:rPr>
              <a:t>(k)*cos + </a:t>
            </a:r>
            <a:r>
              <a:rPr lang="en-US" sz="1400" dirty="0" err="1">
                <a:latin typeface="Consolas" panose="020B0609020204030204" pitchFamily="49" charset="0"/>
              </a:rPr>
              <a:t>Xr</a:t>
            </a:r>
            <a:r>
              <a:rPr lang="en-US" sz="1400" dirty="0">
                <a:latin typeface="Consolas" panose="020B0609020204030204" pitchFamily="49" charset="0"/>
              </a:rPr>
              <a:t>(N/2-k)*cos - Xi(N/2-k)(1+sin) 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  -&gt; Gr(0) = </a:t>
            </a:r>
            <a:r>
              <a:rPr lang="en-US" sz="1400" dirty="0" err="1">
                <a:latin typeface="Consolas" panose="020B0609020204030204" pitchFamily="49" charset="0"/>
              </a:rPr>
              <a:t>Xr</a:t>
            </a:r>
            <a:r>
              <a:rPr lang="en-US" sz="1400" dirty="0">
                <a:latin typeface="Consolas" panose="020B0609020204030204" pitchFamily="49" charset="0"/>
              </a:rPr>
              <a:t>(0) + Xi(0)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-&gt; Gi(0) = 0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Gr(N/2) = </a:t>
            </a:r>
            <a:r>
              <a:rPr lang="en-US" sz="1400" dirty="0" err="1">
                <a:latin typeface="Consolas" panose="020B0609020204030204" pitchFamily="49" charset="0"/>
              </a:rPr>
              <a:t>Xr</a:t>
            </a:r>
            <a:r>
              <a:rPr lang="en-US" sz="1400" dirty="0">
                <a:latin typeface="Consolas" panose="020B0609020204030204" pitchFamily="49" charset="0"/>
              </a:rPr>
              <a:t>(0) – Xi(0)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Gi(N/2) = 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Gr(N–k) = Gr(k), for k = 1...N/2–1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Gi(N–k) = –Gi(k)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339948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EF2861-9F1C-479D-9693-D4B75FC8B13B}"/>
              </a:ext>
            </a:extLst>
          </p:cNvPr>
          <p:cNvSpPr/>
          <p:nvPr/>
        </p:nvSpPr>
        <p:spPr>
          <a:xfrm>
            <a:off x="149290" y="907584"/>
            <a:ext cx="5714797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c2r of N point: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1. input G(k), </a:t>
            </a:r>
            <a:r>
              <a:rPr lang="en-US" sz="1400" dirty="0" err="1">
                <a:latin typeface="Consolas" panose="020B0609020204030204" pitchFamily="49" charset="0"/>
              </a:rPr>
              <a:t>len:N</a:t>
            </a:r>
            <a:r>
              <a:rPr lang="en-US" sz="1400" dirty="0">
                <a:latin typeface="Consolas" panose="020B0609020204030204" pitchFamily="49" charset="0"/>
              </a:rPr>
              <a:t>, form N/2 complex </a:t>
            </a:r>
            <a:r>
              <a:rPr lang="en-US" sz="1400" dirty="0" err="1">
                <a:latin typeface="Consolas" panose="020B0609020204030204" pitchFamily="49" charset="0"/>
              </a:rPr>
              <a:t>sequency</a:t>
            </a:r>
            <a:r>
              <a:rPr lang="en-US" sz="1400" dirty="0">
                <a:latin typeface="Consolas" panose="020B0609020204030204" pitchFamily="49" charset="0"/>
              </a:rPr>
              <a:t> X(k), </a:t>
            </a:r>
            <a:r>
              <a:rPr lang="en-US" sz="1400" dirty="0" err="1">
                <a:latin typeface="Consolas" panose="020B0609020204030204" pitchFamily="49" charset="0"/>
              </a:rPr>
              <a:t>len:N</a:t>
            </a:r>
            <a:r>
              <a:rPr lang="en-US" sz="1400" dirty="0">
                <a:latin typeface="Consolas" panose="020B0609020204030204" pitchFamily="49" charset="0"/>
              </a:rPr>
              <a:t>/2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X(k) = G(k)A*(k) + G*(N/2-k)B*(k), k:0...N/2-1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A(k) = 0.5*(1-j*W(</a:t>
            </a:r>
            <a:r>
              <a:rPr lang="en-US" sz="1400" dirty="0" err="1">
                <a:latin typeface="Consolas" panose="020B0609020204030204" pitchFamily="49" charset="0"/>
              </a:rPr>
              <a:t>N,k</a:t>
            </a:r>
            <a:r>
              <a:rPr lang="en-US" sz="1400" dirty="0">
                <a:latin typeface="Consolas" panose="020B0609020204030204" pitchFamily="49" charset="0"/>
              </a:rPr>
              <a:t>)), k:0...N/2-1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B(k) = 0.5*(1+j*W(</a:t>
            </a:r>
            <a:r>
              <a:rPr lang="en-US" sz="1400" dirty="0" err="1">
                <a:latin typeface="Consolas" panose="020B0609020204030204" pitchFamily="49" charset="0"/>
              </a:rPr>
              <a:t>N,k</a:t>
            </a:r>
            <a:r>
              <a:rPr lang="en-US" sz="1400" dirty="0">
                <a:latin typeface="Consolas" panose="020B0609020204030204" pitchFamily="49" charset="0"/>
              </a:rPr>
              <a:t>)), k:0...N/2-1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W(</a:t>
            </a:r>
            <a:r>
              <a:rPr lang="en-US" sz="1400" dirty="0" err="1">
                <a:latin typeface="Consolas" panose="020B0609020204030204" pitchFamily="49" charset="0"/>
              </a:rPr>
              <a:t>N,k</a:t>
            </a:r>
            <a:r>
              <a:rPr lang="en-US" sz="1400" dirty="0">
                <a:latin typeface="Consolas" panose="020B0609020204030204" pitchFamily="49" charset="0"/>
              </a:rPr>
              <a:t>) = e^( -1 * 2PI*k/N * j)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A(k), B(k), same as r2c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2. compute N/2 point </a:t>
            </a:r>
            <a:r>
              <a:rPr lang="en-US" sz="1400" dirty="0" err="1">
                <a:latin typeface="Consolas" panose="020B0609020204030204" pitchFamily="49" charset="0"/>
              </a:rPr>
              <a:t>ifft</a:t>
            </a:r>
            <a:r>
              <a:rPr lang="en-US" sz="1400" dirty="0">
                <a:latin typeface="Consolas" panose="020B0609020204030204" pitchFamily="49" charset="0"/>
              </a:rPr>
              <a:t>, X(k)-&gt;x(n), </a:t>
            </a:r>
            <a:r>
              <a:rPr lang="en-US" sz="1400" dirty="0" err="1">
                <a:latin typeface="Consolas" panose="020B0609020204030204" pitchFamily="49" charset="0"/>
              </a:rPr>
              <a:t>len:N</a:t>
            </a:r>
            <a:r>
              <a:rPr lang="en-US" sz="1400" dirty="0">
                <a:latin typeface="Consolas" panose="020B0609020204030204" pitchFamily="49" charset="0"/>
              </a:rPr>
              <a:t>/2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3. get final real g(n) </a:t>
            </a:r>
            <a:r>
              <a:rPr lang="en-US" sz="1400" dirty="0" err="1">
                <a:latin typeface="Consolas" panose="020B0609020204030204" pitchFamily="49" charset="0"/>
              </a:rPr>
              <a:t>len:N</a:t>
            </a:r>
            <a:r>
              <a:rPr lang="en-US" sz="1400" dirty="0">
                <a:latin typeface="Consolas" panose="020B0609020204030204" pitchFamily="49" charset="0"/>
              </a:rPr>
              <a:t>, from x(n) </a:t>
            </a:r>
            <a:r>
              <a:rPr lang="en-US" sz="1400" dirty="0" err="1">
                <a:latin typeface="Consolas" panose="020B0609020204030204" pitchFamily="49" charset="0"/>
              </a:rPr>
              <a:t>len:N</a:t>
            </a:r>
            <a:r>
              <a:rPr lang="en-US" sz="1400" dirty="0">
                <a:latin typeface="Consolas" panose="020B0609020204030204" pitchFamily="49" charset="0"/>
              </a:rPr>
              <a:t>/2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g(2*n)   = </a:t>
            </a:r>
            <a:r>
              <a:rPr lang="en-US" sz="1400" dirty="0" err="1">
                <a:latin typeface="Consolas" panose="020B0609020204030204" pitchFamily="49" charset="0"/>
              </a:rPr>
              <a:t>xr</a:t>
            </a:r>
            <a:r>
              <a:rPr lang="en-US" sz="1400" dirty="0">
                <a:latin typeface="Consolas" panose="020B0609020204030204" pitchFamily="49" charset="0"/>
              </a:rPr>
              <a:t>(n)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g(2*n+1) = xi(n)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    n=0...N/2-1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579FC5-F8BE-4DF2-914C-9CF00826D893}"/>
              </a:ext>
            </a:extLst>
          </p:cNvPr>
          <p:cNvSpPr/>
          <p:nvPr/>
        </p:nvSpPr>
        <p:spPr>
          <a:xfrm>
            <a:off x="5946710" y="816237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step 1 can re-write: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</a:t>
            </a:r>
            <a:r>
              <a:rPr lang="en-US" sz="1400" dirty="0" err="1">
                <a:latin typeface="Consolas" panose="020B0609020204030204" pitchFamily="49" charset="0"/>
              </a:rPr>
              <a:t>Xr</a:t>
            </a:r>
            <a:r>
              <a:rPr lang="en-US" sz="1400" dirty="0">
                <a:latin typeface="Consolas" panose="020B0609020204030204" pitchFamily="49" charset="0"/>
              </a:rPr>
              <a:t>(k) = Gr(k)</a:t>
            </a:r>
            <a:r>
              <a:rPr lang="en-US" sz="1400" dirty="0" err="1">
                <a:latin typeface="Consolas" panose="020B0609020204030204" pitchFamily="49" charset="0"/>
              </a:rPr>
              <a:t>IAr</a:t>
            </a:r>
            <a:r>
              <a:rPr lang="en-US" sz="1400" dirty="0">
                <a:latin typeface="Consolas" panose="020B0609020204030204" pitchFamily="49" charset="0"/>
              </a:rPr>
              <a:t>(k) – Gi(k)</a:t>
            </a:r>
            <a:r>
              <a:rPr lang="en-US" sz="1400" dirty="0" err="1">
                <a:latin typeface="Consolas" panose="020B0609020204030204" pitchFamily="49" charset="0"/>
              </a:rPr>
              <a:t>IAi</a:t>
            </a:r>
            <a:r>
              <a:rPr lang="en-US" sz="1400" dirty="0">
                <a:latin typeface="Consolas" panose="020B0609020204030204" pitchFamily="49" charset="0"/>
              </a:rPr>
              <a:t>(k) + Gr(N/2–k)</a:t>
            </a:r>
            <a:r>
              <a:rPr lang="en-US" sz="1400" dirty="0" err="1">
                <a:latin typeface="Consolas" panose="020B0609020204030204" pitchFamily="49" charset="0"/>
              </a:rPr>
              <a:t>IBr</a:t>
            </a:r>
            <a:r>
              <a:rPr lang="en-US" sz="1400" dirty="0">
                <a:latin typeface="Consolas" panose="020B0609020204030204" pitchFamily="49" charset="0"/>
              </a:rPr>
              <a:t>(k) + Gi(N/2–k)</a:t>
            </a:r>
            <a:r>
              <a:rPr lang="en-US" sz="1400" dirty="0" err="1">
                <a:latin typeface="Consolas" panose="020B0609020204030204" pitchFamily="49" charset="0"/>
              </a:rPr>
              <a:t>IBi</a:t>
            </a:r>
            <a:r>
              <a:rPr lang="en-US" sz="1400" dirty="0">
                <a:latin typeface="Consolas" panose="020B0609020204030204" pitchFamily="49" charset="0"/>
              </a:rPr>
              <a:t>(k)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Xi(k) = Gi(k)</a:t>
            </a:r>
            <a:r>
              <a:rPr lang="en-US" sz="1400" dirty="0" err="1">
                <a:latin typeface="Consolas" panose="020B0609020204030204" pitchFamily="49" charset="0"/>
              </a:rPr>
              <a:t>IAr</a:t>
            </a:r>
            <a:r>
              <a:rPr lang="en-US" sz="1400" dirty="0">
                <a:latin typeface="Consolas" panose="020B0609020204030204" pitchFamily="49" charset="0"/>
              </a:rPr>
              <a:t>(k) + Gr(k)</a:t>
            </a:r>
            <a:r>
              <a:rPr lang="en-US" sz="1400" dirty="0" err="1">
                <a:latin typeface="Consolas" panose="020B0609020204030204" pitchFamily="49" charset="0"/>
              </a:rPr>
              <a:t>IAi</a:t>
            </a:r>
            <a:r>
              <a:rPr lang="en-US" sz="1400" dirty="0">
                <a:latin typeface="Consolas" panose="020B0609020204030204" pitchFamily="49" charset="0"/>
              </a:rPr>
              <a:t>(k) + Gr(N/2–k)</a:t>
            </a:r>
            <a:r>
              <a:rPr lang="en-US" sz="1400" dirty="0" err="1">
                <a:latin typeface="Consolas" panose="020B0609020204030204" pitchFamily="49" charset="0"/>
              </a:rPr>
              <a:t>IBi</a:t>
            </a:r>
            <a:r>
              <a:rPr lang="en-US" sz="1400" dirty="0">
                <a:latin typeface="Consolas" panose="020B0609020204030204" pitchFamily="49" charset="0"/>
              </a:rPr>
              <a:t>(k) – Gi(N/2–k)</a:t>
            </a:r>
            <a:r>
              <a:rPr lang="en-US" sz="1400" dirty="0" err="1">
                <a:latin typeface="Consolas" panose="020B0609020204030204" pitchFamily="49" charset="0"/>
              </a:rPr>
              <a:t>IBr</a:t>
            </a:r>
            <a:r>
              <a:rPr lang="en-US" sz="1400" dirty="0">
                <a:latin typeface="Consolas" panose="020B0609020204030204" pitchFamily="49" charset="0"/>
              </a:rPr>
              <a:t>(k)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     for k = 0...N/2–1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IA : complex conjugate of A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IB : complex conjugate of B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</a:t>
            </a:r>
            <a:r>
              <a:rPr lang="en-US" sz="1400" dirty="0" err="1">
                <a:latin typeface="Consolas" panose="020B0609020204030204" pitchFamily="49" charset="0"/>
              </a:rPr>
              <a:t>IAr</a:t>
            </a:r>
            <a:r>
              <a:rPr lang="en-US" sz="1400" dirty="0">
                <a:latin typeface="Consolas" panose="020B0609020204030204" pitchFamily="49" charset="0"/>
              </a:rPr>
              <a:t>(k) = 0.5*(1.0-sin(2*PI*k/N))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</a:t>
            </a:r>
            <a:r>
              <a:rPr lang="en-US" sz="1400" dirty="0" err="1">
                <a:latin typeface="Consolas" panose="020B0609020204030204" pitchFamily="49" charset="0"/>
              </a:rPr>
              <a:t>IAi</a:t>
            </a:r>
            <a:r>
              <a:rPr lang="en-US" sz="1400" dirty="0">
                <a:latin typeface="Consolas" panose="020B0609020204030204" pitchFamily="49" charset="0"/>
              </a:rPr>
              <a:t>(k) = 0.5*(1*cos(2*PI*k/N))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</a:t>
            </a:r>
            <a:r>
              <a:rPr lang="en-US" sz="1400" dirty="0" err="1">
                <a:latin typeface="Consolas" panose="020B0609020204030204" pitchFamily="49" charset="0"/>
              </a:rPr>
              <a:t>IBr</a:t>
            </a:r>
            <a:r>
              <a:rPr lang="en-US" sz="1400" dirty="0">
                <a:latin typeface="Consolas" panose="020B0609020204030204" pitchFamily="49" charset="0"/>
              </a:rPr>
              <a:t>(k) = 0.5*(1+sin(2*PI*k/N))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</a:t>
            </a:r>
            <a:r>
              <a:rPr lang="en-US" sz="1400" dirty="0" err="1">
                <a:latin typeface="Consolas" panose="020B0609020204030204" pitchFamily="49" charset="0"/>
              </a:rPr>
              <a:t>IBi</a:t>
            </a:r>
            <a:r>
              <a:rPr lang="en-US" sz="1400" dirty="0">
                <a:latin typeface="Consolas" panose="020B0609020204030204" pitchFamily="49" charset="0"/>
              </a:rPr>
              <a:t>(k) = 0.5*(-1*cos(2*PI*k/N))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    k=0...N/2-1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</a:t>
            </a:r>
            <a:r>
              <a:rPr lang="en-US" sz="1400" dirty="0" err="1">
                <a:latin typeface="Consolas" panose="020B0609020204030204" pitchFamily="49" charset="0"/>
              </a:rPr>
              <a:t>Xr</a:t>
            </a:r>
            <a:r>
              <a:rPr lang="en-US" sz="1400" dirty="0">
                <a:latin typeface="Consolas" panose="020B0609020204030204" pitchFamily="49" charset="0"/>
              </a:rPr>
              <a:t>(k) = 0.5*( Gr(k)*(1-sin) – Gi(k)*cos + Gr(N/2–k)*(1+sin) - Gi(N/2–k)*cos 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Xi(k) = 0.5*( Gi(k)*(1-sin) + Gr(k)*cos - Gr(N/2–k)*cos – Gi(N/2–k)*(1+sin) 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     for k = 0...N/2–1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ADD140-390F-41D6-8586-B6FE0122DE61}"/>
              </a:ext>
            </a:extLst>
          </p:cNvPr>
          <p:cNvSpPr txBox="1"/>
          <p:nvPr/>
        </p:nvSpPr>
        <p:spPr>
          <a:xfrm>
            <a:off x="149290" y="138793"/>
            <a:ext cx="23046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appendix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4531B4-709C-4F7F-8286-92252C421A02}"/>
              </a:ext>
            </a:extLst>
          </p:cNvPr>
          <p:cNvSpPr txBox="1"/>
          <p:nvPr/>
        </p:nvSpPr>
        <p:spPr>
          <a:xfrm>
            <a:off x="2854215" y="138792"/>
            <a:ext cx="171778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r2c/c2r</a:t>
            </a:r>
          </a:p>
        </p:txBody>
      </p:sp>
    </p:spTree>
    <p:extLst>
      <p:ext uri="{BB962C8B-B14F-4D97-AF65-F5344CB8AC3E}">
        <p14:creationId xmlns:p14="http://schemas.microsoft.com/office/powerpoint/2010/main" val="528341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37883</TotalTime>
  <Words>12481</Words>
  <Application>Microsoft Office PowerPoint</Application>
  <PresentationFormat>Widescreen</PresentationFormat>
  <Paragraphs>5224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Consolas</vt:lpstr>
      <vt:lpstr>Office Theme</vt:lpstr>
      <vt:lpstr>fft convolution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Huang, Carlus</dc:creator>
  <cp:lastModifiedBy>Huang, Carlus</cp:lastModifiedBy>
  <cp:revision>848</cp:revision>
  <dcterms:created xsi:type="dcterms:W3CDTF">2019-05-07T05:47:44Z</dcterms:created>
  <dcterms:modified xsi:type="dcterms:W3CDTF">2020-06-01T06:52:14Z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6546daa-41b6-470c-bb85-f6f40f044d7f_Enabled">
    <vt:lpwstr>true</vt:lpwstr>
  </property>
  <property fmtid="{D5CDD505-2E9C-101B-9397-08002B2CF9AE}" pid="3" name="MSIP_Label_76546daa-41b6-470c-bb85-f6f40f044d7f_SetDate">
    <vt:lpwstr>2019-11-27T12:06:09Z</vt:lpwstr>
  </property>
  <property fmtid="{D5CDD505-2E9C-101B-9397-08002B2CF9AE}" pid="4" name="MSIP_Label_76546daa-41b6-470c-bb85-f6f40f044d7f_Method">
    <vt:lpwstr>Standard</vt:lpwstr>
  </property>
  <property fmtid="{D5CDD505-2E9C-101B-9397-08002B2CF9AE}" pid="5" name="MSIP_Label_76546daa-41b6-470c-bb85-f6f40f044d7f_Name">
    <vt:lpwstr>Internal Use Only - Unrestricted</vt:lpwstr>
  </property>
  <property fmtid="{D5CDD505-2E9C-101B-9397-08002B2CF9AE}" pid="6" name="MSIP_Label_76546daa-41b6-470c-bb85-f6f40f044d7f_SiteId">
    <vt:lpwstr>3dd8961f-e488-4e60-8e11-a82d994e183d</vt:lpwstr>
  </property>
  <property fmtid="{D5CDD505-2E9C-101B-9397-08002B2CF9AE}" pid="7" name="MSIP_Label_76546daa-41b6-470c-bb85-f6f40f044d7f_ActionId">
    <vt:lpwstr>bb799612-cd29-4ade-8e99-000098846d28</vt:lpwstr>
  </property>
  <property fmtid="{D5CDD505-2E9C-101B-9397-08002B2CF9AE}" pid="8" name="MSIP_Label_76546daa-41b6-470c-bb85-f6f40f044d7f_ContentBits">
    <vt:lpwstr>1</vt:lpwstr>
  </property>
</Properties>
</file>